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9b4b877de94dad" /><Relationship Type="http://schemas.openxmlformats.org/officeDocument/2006/relationships/extended-properties" Target="/docProps/app.xml" Id="R3e4b07b1b69f4f24" /><Relationship Type="http://schemas.openxmlformats.org/officeDocument/2006/relationships/officeDocument" Target="/ppt/presentation.xml" Id="R1dab5d7ed7c347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3787cf5604f5a"/>
  </p:sldMasterIdLst>
  <p:notesMasterIdLst>
    <p:notesMasterId xmlns:r="http://schemas.openxmlformats.org/officeDocument/2006/relationships" r:id="R51f332412e544f7d"/>
  </p:notesMasterIdLst>
  <p:sldIdLst>
    <p:sldId xmlns:r="http://schemas.openxmlformats.org/officeDocument/2006/relationships" id="256" r:id="R759b91a5d3fc4f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b844561484a8f" /><Relationship Type="http://schemas.openxmlformats.org/officeDocument/2006/relationships/slideMaster" Target="/ppt/slideMasters/slideMaster1.xml" Id="R7c33787cf5604f5a" /><Relationship Type="http://schemas.openxmlformats.org/officeDocument/2006/relationships/notesMaster" Target="/ppt/notesMasters/notesMaster1.xml" Id="R51f332412e544f7d" /><Relationship Type="http://schemas.openxmlformats.org/officeDocument/2006/relationships/presProps" Target="/ppt/presProps.xml" Id="Rb06aa610239b42f6" /><Relationship Type="http://schemas.openxmlformats.org/officeDocument/2006/relationships/tableStyles" Target="/ppt/tableStyles.xml" Id="Reee9d1ed2ffa4634" /><Relationship Type="http://schemas.openxmlformats.org/officeDocument/2006/relationships/slide" Target="/ppt/slides/slide1.xml" Id="R759b91a5d3fc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94d0a9386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f249ad9084d33" /><Relationship Type="http://schemas.openxmlformats.org/officeDocument/2006/relationships/notesMaster" Target="/ppt/notesMasters/notesMaster1.xml" Id="Rf9a359ad5a5145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results/feature_dataset_batch1.csv, batch2.csv, batch3.csv. Correlations recalculated from valid modeling cells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820369e5b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e7ebcbbce478d" /><Relationship Type="http://schemas.openxmlformats.org/officeDocument/2006/relationships/slideLayout" Target="/ppt/slideLayouts/slideLayout1.xml" Id="R98a0dd4253eb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0dd4253eb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786e45b04a10" /><Relationship Type="http://schemas.openxmlformats.org/officeDocument/2006/relationships/notesSlide" Target="/ppt/notesSlides/notesSlide1.xml" Id="R696ed182fd0544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DB440-8F19-437A-93D1-A6957665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DAY 1 · 요구사항 대응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53352-F892-4DD7-A196-1A1905B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5개 EDA 질문을 Feature 설계와 모델 전략으로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A199-3E3F-478D-9739-DE96FF9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7782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A7782"/>
                </a:solidFill>
                <a:latin typeface="Pretendard"/>
                <a:ea typeface="Pretendard"/>
                <a:cs typeface="Pretendard"/>
              </a:rPr>
              <a:t>각 Batch에서 관계가 유지되는 신호와 달라지는 신호를 구분해 모델 입력과 검증 구조를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6378B-AE58-42AE-B9B1-43E0835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2114550" cy="36957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A167-D4DB-4DB3-B770-CEE106A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Q1  Cycle Life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B7566-36D4-46C4-867C-9652DDC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DC4D3-0A22-49FD-8551-58F4DD7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중앙값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B1 842 · B2 469 · B3 965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단수명: B2 76.5%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6C186-41F4-4CA7-B017-7ABC740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52E66-727A-441E-A079-4F80B124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34CA5-E24D-4431-BFFA-6BC4001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Batch 1 선택·튜닝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Batch 2·3 외부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16D39-ADA9-452E-8BC6-E605C4F7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19250"/>
            <a:ext cx="2114550" cy="36957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7A4BF-7548-4CC8-9CEE-ECD2E2D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Q2  QD 열화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6C307-1962-4FEC-8973-51E301E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B0FB7-DBE2-4BEB-898E-F073667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qd_slope–수명 r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B1 +0.10 · B2 -0.49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B3 +0.35 · 방향 불일치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A0465-22E2-4088-8875-D4070AD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0B31A-942B-427C-A1C2-EDC502CF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93BE1-36E0-44F5-8E03-4B6C338D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91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절대 QD·slope에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단독 의존하지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1F38A-668D-4085-882F-6584A8DD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19250"/>
            <a:ext cx="2114550" cy="36957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0C487-8F5D-4408-9FC1-D0754B8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Q3  ΔQ(V)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B48CB-0849-4573-9565-2718B385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4790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3938A-0783-4DA4-9840-D99FD458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log_dq_var–수명 r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B1 -0.886 · B2 -0.910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B3 -0.742 · 방향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05D18-5147-489D-A9E0-5FB9BAE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D2BDA-4F3A-416C-B031-5D4835FF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148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65F80-85EF-4103-9AEF-13EAA2D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291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log_dq_var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핵심 조기 열화 Feature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22950-8669-4243-AEE2-ADC8D364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19250"/>
            <a:ext cx="2114550" cy="36957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1C015-E7C9-4CCF-841D-72192C0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Q4  C-rate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BEB91-25A6-45C8-9167-2A8F68E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043F3-6D52-43F8-AC51-39CD86A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C-rate–수명 r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B1 -0.577 · B2 +0.138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B3 -0.039 · 영향 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921CE-8B61-4484-8521-118DE4E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BDCDE-8D13-40D6-8226-EEC61C7F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148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3B325-C330-42EF-85DF-40CD26C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Cell 상태 + 운전조건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충전 정책 그룹 검증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5242FB-5000-4195-89B3-FFC75553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19250"/>
            <a:ext cx="2114550" cy="36957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022A1-44F7-475C-A652-E08B2D0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Q5  상관관계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58CE8-451B-4626-8604-EBF2EB85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AF095-10D7-4397-9B63-0B9123C6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상위 신호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세 Batch 모두 ΔQ 계열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Feature끼리 강한 중복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97CE82-8FAA-4A90-A18C-87FFEAD7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6195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F28C2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148F9-D187-4BA9-9D3E-5552CE0F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14800"/>
            <a:ext cx="1809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493EC8-F35B-4AED-B251-3EF2037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291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대표 Feature 선택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ElasticNet·복잡도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C8EC5-7F6B-40E6-8040-0E3B60ED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9525">
            <a:solidFill>
              <a:srgbClr val="D8E3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524DA8-CA1A-4865-A303-53BB376C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43575"/>
            <a:ext cx="1032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Batch마다 달라지는 관계와 공통으로 유지되는 신호를 구분해 Feature와 검증 전략을 결정한다.</a:t>
            </a:r>
          </a:p>
        </p:txBody>
      </p:sp>
    </p:spTree>
    <p:extLst>
      <p:ext uri="{BB962C8B-B14F-4D97-AF65-F5344CB8AC3E}">
        <p14:creationId xmlns:p14="http://schemas.microsoft.com/office/powerpoint/2010/main" val="569079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2026-10-01T07:32:53.1550000Z</dcterms:created>
  <dcterms:modified xsi:type="dcterms:W3CDTF">2026-10-01T07:32:53.1550000Z</dcterms:modified>
</coreProperties>
</file>