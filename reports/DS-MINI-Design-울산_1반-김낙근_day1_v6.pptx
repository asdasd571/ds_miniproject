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0dec86ad04f7e" /><Relationship Type="http://schemas.openxmlformats.org/officeDocument/2006/relationships/extended-properties" Target="/docProps/app.xml" Id="R493c8c148d32426e" /><Relationship Type="http://schemas.openxmlformats.org/officeDocument/2006/relationships/officeDocument" Target="/ppt/presentation.xml" Id="R5a4e739aa3b6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601f77cde4c89"/>
  </p:sldMasterIdLst>
  <p:notesMasterIdLst>
    <p:notesMasterId xmlns:r="http://schemas.openxmlformats.org/officeDocument/2006/relationships" r:id="Ra98e744c2df148ef"/>
  </p:notesMasterIdLst>
  <p:sldIdLst>
    <p:sldId xmlns:r="http://schemas.openxmlformats.org/officeDocument/2006/relationships" id="256" r:id="R3491c32bce96427e"/>
    <p:sldId xmlns:r="http://schemas.openxmlformats.org/officeDocument/2006/relationships" id="257" r:id="Rfb0821dacea14da8"/>
    <p:sldId xmlns:r="http://schemas.openxmlformats.org/officeDocument/2006/relationships" id="258" r:id="R401918112c8e43ec"/>
    <p:sldId xmlns:r="http://schemas.openxmlformats.org/officeDocument/2006/relationships" id="259" r:id="R8c7a71261b324f95"/>
    <p:sldId xmlns:r="http://schemas.openxmlformats.org/officeDocument/2006/relationships" id="260" r:id="Rf4aeb64f569c4794"/>
    <p:sldId xmlns:r="http://schemas.openxmlformats.org/officeDocument/2006/relationships" id="261" r:id="R69b4b9b686494dc6"/>
    <p:sldId xmlns:r="http://schemas.openxmlformats.org/officeDocument/2006/relationships" id="262" r:id="R5b6cb429ba85453d"/>
    <p:sldId xmlns:r="http://schemas.openxmlformats.org/officeDocument/2006/relationships" id="263" r:id="R34b04cb8396c492e"/>
  </p:sldIdLst>
  <p:sldSz cx="1217933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7b2ace2d94f1b" /><Relationship Type="http://schemas.openxmlformats.org/officeDocument/2006/relationships/slideMaster" Target="/ppt/slideMasters/slideMaster1.xml" Id="Rabe601f77cde4c89" /><Relationship Type="http://schemas.openxmlformats.org/officeDocument/2006/relationships/notesMaster" Target="/ppt/notesMasters/notesMaster1.xml" Id="Ra98e744c2df148ef" /><Relationship Type="http://schemas.openxmlformats.org/officeDocument/2006/relationships/presProps" Target="/ppt/presProps.xml" Id="Rbc449df63eca4f1a" /><Relationship Type="http://schemas.openxmlformats.org/officeDocument/2006/relationships/tableStyles" Target="/ppt/tableStyles.xml" Id="Rf71c2ef71e9c4023" /><Relationship Type="http://schemas.openxmlformats.org/officeDocument/2006/relationships/slide" Target="/ppt/slides/slide1.xml" Id="R3491c32bce96427e" /><Relationship Type="http://schemas.openxmlformats.org/officeDocument/2006/relationships/slide" Target="/ppt/slides/slide2.xml" Id="Rfb0821dacea14da8" /><Relationship Type="http://schemas.openxmlformats.org/officeDocument/2006/relationships/slide" Target="/ppt/slides/slide3.xml" Id="R401918112c8e43ec" /><Relationship Type="http://schemas.openxmlformats.org/officeDocument/2006/relationships/slide" Target="/ppt/slides/slide4.xml" Id="R8c7a71261b324f95" /><Relationship Type="http://schemas.openxmlformats.org/officeDocument/2006/relationships/slide" Target="/ppt/slides/slide5.xml" Id="Rf4aeb64f569c4794" /><Relationship Type="http://schemas.openxmlformats.org/officeDocument/2006/relationships/slide" Target="/ppt/slides/slide6.xml" Id="R69b4b9b686494dc6" /><Relationship Type="http://schemas.openxmlformats.org/officeDocument/2006/relationships/slide" Target="/ppt/slides/slide7.xml" Id="R5b6cb429ba85453d" /><Relationship Type="http://schemas.openxmlformats.org/officeDocument/2006/relationships/slide" Target="/ppt/slides/slide8.xml" Id="R34b04cb8396c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d5453f809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4e850ef9484356" /><Relationship Type="http://schemas.openxmlformats.org/officeDocument/2006/relationships/notesMaster" Target="/ppt/notesMasters/notesMaster1.xml" Id="R45930125673d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4d8dcc02b42c6" /><Relationship Type="http://schemas.openxmlformats.org/officeDocument/2006/relationships/notesMaster" Target="/ppt/notesMasters/notesMaster1.xml" Id="R0614a86d4103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93d3081eb34c92" /><Relationship Type="http://schemas.openxmlformats.org/officeDocument/2006/relationships/notesMaster" Target="/ppt/notesMasters/notesMaster1.xml" Id="R92ba9a401d89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840c56bb442c4" /><Relationship Type="http://schemas.openxmlformats.org/officeDocument/2006/relationships/notesMaster" Target="/ppt/notesMasters/notesMaster1.xml" Id="Rd9a0146c9e8744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5e63eccedd4dd5" /><Relationship Type="http://schemas.openxmlformats.org/officeDocument/2006/relationships/notesMaster" Target="/ppt/notesMasters/notesMaster1.xml" Id="R455eb2268e58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1333a54874620" /><Relationship Type="http://schemas.openxmlformats.org/officeDocument/2006/relationships/notesMaster" Target="/ppt/notesMasters/notesMaster1.xml" Id="R8044cf24843b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b98fe05664439b" /><Relationship Type="http://schemas.openxmlformats.org/officeDocument/2006/relationships/notesMaster" Target="/ppt/notesMasters/notesMaster1.xml" Id="Rffa303cb3d9248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53a4d521ab486a" /><Relationship Type="http://schemas.openxmlformats.org/officeDocument/2006/relationships/notesMaster" Target="/ppt/notesMasters/notesMaster1.xml" Id="Rc62cb08c7ac9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MIT–Stanford Battery Dataset; repository preprocessing in src/preprocess.py and src/features.py.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results/tables/day1_batch_summary.csv and day1_shortest_cells.csv. Histograms use shared 150-cycle bins from 150 to 2,300 cycles. Batch 2 and 3 are used for descriptive EDA but not for feature selection or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raw MAT summary QDischarge through repository BatteryBatchReader. All valid cells are shown with shared axes. Exploratory knee is post-hoc and is not a model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cycle 100 minus cycle 10 Qdlin curves and results/feature_dataset_batch*.csv. Pearson and Spearman are calculated on valid cells in each batch; feature selection remains Batch 1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charging_policy and first_c_rate from results/feature_dataset_batch*.csv. Protocol charts show the six largest groups by sample count; category labels include n. Standard deviations are retained in results/tables/day1_batch_comparison.json. Relationships are descriptive, not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results/feature_dataset_batch*.csv. Target correlations for Batch 2 and 3 are descriptive only. Feature selection uses Batch 1. The Batch 1 matrix displays eight key model features for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EDA 01–05 in this deck and src/features.py. cycle_life is the raw target Y; the regression model uses log(cycle_life). Knee is descriptive only and excluded from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src/train.py modeling strategy. Batch 2 and 3 may appear in descriptive EDA, but they are not used for feature selection, model selection, or hyperparameter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a8f8c9412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ba05d44c24ab7" /><Relationship Type="http://schemas.openxmlformats.org/officeDocument/2006/relationships/slideLayout" Target="/ppt/slideLayouts/slideLayout1.xml" Id="Rbaec67b3d28c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c67b3d28c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85da582ad4a68" /><Relationship Type="http://schemas.openxmlformats.org/officeDocument/2006/relationships/notesSlide" Target="/ppt/notesSlides/notesSlide1.xml" Id="R06fcc14c25b943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c23ea057c4107" /><Relationship Type="http://schemas.openxmlformats.org/officeDocument/2006/relationships/chart" Target="/ppt/slides/charts/chart1.xml" Id="R5fd3f26ee8ba4110" /><Relationship Type="http://schemas.openxmlformats.org/officeDocument/2006/relationships/chart" Target="/ppt/slides/charts/chart2.xml" Id="R8fa56132128b4155" /><Relationship Type="http://schemas.openxmlformats.org/officeDocument/2006/relationships/chart" Target="/ppt/slides/charts/chart3.xml" Id="R8ffa37e659d04b57" /><Relationship Type="http://schemas.openxmlformats.org/officeDocument/2006/relationships/notesSlide" Target="/ppt/notesSlides/notesSlide2.xml" Id="Rb454899ca7bb43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65ee9379a464b" /><Relationship Type="http://schemas.openxmlformats.org/officeDocument/2006/relationships/chart" Target="/ppt/slides/charts/chart4.xml" Id="R275cfdc76c0348ee" /><Relationship Type="http://schemas.openxmlformats.org/officeDocument/2006/relationships/chart" Target="/ppt/slides/charts/chart5.xml" Id="R99ab340ca3b84f26" /><Relationship Type="http://schemas.openxmlformats.org/officeDocument/2006/relationships/chart" Target="/ppt/slides/charts/chart6.xml" Id="R4cea3f900c71431f" /><Relationship Type="http://schemas.openxmlformats.org/officeDocument/2006/relationships/chart" Target="/ppt/slides/charts/chart7.xml" Id="Rb3ad1d7e8d3040c9" /><Relationship Type="http://schemas.openxmlformats.org/officeDocument/2006/relationships/chart" Target="/ppt/slides/charts/chart8.xml" Id="R0447ca63cbe84fbf" /><Relationship Type="http://schemas.openxmlformats.org/officeDocument/2006/relationships/chart" Target="/ppt/slides/charts/chart9.xml" Id="R6c46700f9d474a75" /><Relationship Type="http://schemas.openxmlformats.org/officeDocument/2006/relationships/notesSlide" Target="/ppt/notesSlides/notesSlide3.xml" Id="Re55b381334c3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373a4cae4c6a" /><Relationship Type="http://schemas.openxmlformats.org/officeDocument/2006/relationships/chart" Target="/ppt/slides/charts/chart10.xml" Id="Rba1fb9bc3e3a4198" /><Relationship Type="http://schemas.openxmlformats.org/officeDocument/2006/relationships/chart" Target="/ppt/slides/charts/chart11.xml" Id="R54fab24b96e1425a" /><Relationship Type="http://schemas.openxmlformats.org/officeDocument/2006/relationships/chart" Target="/ppt/slides/charts/chart12.xml" Id="R6e057588fa924402" /><Relationship Type="http://schemas.openxmlformats.org/officeDocument/2006/relationships/chart" Target="/ppt/slides/charts/chart13.xml" Id="Rc122225ffac547f6" /><Relationship Type="http://schemas.openxmlformats.org/officeDocument/2006/relationships/chart" Target="/ppt/slides/charts/chart14.xml" Id="R1a37def4f03f4178" /><Relationship Type="http://schemas.openxmlformats.org/officeDocument/2006/relationships/chart" Target="/ppt/slides/charts/chart15.xml" Id="R08b09bf684f64bbe" /><Relationship Type="http://schemas.openxmlformats.org/officeDocument/2006/relationships/notesSlide" Target="/ppt/notesSlides/notesSlide4.xml" Id="R5f5e24d92a584e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4614153bf4f9b" /><Relationship Type="http://schemas.openxmlformats.org/officeDocument/2006/relationships/chart" Target="/ppt/slides/charts/chart16.xml" Id="R589f2d41e89142c8" /><Relationship Type="http://schemas.openxmlformats.org/officeDocument/2006/relationships/chart" Target="/ppt/slides/charts/chart17.xml" Id="R131d5cc41c3c493b" /><Relationship Type="http://schemas.openxmlformats.org/officeDocument/2006/relationships/chart" Target="/ppt/slides/charts/chart18.xml" Id="R40bdf304adf34363" /><Relationship Type="http://schemas.openxmlformats.org/officeDocument/2006/relationships/chart" Target="/ppt/slides/charts/chart19.xml" Id="R5b2649763b4d4658" /><Relationship Type="http://schemas.openxmlformats.org/officeDocument/2006/relationships/chart" Target="/ppt/slides/charts/chart20.xml" Id="R3388bcc3c05a48e7" /><Relationship Type="http://schemas.openxmlformats.org/officeDocument/2006/relationships/chart" Target="/ppt/slides/charts/chart21.xml" Id="Rf40647aaa9dd4fc4" /><Relationship Type="http://schemas.openxmlformats.org/officeDocument/2006/relationships/notesSlide" Target="/ppt/notesSlides/notesSlide5.xml" Id="R2ab88be0f7ec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8ee694b4c4a76" /><Relationship Type="http://schemas.openxmlformats.org/officeDocument/2006/relationships/notesSlide" Target="/ppt/notesSlides/notesSlide6.xml" Id="Raffed13e9e4e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c1ba20074532" /><Relationship Type="http://schemas.openxmlformats.org/officeDocument/2006/relationships/notesSlide" Target="/ppt/notesSlides/notesSlide7.xml" Id="R3d4848c2446047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cfaa7c65641e2" /><Relationship Type="http://schemas.openxmlformats.org/officeDocument/2006/relationships/notesSlide" Target="/ppt/notesSlides/notesSlide8.xml" Id="R977917a44f7842b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단수명</c:v>
          </c:tx>
          <c:spPr>
            <a:solidFill xmlns:a="http://schemas.openxmlformats.org/drawingml/2006/main">
              <a:srgbClr val="F28C28"/>
            </a:solidFill>
          </c:spPr>
          <c:cat>
            <c:numRef>
              <c:f>'Chart Data'!$A$2:$A$16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v>중간</c:v>
          </c:tx>
          <c:spPr>
            <a:solidFill xmlns:a="http://schemas.openxmlformats.org/drawingml/2006/main">
              <a:srgbClr val="2F73B7"/>
            </a:solidFill>
          </c:spPr>
          <c:cat>
            <c:numRef>
              <c:f>'Chart Data'!$C$2:$C$16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14</c:v>
                </c:pt>
                <c:pt idx="4">
                  <c:v>12</c:v>
                </c:pt>
                <c:pt idx="5">
                  <c:v>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v>장수명</c:v>
          </c:tx>
          <c:spPr>
            <a:solidFill xmlns:a="http://schemas.openxmlformats.org/drawingml/2006/main">
              <a:srgbClr val="009B96"/>
            </a:solidFill>
          </c:spPr>
          <c:cat>
            <c:numRef>
              <c:f>'Chart Data'!$E$2:$E$16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셀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단수명</c:v>
          </c:tx>
          <c:spPr>
            <a:solidFill xmlns:a="http://schemas.openxmlformats.org/drawingml/2006/main">
              <a:srgbClr val="F28C28"/>
            </a:solidFill>
          </c:spPr>
          <c:cat>
            <c:numRef>
              <c:f>'Chart Data'!$A$2:$A$16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</c:v>
                </c:pt>
                <c:pt idx="1">
                  <c:v>13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v>중간</c:v>
          </c:tx>
          <c:spPr>
            <a:solidFill xmlns:a="http://schemas.openxmlformats.org/drawingml/2006/main">
              <a:srgbClr val="2F73B7"/>
            </a:solidFill>
          </c:spPr>
          <c:cat>
            <c:numRef>
              <c:f>'Chart Data'!$C$2:$C$16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v>장수명</c:v>
          </c:tx>
          <c:spPr>
            <a:solidFill xmlns:a="http://schemas.openxmlformats.org/drawingml/2006/main">
              <a:srgbClr val="009B96"/>
            </a:solidFill>
          </c:spPr>
          <c:cat>
            <c:numRef>
              <c:f>'Chart Data'!$E$2:$E$16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셀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단수명</c:v>
          </c:tx>
          <c:spPr>
            <a:solidFill xmlns:a="http://schemas.openxmlformats.org/drawingml/2006/main">
              <a:srgbClr val="F28C28"/>
            </a:solidFill>
          </c:spPr>
          <c:cat>
            <c:numRef>
              <c:f>'Chart Data'!$A$2:$A$16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v>중간</c:v>
          </c:tx>
          <c:spPr>
            <a:solidFill xmlns:a="http://schemas.openxmlformats.org/drawingml/2006/main">
              <a:srgbClr val="2F73B7"/>
            </a:solidFill>
          </c:spPr>
          <c:cat>
            <c:numRef>
              <c:f>'Chart Data'!$C$2:$C$16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  <c:pt idx="5">
                  <c:v>10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v>장수명</c:v>
          </c:tx>
          <c:spPr>
            <a:solidFill xmlns:a="http://schemas.openxmlformats.org/drawingml/2006/main">
              <a:srgbClr val="009B96"/>
            </a:solidFill>
          </c:spPr>
          <c:cat>
            <c:numRef>
              <c:f>'Chart Data'!$E$2:$E$16</c:f>
              <c:numCache>
                <c:formatCode>General</c:formatCode>
                <c:ptCount val="15"/>
                <c:pt idx="0">
                  <c:v>225</c:v>
                </c:pt>
                <c:pt idx="1">
                  <c:v>375</c:v>
                </c:pt>
                <c:pt idx="2">
                  <c:v>525</c:v>
                </c:pt>
                <c:pt idx="3">
                  <c:v>675</c:v>
                </c:pt>
                <c:pt idx="4">
                  <c:v>825</c:v>
                </c:pt>
                <c:pt idx="5">
                  <c:v>975</c:v>
                </c:pt>
                <c:pt idx="6">
                  <c:v>1125</c:v>
                </c:pt>
                <c:pt idx="7">
                  <c:v>1275</c:v>
                </c:pt>
                <c:pt idx="8">
                  <c:v>1425</c:v>
                </c:pt>
                <c:pt idx="9">
                  <c:v>1575</c:v>
                </c:pt>
                <c:pt idx="10">
                  <c:v>1725</c:v>
                </c:pt>
                <c:pt idx="11">
                  <c:v>1875</c:v>
                </c:pt>
                <c:pt idx="12">
                  <c:v>2025</c:v>
                </c:pt>
                <c:pt idx="13">
                  <c:v>2175</c:v>
                </c:pt>
                <c:pt idx="14">
                  <c:v>2325</c:v>
                </c:pt>
              </c:numCache>
            </c:numRef>
          </c:cat>
          <c:val>
            <c:numRef>
              <c:f>'Chart Data'!$F$2:$F$16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셀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전체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Batch1_cell_000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Data'!$A$2:$A$120</c:f>
              <c:numCache>
                <c:formatCode>General</c:formatCode>
                <c:ptCount val="119"/>
                <c:pt idx="0">
                  <c:v>11</c:v>
                </c:pt>
                <c:pt idx="1">
                  <c:v>21</c:v>
                </c:pt>
                <c:pt idx="2">
                  <c:v>31</c:v>
                </c:pt>
                <c:pt idx="3">
                  <c:v>41</c:v>
                </c:pt>
                <c:pt idx="4">
                  <c:v>51</c:v>
                </c:pt>
                <c:pt idx="5">
                  <c:v>61</c:v>
                </c:pt>
                <c:pt idx="6">
                  <c:v>71</c:v>
                </c:pt>
                <c:pt idx="7">
                  <c:v>81</c:v>
                </c:pt>
                <c:pt idx="8">
                  <c:v>91</c:v>
                </c:pt>
                <c:pt idx="9">
                  <c:v>101</c:v>
                </c:pt>
                <c:pt idx="10">
                  <c:v>111</c:v>
                </c:pt>
                <c:pt idx="11">
                  <c:v>121</c:v>
                </c:pt>
                <c:pt idx="12">
                  <c:v>131</c:v>
                </c:pt>
                <c:pt idx="13">
                  <c:v>141</c:v>
                </c:pt>
                <c:pt idx="14">
                  <c:v>151</c:v>
                </c:pt>
                <c:pt idx="15">
                  <c:v>161</c:v>
                </c:pt>
                <c:pt idx="16">
                  <c:v>171</c:v>
                </c:pt>
                <c:pt idx="17">
                  <c:v>181</c:v>
                </c:pt>
                <c:pt idx="18">
                  <c:v>191</c:v>
                </c:pt>
                <c:pt idx="19">
                  <c:v>201</c:v>
                </c:pt>
                <c:pt idx="20">
                  <c:v>211</c:v>
                </c:pt>
                <c:pt idx="21">
                  <c:v>221</c:v>
                </c:pt>
                <c:pt idx="22">
                  <c:v>231</c:v>
                </c:pt>
                <c:pt idx="23">
                  <c:v>241</c:v>
                </c:pt>
                <c:pt idx="24">
                  <c:v>251</c:v>
                </c:pt>
                <c:pt idx="25">
                  <c:v>261</c:v>
                </c:pt>
                <c:pt idx="26">
                  <c:v>271</c:v>
                </c:pt>
                <c:pt idx="27">
                  <c:v>281</c:v>
                </c:pt>
                <c:pt idx="28">
                  <c:v>291</c:v>
                </c:pt>
                <c:pt idx="29">
                  <c:v>300</c:v>
                </c:pt>
                <c:pt idx="30">
                  <c:v>310</c:v>
                </c:pt>
                <c:pt idx="31">
                  <c:v>320</c:v>
                </c:pt>
                <c:pt idx="32">
                  <c:v>330</c:v>
                </c:pt>
                <c:pt idx="33">
                  <c:v>340</c:v>
                </c:pt>
                <c:pt idx="34">
                  <c:v>350</c:v>
                </c:pt>
                <c:pt idx="35">
                  <c:v>360</c:v>
                </c:pt>
                <c:pt idx="36">
                  <c:v>370</c:v>
                </c:pt>
                <c:pt idx="37">
                  <c:v>380</c:v>
                </c:pt>
                <c:pt idx="38">
                  <c:v>390</c:v>
                </c:pt>
                <c:pt idx="39">
                  <c:v>400</c:v>
                </c:pt>
                <c:pt idx="40">
                  <c:v>410</c:v>
                </c:pt>
                <c:pt idx="41">
                  <c:v>420</c:v>
                </c:pt>
                <c:pt idx="42">
                  <c:v>430</c:v>
                </c:pt>
                <c:pt idx="43">
                  <c:v>440</c:v>
                </c:pt>
                <c:pt idx="44">
                  <c:v>450</c:v>
                </c:pt>
                <c:pt idx="45">
                  <c:v>460</c:v>
                </c:pt>
                <c:pt idx="46">
                  <c:v>470</c:v>
                </c:pt>
                <c:pt idx="47">
                  <c:v>480</c:v>
                </c:pt>
                <c:pt idx="48">
                  <c:v>490</c:v>
                </c:pt>
                <c:pt idx="49">
                  <c:v>500</c:v>
                </c:pt>
                <c:pt idx="50">
                  <c:v>510</c:v>
                </c:pt>
                <c:pt idx="51">
                  <c:v>520</c:v>
                </c:pt>
                <c:pt idx="52">
                  <c:v>530</c:v>
                </c:pt>
                <c:pt idx="53">
                  <c:v>540</c:v>
                </c:pt>
                <c:pt idx="54">
                  <c:v>550</c:v>
                </c:pt>
                <c:pt idx="55">
                  <c:v>560</c:v>
                </c:pt>
                <c:pt idx="56">
                  <c:v>570</c:v>
                </c:pt>
                <c:pt idx="57">
                  <c:v>580</c:v>
                </c:pt>
                <c:pt idx="58">
                  <c:v>590</c:v>
                </c:pt>
                <c:pt idx="59">
                  <c:v>600</c:v>
                </c:pt>
                <c:pt idx="60">
                  <c:v>610</c:v>
                </c:pt>
                <c:pt idx="61">
                  <c:v>620</c:v>
                </c:pt>
                <c:pt idx="62">
                  <c:v>630</c:v>
                </c:pt>
                <c:pt idx="63">
                  <c:v>640</c:v>
                </c:pt>
                <c:pt idx="64">
                  <c:v>650</c:v>
                </c:pt>
                <c:pt idx="65">
                  <c:v>660</c:v>
                </c:pt>
                <c:pt idx="66">
                  <c:v>670</c:v>
                </c:pt>
                <c:pt idx="67">
                  <c:v>680</c:v>
                </c:pt>
                <c:pt idx="68">
                  <c:v>690</c:v>
                </c:pt>
                <c:pt idx="69">
                  <c:v>700</c:v>
                </c:pt>
                <c:pt idx="70">
                  <c:v>710</c:v>
                </c:pt>
                <c:pt idx="71">
                  <c:v>720</c:v>
                </c:pt>
                <c:pt idx="72">
                  <c:v>730</c:v>
                </c:pt>
                <c:pt idx="73">
                  <c:v>740</c:v>
                </c:pt>
                <c:pt idx="74">
                  <c:v>750</c:v>
                </c:pt>
                <c:pt idx="75">
                  <c:v>760</c:v>
                </c:pt>
                <c:pt idx="76">
                  <c:v>770</c:v>
                </c:pt>
                <c:pt idx="77">
                  <c:v>780</c:v>
                </c:pt>
                <c:pt idx="78">
                  <c:v>790</c:v>
                </c:pt>
                <c:pt idx="79">
                  <c:v>800</c:v>
                </c:pt>
                <c:pt idx="80">
                  <c:v>810</c:v>
                </c:pt>
                <c:pt idx="81">
                  <c:v>820</c:v>
                </c:pt>
                <c:pt idx="82">
                  <c:v>830</c:v>
                </c:pt>
                <c:pt idx="83">
                  <c:v>840</c:v>
                </c:pt>
                <c:pt idx="84">
                  <c:v>850</c:v>
                </c:pt>
                <c:pt idx="85">
                  <c:v>860</c:v>
                </c:pt>
                <c:pt idx="86">
                  <c:v>870</c:v>
                </c:pt>
                <c:pt idx="87">
                  <c:v>880</c:v>
                </c:pt>
                <c:pt idx="88">
                  <c:v>890</c:v>
                </c:pt>
                <c:pt idx="89">
                  <c:v>899</c:v>
                </c:pt>
                <c:pt idx="90">
                  <c:v>909</c:v>
                </c:pt>
                <c:pt idx="91">
                  <c:v>919</c:v>
                </c:pt>
                <c:pt idx="92">
                  <c:v>929</c:v>
                </c:pt>
                <c:pt idx="93">
                  <c:v>939</c:v>
                </c:pt>
                <c:pt idx="94">
                  <c:v>949</c:v>
                </c:pt>
                <c:pt idx="95">
                  <c:v>959</c:v>
                </c:pt>
                <c:pt idx="96">
                  <c:v>969</c:v>
                </c:pt>
                <c:pt idx="97">
                  <c:v>979</c:v>
                </c:pt>
                <c:pt idx="98">
                  <c:v>989</c:v>
                </c:pt>
                <c:pt idx="99">
                  <c:v>999</c:v>
                </c:pt>
                <c:pt idx="100">
                  <c:v>1009</c:v>
                </c:pt>
                <c:pt idx="101">
                  <c:v>1019</c:v>
                </c:pt>
                <c:pt idx="102">
                  <c:v>1029</c:v>
                </c:pt>
                <c:pt idx="103">
                  <c:v>1039</c:v>
                </c:pt>
                <c:pt idx="104">
                  <c:v>1049</c:v>
                </c:pt>
                <c:pt idx="105">
                  <c:v>1059</c:v>
                </c:pt>
                <c:pt idx="106">
                  <c:v>1069</c:v>
                </c:pt>
                <c:pt idx="107">
                  <c:v>1079</c:v>
                </c:pt>
                <c:pt idx="108">
                  <c:v>1089</c:v>
                </c:pt>
                <c:pt idx="109">
                  <c:v>1099</c:v>
                </c:pt>
                <c:pt idx="110">
                  <c:v>1109</c:v>
                </c:pt>
                <c:pt idx="111">
                  <c:v>1119</c:v>
                </c:pt>
                <c:pt idx="112">
                  <c:v>1129</c:v>
                </c:pt>
                <c:pt idx="113">
                  <c:v>1139</c:v>
                </c:pt>
                <c:pt idx="114">
                  <c:v>1149</c:v>
                </c:pt>
                <c:pt idx="115">
                  <c:v>1159</c:v>
                </c:pt>
                <c:pt idx="116">
                  <c:v>1169</c:v>
                </c:pt>
                <c:pt idx="117">
                  <c:v>1179</c:v>
                </c:pt>
                <c:pt idx="118">
                  <c:v>1189</c:v>
                </c:pt>
              </c:numCache>
            </c:numRef>
          </c:xVal>
          <c:yVal>
            <c:numRef>
              <c:f>'Chart Data'!$B$2:$B$120</c:f>
              <c:numCache>
                <c:formatCode>General</c:formatCode>
                <c:ptCount val="119"/>
                <c:pt idx="0">
                  <c:v>1.0747814</c:v>
                </c:pt>
                <c:pt idx="1">
                  <c:v>1.0765469</c:v>
                </c:pt>
                <c:pt idx="2">
                  <c:v>1.0766202</c:v>
                </c:pt>
                <c:pt idx="3">
                  <c:v>1.0766989</c:v>
                </c:pt>
                <c:pt idx="4">
                  <c:v>1.0767081</c:v>
                </c:pt>
                <c:pt idx="5">
                  <c:v>1.0769024</c:v>
                </c:pt>
                <c:pt idx="6">
                  <c:v>1.0753345</c:v>
                </c:pt>
                <c:pt idx="7">
                  <c:v>1.0762444</c:v>
                </c:pt>
                <c:pt idx="8">
                  <c:v>1.0760405</c:v>
                </c:pt>
                <c:pt idx="9">
                  <c:v>1.0758415</c:v>
                </c:pt>
                <c:pt idx="10">
                  <c:v>1.0756232</c:v>
                </c:pt>
                <c:pt idx="11">
                  <c:v>1.0752513</c:v>
                </c:pt>
                <c:pt idx="12">
                  <c:v>1.0751264</c:v>
                </c:pt>
                <c:pt idx="13">
                  <c:v>1.0710337</c:v>
                </c:pt>
                <c:pt idx="14">
                  <c:v>1.074378</c:v>
                </c:pt>
                <c:pt idx="15">
                  <c:v>1.0730073</c:v>
                </c:pt>
                <c:pt idx="16">
                  <c:v>1.0739388</c:v>
                </c:pt>
                <c:pt idx="17">
                  <c:v>1.0714779</c:v>
                </c:pt>
                <c:pt idx="18">
                  <c:v>1.0724705</c:v>
                </c:pt>
                <c:pt idx="19">
                  <c:v>1.0729612</c:v>
                </c:pt>
                <c:pt idx="20">
                  <c:v>1.0728358</c:v>
                </c:pt>
                <c:pt idx="21">
                  <c:v>1.0709004</c:v>
                </c:pt>
                <c:pt idx="22">
                  <c:v>1.0715339</c:v>
                </c:pt>
                <c:pt idx="23">
                  <c:v>1.0681522</c:v>
                </c:pt>
                <c:pt idx="24">
                  <c:v>1.0692111</c:v>
                </c:pt>
                <c:pt idx="25">
                  <c:v>1.0675694</c:v>
                </c:pt>
                <c:pt idx="26">
                  <c:v>1.0708414</c:v>
                </c:pt>
                <c:pt idx="27">
                  <c:v>1.0691898</c:v>
                </c:pt>
                <c:pt idx="28">
                  <c:v>1.0701363</c:v>
                </c:pt>
                <c:pt idx="29">
                  <c:v>1.0696157</c:v>
                </c:pt>
                <c:pt idx="30">
                  <c:v>1.0684117</c:v>
                </c:pt>
                <c:pt idx="31">
                  <c:v>1.0693525</c:v>
                </c:pt>
                <c:pt idx="32">
                  <c:v>1.0670813</c:v>
                </c:pt>
                <c:pt idx="33">
                  <c:v>1.0669992</c:v>
                </c:pt>
                <c:pt idx="34">
                  <c:v>1.0654423</c:v>
                </c:pt>
                <c:pt idx="35">
                  <c:v>1.0649996</c:v>
                </c:pt>
                <c:pt idx="36">
                  <c:v>1.0645186</c:v>
                </c:pt>
                <c:pt idx="37">
                  <c:v>1.0653667</c:v>
                </c:pt>
                <c:pt idx="38">
                  <c:v>1.0487819</c:v>
                </c:pt>
                <c:pt idx="39">
                  <c:v>1.0636783</c:v>
                </c:pt>
                <c:pt idx="40">
                  <c:v>1.0656699</c:v>
                </c:pt>
                <c:pt idx="41">
                  <c:v>1.0662833</c:v>
                </c:pt>
                <c:pt idx="42">
                  <c:v>1.0548745</c:v>
                </c:pt>
                <c:pt idx="43">
                  <c:v>1.061882</c:v>
                </c:pt>
                <c:pt idx="44">
                  <c:v>1.0652997</c:v>
                </c:pt>
                <c:pt idx="45">
                  <c:v>1.0610192</c:v>
                </c:pt>
                <c:pt idx="46">
                  <c:v>1.0578228</c:v>
                </c:pt>
                <c:pt idx="47">
                  <c:v>1.0566306</c:v>
                </c:pt>
                <c:pt idx="48">
                  <c:v>1.0611809</c:v>
                </c:pt>
                <c:pt idx="49">
                  <c:v>1.061404</c:v>
                </c:pt>
                <c:pt idx="50">
                  <c:v>1.0519124</c:v>
                </c:pt>
                <c:pt idx="51">
                  <c:v>1.0601411</c:v>
                </c:pt>
                <c:pt idx="52">
                  <c:v>1.0561804</c:v>
                </c:pt>
                <c:pt idx="53">
                  <c:v>1.0603172</c:v>
                </c:pt>
                <c:pt idx="54">
                  <c:v>1.0454539</c:v>
                </c:pt>
                <c:pt idx="55">
                  <c:v>1.054891</c:v>
                </c:pt>
                <c:pt idx="56">
                  <c:v>1.0578744</c:v>
                </c:pt>
                <c:pt idx="57">
                  <c:v>1.057959</c:v>
                </c:pt>
                <c:pt idx="58">
                  <c:v>1.0523983</c:v>
                </c:pt>
                <c:pt idx="59">
                  <c:v>1.054775</c:v>
                </c:pt>
                <c:pt idx="60">
                  <c:v>1.0291052</c:v>
                </c:pt>
                <c:pt idx="61">
                  <c:v>1.0494928</c:v>
                </c:pt>
                <c:pt idx="62">
                  <c:v>1.0564497</c:v>
                </c:pt>
                <c:pt idx="63">
                  <c:v>1.0538239</c:v>
                </c:pt>
                <c:pt idx="64">
                  <c:v>1.0331092</c:v>
                </c:pt>
                <c:pt idx="65">
                  <c:v>1.0468471</c:v>
                </c:pt>
                <c:pt idx="66">
                  <c:v>1.0539341</c:v>
                </c:pt>
                <c:pt idx="67">
                  <c:v>1.0536783</c:v>
                </c:pt>
                <c:pt idx="68">
                  <c:v>1.0541025</c:v>
                </c:pt>
                <c:pt idx="69">
                  <c:v>1.0526569</c:v>
                </c:pt>
                <c:pt idx="70">
                  <c:v>1.0266535</c:v>
                </c:pt>
                <c:pt idx="71">
                  <c:v>1.0487033</c:v>
                </c:pt>
                <c:pt idx="72">
                  <c:v>1.0516083</c:v>
                </c:pt>
                <c:pt idx="73">
                  <c:v>1.0411466</c:v>
                </c:pt>
                <c:pt idx="74">
                  <c:v>1.0417689</c:v>
                </c:pt>
                <c:pt idx="75">
                  <c:v>1.0506729</c:v>
                </c:pt>
                <c:pt idx="76">
                  <c:v>1.0083524</c:v>
                </c:pt>
                <c:pt idx="77">
                  <c:v>1.041375</c:v>
                </c:pt>
                <c:pt idx="78">
                  <c:v>1.0434487</c:v>
                </c:pt>
                <c:pt idx="79">
                  <c:v>1.0475039</c:v>
                </c:pt>
                <c:pt idx="80">
                  <c:v>1.0423573</c:v>
                </c:pt>
                <c:pt idx="81">
                  <c:v>1.0288956</c:v>
                </c:pt>
                <c:pt idx="82">
                  <c:v>1.044595</c:v>
                </c:pt>
                <c:pt idx="83">
                  <c:v>1.0466902</c:v>
                </c:pt>
                <c:pt idx="84">
                  <c:v>1.043061</c:v>
                </c:pt>
                <c:pt idx="85">
                  <c:v>1.0452406</c:v>
                </c:pt>
                <c:pt idx="86">
                  <c:v>1.0456337</c:v>
                </c:pt>
                <c:pt idx="87">
                  <c:v>1.045259</c:v>
                </c:pt>
                <c:pt idx="88">
                  <c:v>1.0447439</c:v>
                </c:pt>
                <c:pt idx="89">
                  <c:v>1.0445197</c:v>
                </c:pt>
                <c:pt idx="90">
                  <c:v>1.0409905</c:v>
                </c:pt>
                <c:pt idx="91">
                  <c:v>1.0423316</c:v>
                </c:pt>
                <c:pt idx="92">
                  <c:v>1.0419347</c:v>
                </c:pt>
                <c:pt idx="93">
                  <c:v>1.0407169</c:v>
                </c:pt>
                <c:pt idx="94">
                  <c:v>1.0403105</c:v>
                </c:pt>
                <c:pt idx="95">
                  <c:v>1.0391384</c:v>
                </c:pt>
                <c:pt idx="96">
                  <c:v>1.0393689</c:v>
                </c:pt>
                <c:pt idx="97">
                  <c:v>1.0389411</c:v>
                </c:pt>
                <c:pt idx="98">
                  <c:v>1.0384245</c:v>
                </c:pt>
                <c:pt idx="99">
                  <c:v>1.0387062</c:v>
                </c:pt>
                <c:pt idx="100">
                  <c:v>1.0381292</c:v>
                </c:pt>
                <c:pt idx="101">
                  <c:v>1.0380089</c:v>
                </c:pt>
                <c:pt idx="102">
                  <c:v>1.0376381</c:v>
                </c:pt>
                <c:pt idx="103">
                  <c:v>1.0367492</c:v>
                </c:pt>
                <c:pt idx="104">
                  <c:v>1.0366201</c:v>
                </c:pt>
                <c:pt idx="105">
                  <c:v>1.0363283</c:v>
                </c:pt>
                <c:pt idx="106">
                  <c:v>1.0355663</c:v>
                </c:pt>
                <c:pt idx="107">
                  <c:v>1.0343043</c:v>
                </c:pt>
                <c:pt idx="108">
                  <c:v>1.0339148</c:v>
                </c:pt>
                <c:pt idx="109">
                  <c:v>1.0336952</c:v>
                </c:pt>
                <c:pt idx="110">
                  <c:v>1.0333894</c:v>
                </c:pt>
                <c:pt idx="111">
                  <c:v>1.0319157</c:v>
                </c:pt>
                <c:pt idx="112">
                  <c:v>1.0310855</c:v>
                </c:pt>
                <c:pt idx="113">
                  <c:v>1.0305159</c:v>
                </c:pt>
                <c:pt idx="114">
                  <c:v>1.0294286</c:v>
                </c:pt>
                <c:pt idx="115">
                  <c:v>1.02912</c:v>
                </c:pt>
                <c:pt idx="116">
                  <c:v>1.0281203</c:v>
                </c:pt>
                <c:pt idx="117">
                  <c:v>1.0275092</c:v>
                </c:pt>
                <c:pt idx="118">
                  <c:v>1.0262098</c:v>
                </c:pt>
              </c:numCache>
            </c:numRef>
          </c:yVal>
        </c:ser>
        <c:ser>
          <c:idx val="1"/>
          <c:order val="1"/>
          <c:tx>
            <c:v>Batch1_cell_001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Data'!$C$2:$C$120</c:f>
              <c:numCache>
                <c:formatCode>General</c:formatCode>
                <c:ptCount val="119"/>
                <c:pt idx="0">
                  <c:v>11</c:v>
                </c:pt>
                <c:pt idx="1">
                  <c:v>21</c:v>
                </c:pt>
                <c:pt idx="2">
                  <c:v>31</c:v>
                </c:pt>
                <c:pt idx="3">
                  <c:v>41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  <c:pt idx="12">
                  <c:v>130</c:v>
                </c:pt>
                <c:pt idx="13">
                  <c:v>139</c:v>
                </c:pt>
                <c:pt idx="14">
                  <c:v>149</c:v>
                </c:pt>
                <c:pt idx="15">
                  <c:v>159</c:v>
                </c:pt>
                <c:pt idx="16">
                  <c:v>169</c:v>
                </c:pt>
                <c:pt idx="17">
                  <c:v>179</c:v>
                </c:pt>
                <c:pt idx="18">
                  <c:v>189</c:v>
                </c:pt>
                <c:pt idx="19">
                  <c:v>199</c:v>
                </c:pt>
                <c:pt idx="20">
                  <c:v>209</c:v>
                </c:pt>
                <c:pt idx="21">
                  <c:v>219</c:v>
                </c:pt>
                <c:pt idx="22">
                  <c:v>228</c:v>
                </c:pt>
                <c:pt idx="23">
                  <c:v>238</c:v>
                </c:pt>
                <c:pt idx="24">
                  <c:v>248</c:v>
                </c:pt>
                <c:pt idx="25">
                  <c:v>258</c:v>
                </c:pt>
                <c:pt idx="26">
                  <c:v>268</c:v>
                </c:pt>
                <c:pt idx="27">
                  <c:v>278</c:v>
                </c:pt>
                <c:pt idx="28">
                  <c:v>288</c:v>
                </c:pt>
                <c:pt idx="29">
                  <c:v>298</c:v>
                </c:pt>
                <c:pt idx="30">
                  <c:v>308</c:v>
                </c:pt>
                <c:pt idx="31">
                  <c:v>318</c:v>
                </c:pt>
                <c:pt idx="32">
                  <c:v>327</c:v>
                </c:pt>
                <c:pt idx="33">
                  <c:v>337</c:v>
                </c:pt>
                <c:pt idx="34">
                  <c:v>347</c:v>
                </c:pt>
                <c:pt idx="35">
                  <c:v>357</c:v>
                </c:pt>
                <c:pt idx="36">
                  <c:v>367</c:v>
                </c:pt>
                <c:pt idx="37">
                  <c:v>377</c:v>
                </c:pt>
                <c:pt idx="38">
                  <c:v>387</c:v>
                </c:pt>
                <c:pt idx="39">
                  <c:v>397</c:v>
                </c:pt>
                <c:pt idx="40">
                  <c:v>407</c:v>
                </c:pt>
                <c:pt idx="41">
                  <c:v>416</c:v>
                </c:pt>
                <c:pt idx="42">
                  <c:v>426</c:v>
                </c:pt>
                <c:pt idx="43">
                  <c:v>436</c:v>
                </c:pt>
                <c:pt idx="44">
                  <c:v>446</c:v>
                </c:pt>
                <c:pt idx="45">
                  <c:v>456</c:v>
                </c:pt>
                <c:pt idx="46">
                  <c:v>466</c:v>
                </c:pt>
                <c:pt idx="47">
                  <c:v>476</c:v>
                </c:pt>
                <c:pt idx="48">
                  <c:v>486</c:v>
                </c:pt>
                <c:pt idx="49">
                  <c:v>496</c:v>
                </c:pt>
                <c:pt idx="50">
                  <c:v>505</c:v>
                </c:pt>
                <c:pt idx="51">
                  <c:v>515</c:v>
                </c:pt>
                <c:pt idx="52">
                  <c:v>525</c:v>
                </c:pt>
                <c:pt idx="53">
                  <c:v>535</c:v>
                </c:pt>
                <c:pt idx="54">
                  <c:v>545</c:v>
                </c:pt>
                <c:pt idx="55">
                  <c:v>555</c:v>
                </c:pt>
                <c:pt idx="56">
                  <c:v>565</c:v>
                </c:pt>
                <c:pt idx="57">
                  <c:v>575</c:v>
                </c:pt>
                <c:pt idx="58">
                  <c:v>585</c:v>
                </c:pt>
                <c:pt idx="59">
                  <c:v>594</c:v>
                </c:pt>
                <c:pt idx="60">
                  <c:v>604</c:v>
                </c:pt>
                <c:pt idx="61">
                  <c:v>614</c:v>
                </c:pt>
                <c:pt idx="62">
                  <c:v>624</c:v>
                </c:pt>
                <c:pt idx="63">
                  <c:v>634</c:v>
                </c:pt>
                <c:pt idx="64">
                  <c:v>644</c:v>
                </c:pt>
                <c:pt idx="65">
                  <c:v>654</c:v>
                </c:pt>
                <c:pt idx="66">
                  <c:v>664</c:v>
                </c:pt>
                <c:pt idx="67">
                  <c:v>674</c:v>
                </c:pt>
                <c:pt idx="68">
                  <c:v>683</c:v>
                </c:pt>
                <c:pt idx="69">
                  <c:v>693</c:v>
                </c:pt>
                <c:pt idx="70">
                  <c:v>703</c:v>
                </c:pt>
                <c:pt idx="71">
                  <c:v>713</c:v>
                </c:pt>
                <c:pt idx="72">
                  <c:v>723</c:v>
                </c:pt>
                <c:pt idx="73">
                  <c:v>733</c:v>
                </c:pt>
                <c:pt idx="74">
                  <c:v>743</c:v>
                </c:pt>
                <c:pt idx="75">
                  <c:v>753</c:v>
                </c:pt>
                <c:pt idx="76">
                  <c:v>763</c:v>
                </c:pt>
                <c:pt idx="77">
                  <c:v>772</c:v>
                </c:pt>
                <c:pt idx="78">
                  <c:v>782</c:v>
                </c:pt>
                <c:pt idx="79">
                  <c:v>792</c:v>
                </c:pt>
                <c:pt idx="80">
                  <c:v>802</c:v>
                </c:pt>
                <c:pt idx="81">
                  <c:v>812</c:v>
                </c:pt>
                <c:pt idx="82">
                  <c:v>822</c:v>
                </c:pt>
                <c:pt idx="83">
                  <c:v>832</c:v>
                </c:pt>
                <c:pt idx="84">
                  <c:v>842</c:v>
                </c:pt>
                <c:pt idx="85">
                  <c:v>852</c:v>
                </c:pt>
                <c:pt idx="86">
                  <c:v>861</c:v>
                </c:pt>
                <c:pt idx="87">
                  <c:v>871</c:v>
                </c:pt>
                <c:pt idx="88">
                  <c:v>881</c:v>
                </c:pt>
                <c:pt idx="89">
                  <c:v>891</c:v>
                </c:pt>
                <c:pt idx="90">
                  <c:v>901</c:v>
                </c:pt>
                <c:pt idx="91">
                  <c:v>911</c:v>
                </c:pt>
                <c:pt idx="92">
                  <c:v>921</c:v>
                </c:pt>
                <c:pt idx="93">
                  <c:v>931</c:v>
                </c:pt>
                <c:pt idx="94">
                  <c:v>941</c:v>
                </c:pt>
                <c:pt idx="95">
                  <c:v>951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1049</c:v>
                </c:pt>
                <c:pt idx="106">
                  <c:v>1059</c:v>
                </c:pt>
                <c:pt idx="107">
                  <c:v>1069</c:v>
                </c:pt>
                <c:pt idx="108">
                  <c:v>1079</c:v>
                </c:pt>
                <c:pt idx="109">
                  <c:v>1089</c:v>
                </c:pt>
                <c:pt idx="110">
                  <c:v>1099</c:v>
                </c:pt>
                <c:pt idx="111">
                  <c:v>1109</c:v>
                </c:pt>
                <c:pt idx="112">
                  <c:v>1119</c:v>
                </c:pt>
                <c:pt idx="113">
                  <c:v>1129</c:v>
                </c:pt>
                <c:pt idx="114">
                  <c:v>1138</c:v>
                </c:pt>
                <c:pt idx="115">
                  <c:v>1148</c:v>
                </c:pt>
                <c:pt idx="116">
                  <c:v>1158</c:v>
                </c:pt>
                <c:pt idx="117">
                  <c:v>1168</c:v>
                </c:pt>
                <c:pt idx="118">
                  <c:v>1178</c:v>
                </c:pt>
              </c:numCache>
            </c:numRef>
          </c:xVal>
          <c:yVal>
            <c:numRef>
              <c:f>'Chart Data'!$D$2:$D$120</c:f>
              <c:numCache>
                <c:formatCode>General</c:formatCode>
                <c:ptCount val="119"/>
                <c:pt idx="0">
                  <c:v>1.0800153</c:v>
                </c:pt>
                <c:pt idx="1">
                  <c:v>1.0818721</c:v>
                </c:pt>
                <c:pt idx="2">
                  <c:v>1.0819486</c:v>
                </c:pt>
                <c:pt idx="3">
                  <c:v>1.0818429</c:v>
                </c:pt>
                <c:pt idx="4">
                  <c:v>1.0817146</c:v>
                </c:pt>
                <c:pt idx="5">
                  <c:v>1.0816207</c:v>
                </c:pt>
                <c:pt idx="6">
                  <c:v>1.0812522</c:v>
                </c:pt>
                <c:pt idx="7">
                  <c:v>1.0811335</c:v>
                </c:pt>
                <c:pt idx="8">
                  <c:v>1.0809104</c:v>
                </c:pt>
                <c:pt idx="9">
                  <c:v>1.0806297</c:v>
                </c:pt>
                <c:pt idx="10">
                  <c:v>1.0804729</c:v>
                </c:pt>
                <c:pt idx="11">
                  <c:v>1.0803328</c:v>
                </c:pt>
                <c:pt idx="12">
                  <c:v>1.0801144</c:v>
                </c:pt>
                <c:pt idx="13">
                  <c:v>1.0797896</c:v>
                </c:pt>
                <c:pt idx="14">
                  <c:v>1.0795374</c:v>
                </c:pt>
                <c:pt idx="15">
                  <c:v>1.0792696</c:v>
                </c:pt>
                <c:pt idx="16">
                  <c:v>1.0788951</c:v>
                </c:pt>
                <c:pt idx="17">
                  <c:v>1.0788336</c:v>
                </c:pt>
                <c:pt idx="18">
                  <c:v>1.0785203</c:v>
                </c:pt>
                <c:pt idx="19">
                  <c:v>1.0784652</c:v>
                </c:pt>
                <c:pt idx="20">
                  <c:v>1.0785191</c:v>
                </c:pt>
                <c:pt idx="21">
                  <c:v>1.0775352</c:v>
                </c:pt>
                <c:pt idx="22">
                  <c:v>1.0774209</c:v>
                </c:pt>
                <c:pt idx="23">
                  <c:v>1.0772904</c:v>
                </c:pt>
                <c:pt idx="24">
                  <c:v>1.0766096</c:v>
                </c:pt>
                <c:pt idx="25">
                  <c:v>1.0763994</c:v>
                </c:pt>
                <c:pt idx="26">
                  <c:v>1.0761791</c:v>
                </c:pt>
                <c:pt idx="27">
                  <c:v>1.0758823</c:v>
                </c:pt>
                <c:pt idx="28">
                  <c:v>1.0759318</c:v>
                </c:pt>
                <c:pt idx="29">
                  <c:v>1.0752826</c:v>
                </c:pt>
                <c:pt idx="30">
                  <c:v>1.07499</c:v>
                </c:pt>
                <c:pt idx="31">
                  <c:v>1.0747553</c:v>
                </c:pt>
                <c:pt idx="32">
                  <c:v>1.0743459</c:v>
                </c:pt>
                <c:pt idx="33">
                  <c:v>1.0751619</c:v>
                </c:pt>
                <c:pt idx="34">
                  <c:v>1.074982</c:v>
                </c:pt>
                <c:pt idx="35">
                  <c:v>1.0743874</c:v>
                </c:pt>
                <c:pt idx="36">
                  <c:v>1.0746996</c:v>
                </c:pt>
                <c:pt idx="37">
                  <c:v>1.0733318</c:v>
                </c:pt>
                <c:pt idx="38">
                  <c:v>1.0732094</c:v>
                </c:pt>
                <c:pt idx="39">
                  <c:v>1.0739543</c:v>
                </c:pt>
                <c:pt idx="40">
                  <c:v>1.072812</c:v>
                </c:pt>
                <c:pt idx="41">
                  <c:v>1.072441</c:v>
                </c:pt>
                <c:pt idx="42">
                  <c:v>1.0722644</c:v>
                </c:pt>
                <c:pt idx="43">
                  <c:v>1.0718414</c:v>
                </c:pt>
                <c:pt idx="44">
                  <c:v>1.0715779</c:v>
                </c:pt>
                <c:pt idx="45">
                  <c:v>1.0710196</c:v>
                </c:pt>
                <c:pt idx="46">
                  <c:v>1.0705854</c:v>
                </c:pt>
                <c:pt idx="47">
                  <c:v>1.0711192</c:v>
                </c:pt>
                <c:pt idx="48">
                  <c:v>1.0658338</c:v>
                </c:pt>
                <c:pt idx="49">
                  <c:v>1.0684909</c:v>
                </c:pt>
                <c:pt idx="50">
                  <c:v>1.0683414</c:v>
                </c:pt>
                <c:pt idx="51">
                  <c:v>1.0677688</c:v>
                </c:pt>
                <c:pt idx="52">
                  <c:v>1.0677177</c:v>
                </c:pt>
                <c:pt idx="53">
                  <c:v>1.0671117</c:v>
                </c:pt>
                <c:pt idx="54">
                  <c:v>1.0666127</c:v>
                </c:pt>
                <c:pt idx="55">
                  <c:v>1.0669626</c:v>
                </c:pt>
                <c:pt idx="56">
                  <c:v>1.0654906</c:v>
                </c:pt>
                <c:pt idx="57">
                  <c:v>1.0655175</c:v>
                </c:pt>
                <c:pt idx="58">
                  <c:v>1.0653294</c:v>
                </c:pt>
                <c:pt idx="59">
                  <c:v>1.0643476</c:v>
                </c:pt>
                <c:pt idx="60">
                  <c:v>1.0643572</c:v>
                </c:pt>
                <c:pt idx="61">
                  <c:v>1.0640829</c:v>
                </c:pt>
                <c:pt idx="62">
                  <c:v>1.0635386</c:v>
                </c:pt>
                <c:pt idx="63">
                  <c:v>1.0628321</c:v>
                </c:pt>
                <c:pt idx="64">
                  <c:v>1.0628955</c:v>
                </c:pt>
                <c:pt idx="65">
                  <c:v>1.0625679</c:v>
                </c:pt>
                <c:pt idx="66">
                  <c:v>1.0621222</c:v>
                </c:pt>
                <c:pt idx="67">
                  <c:v>1.0617462</c:v>
                </c:pt>
                <c:pt idx="68">
                  <c:v>1.0611457</c:v>
                </c:pt>
                <c:pt idx="69">
                  <c:v>1.0610768</c:v>
                </c:pt>
                <c:pt idx="70">
                  <c:v>1.0610589</c:v>
                </c:pt>
                <c:pt idx="71">
                  <c:v>1.0609235</c:v>
                </c:pt>
                <c:pt idx="72">
                  <c:v>1.0590494</c:v>
                </c:pt>
                <c:pt idx="73">
                  <c:v>1.0597332</c:v>
                </c:pt>
                <c:pt idx="74">
                  <c:v>1.059827</c:v>
                </c:pt>
                <c:pt idx="75">
                  <c:v>1.0585463</c:v>
                </c:pt>
                <c:pt idx="76">
                  <c:v>1.0584159</c:v>
                </c:pt>
                <c:pt idx="77">
                  <c:v>1.058234</c:v>
                </c:pt>
                <c:pt idx="78">
                  <c:v>1.0575558</c:v>
                </c:pt>
                <c:pt idx="79">
                  <c:v>1.0574366</c:v>
                </c:pt>
                <c:pt idx="80">
                  <c:v>1.0563959</c:v>
                </c:pt>
                <c:pt idx="81">
                  <c:v>1.0560746</c:v>
                </c:pt>
                <c:pt idx="82">
                  <c:v>1.0560735</c:v>
                </c:pt>
                <c:pt idx="83">
                  <c:v>1.055232</c:v>
                </c:pt>
                <c:pt idx="84">
                  <c:v>1.0547934</c:v>
                </c:pt>
                <c:pt idx="85">
                  <c:v>1.0524553</c:v>
                </c:pt>
                <c:pt idx="86">
                  <c:v>1.0535709</c:v>
                </c:pt>
                <c:pt idx="87">
                  <c:v>1.0531764</c:v>
                </c:pt>
                <c:pt idx="88">
                  <c:v>1.0524799</c:v>
                </c:pt>
                <c:pt idx="89">
                  <c:v>1.0524811</c:v>
                </c:pt>
                <c:pt idx="90">
                  <c:v>1.0524502</c:v>
                </c:pt>
                <c:pt idx="91">
                  <c:v>1.0512604</c:v>
                </c:pt>
                <c:pt idx="92">
                  <c:v>1.0506791</c:v>
                </c:pt>
                <c:pt idx="93">
                  <c:v>1.0493286</c:v>
                </c:pt>
                <c:pt idx="94">
                  <c:v>1.0493623</c:v>
                </c:pt>
                <c:pt idx="95">
                  <c:v>1.0490232</c:v>
                </c:pt>
                <c:pt idx="96">
                  <c:v>1.0486248</c:v>
                </c:pt>
                <c:pt idx="97">
                  <c:v>1.0472753</c:v>
                </c:pt>
                <c:pt idx="98">
                  <c:v>1.0476724</c:v>
                </c:pt>
                <c:pt idx="99">
                  <c:v>1.0477593</c:v>
                </c:pt>
                <c:pt idx="100">
                  <c:v>1.0474339</c:v>
                </c:pt>
                <c:pt idx="101">
                  <c:v>1.0471103</c:v>
                </c:pt>
                <c:pt idx="102">
                  <c:v>1.0468818</c:v>
                </c:pt>
                <c:pt idx="103">
                  <c:v>1.0464371</c:v>
                </c:pt>
                <c:pt idx="104">
                  <c:v>1.0456761</c:v>
                </c:pt>
                <c:pt idx="105">
                  <c:v>1.0448896</c:v>
                </c:pt>
                <c:pt idx="106">
                  <c:v>1.045031</c:v>
                </c:pt>
                <c:pt idx="107">
                  <c:v>1.044435</c:v>
                </c:pt>
                <c:pt idx="108">
                  <c:v>1.0442669</c:v>
                </c:pt>
                <c:pt idx="109">
                  <c:v>1.0428174</c:v>
                </c:pt>
                <c:pt idx="110">
                  <c:v>1.0423886</c:v>
                </c:pt>
                <c:pt idx="111">
                  <c:v>1.042093</c:v>
                </c:pt>
                <c:pt idx="112">
                  <c:v>1.0420705</c:v>
                </c:pt>
                <c:pt idx="113">
                  <c:v>1.0414959</c:v>
                </c:pt>
                <c:pt idx="114">
                  <c:v>1.0403845</c:v>
                </c:pt>
                <c:pt idx="115">
                  <c:v>1.0401655</c:v>
                </c:pt>
                <c:pt idx="116">
                  <c:v>1.0396273</c:v>
                </c:pt>
                <c:pt idx="117">
                  <c:v>1.0389242</c:v>
                </c:pt>
                <c:pt idx="118">
                  <c:v>1.0382246</c:v>
                </c:pt>
              </c:numCache>
            </c:numRef>
          </c:yVal>
        </c:ser>
        <c:ser>
          <c:idx val="2"/>
          <c:order val="2"/>
          <c:tx>
            <c:v>Batch1_cell_002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Data'!$E$2:$E$120</c:f>
              <c:numCache>
                <c:formatCode>General</c:formatCode>
                <c:ptCount val="119"/>
                <c:pt idx="0">
                  <c:v>11</c:v>
                </c:pt>
                <c:pt idx="1">
                  <c:v>21</c:v>
                </c:pt>
                <c:pt idx="2">
                  <c:v>31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119</c:v>
                </c:pt>
                <c:pt idx="12">
                  <c:v>129</c:v>
                </c:pt>
                <c:pt idx="13">
                  <c:v>139</c:v>
                </c:pt>
                <c:pt idx="14">
                  <c:v>149</c:v>
                </c:pt>
                <c:pt idx="15">
                  <c:v>159</c:v>
                </c:pt>
                <c:pt idx="16">
                  <c:v>169</c:v>
                </c:pt>
                <c:pt idx="17">
                  <c:v>179</c:v>
                </c:pt>
                <c:pt idx="18">
                  <c:v>189</c:v>
                </c:pt>
                <c:pt idx="19">
                  <c:v>198</c:v>
                </c:pt>
                <c:pt idx="20">
                  <c:v>208</c:v>
                </c:pt>
                <c:pt idx="21">
                  <c:v>218</c:v>
                </c:pt>
                <c:pt idx="22">
                  <c:v>228</c:v>
                </c:pt>
                <c:pt idx="23">
                  <c:v>238</c:v>
                </c:pt>
                <c:pt idx="24">
                  <c:v>248</c:v>
                </c:pt>
                <c:pt idx="25">
                  <c:v>258</c:v>
                </c:pt>
                <c:pt idx="26">
                  <c:v>268</c:v>
                </c:pt>
                <c:pt idx="27">
                  <c:v>277</c:v>
                </c:pt>
                <c:pt idx="28">
                  <c:v>287</c:v>
                </c:pt>
                <c:pt idx="29">
                  <c:v>297</c:v>
                </c:pt>
                <c:pt idx="30">
                  <c:v>307</c:v>
                </c:pt>
                <c:pt idx="31">
                  <c:v>317</c:v>
                </c:pt>
                <c:pt idx="32">
                  <c:v>327</c:v>
                </c:pt>
                <c:pt idx="33">
                  <c:v>337</c:v>
                </c:pt>
                <c:pt idx="34">
                  <c:v>347</c:v>
                </c:pt>
                <c:pt idx="35">
                  <c:v>356</c:v>
                </c:pt>
                <c:pt idx="36">
                  <c:v>366</c:v>
                </c:pt>
                <c:pt idx="37">
                  <c:v>376</c:v>
                </c:pt>
                <c:pt idx="38">
                  <c:v>386</c:v>
                </c:pt>
                <c:pt idx="39">
                  <c:v>396</c:v>
                </c:pt>
                <c:pt idx="40">
                  <c:v>406</c:v>
                </c:pt>
                <c:pt idx="41">
                  <c:v>416</c:v>
                </c:pt>
                <c:pt idx="42">
                  <c:v>426</c:v>
                </c:pt>
                <c:pt idx="43">
                  <c:v>435</c:v>
                </c:pt>
                <c:pt idx="44">
                  <c:v>445</c:v>
                </c:pt>
                <c:pt idx="45">
                  <c:v>455</c:v>
                </c:pt>
                <c:pt idx="46">
                  <c:v>465</c:v>
                </c:pt>
                <c:pt idx="47">
                  <c:v>475</c:v>
                </c:pt>
                <c:pt idx="48">
                  <c:v>485</c:v>
                </c:pt>
                <c:pt idx="49">
                  <c:v>495</c:v>
                </c:pt>
                <c:pt idx="50">
                  <c:v>505</c:v>
                </c:pt>
                <c:pt idx="51">
                  <c:v>514</c:v>
                </c:pt>
                <c:pt idx="52">
                  <c:v>524</c:v>
                </c:pt>
                <c:pt idx="53">
                  <c:v>534</c:v>
                </c:pt>
                <c:pt idx="54">
                  <c:v>544</c:v>
                </c:pt>
                <c:pt idx="55">
                  <c:v>554</c:v>
                </c:pt>
                <c:pt idx="56">
                  <c:v>564</c:v>
                </c:pt>
                <c:pt idx="57">
                  <c:v>574</c:v>
                </c:pt>
                <c:pt idx="58">
                  <c:v>584</c:v>
                </c:pt>
                <c:pt idx="59">
                  <c:v>593</c:v>
                </c:pt>
                <c:pt idx="60">
                  <c:v>603</c:v>
                </c:pt>
                <c:pt idx="61">
                  <c:v>613</c:v>
                </c:pt>
                <c:pt idx="62">
                  <c:v>623</c:v>
                </c:pt>
                <c:pt idx="63">
                  <c:v>633</c:v>
                </c:pt>
                <c:pt idx="64">
                  <c:v>643</c:v>
                </c:pt>
                <c:pt idx="65">
                  <c:v>653</c:v>
                </c:pt>
                <c:pt idx="66">
                  <c:v>663</c:v>
                </c:pt>
                <c:pt idx="67">
                  <c:v>672</c:v>
                </c:pt>
                <c:pt idx="68">
                  <c:v>682</c:v>
                </c:pt>
                <c:pt idx="69">
                  <c:v>692</c:v>
                </c:pt>
                <c:pt idx="70">
                  <c:v>702</c:v>
                </c:pt>
                <c:pt idx="71">
                  <c:v>712</c:v>
                </c:pt>
                <c:pt idx="72">
                  <c:v>722</c:v>
                </c:pt>
                <c:pt idx="73">
                  <c:v>732</c:v>
                </c:pt>
                <c:pt idx="74">
                  <c:v>742</c:v>
                </c:pt>
                <c:pt idx="75">
                  <c:v>751</c:v>
                </c:pt>
                <c:pt idx="76">
                  <c:v>761</c:v>
                </c:pt>
                <c:pt idx="77">
                  <c:v>771</c:v>
                </c:pt>
                <c:pt idx="78">
                  <c:v>781</c:v>
                </c:pt>
                <c:pt idx="79">
                  <c:v>791</c:v>
                </c:pt>
                <c:pt idx="80">
                  <c:v>801</c:v>
                </c:pt>
                <c:pt idx="81">
                  <c:v>811</c:v>
                </c:pt>
                <c:pt idx="82">
                  <c:v>821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909</c:v>
                </c:pt>
                <c:pt idx="92">
                  <c:v>919</c:v>
                </c:pt>
                <c:pt idx="93">
                  <c:v>929</c:v>
                </c:pt>
                <c:pt idx="94">
                  <c:v>939</c:v>
                </c:pt>
                <c:pt idx="95">
                  <c:v>949</c:v>
                </c:pt>
                <c:pt idx="96">
                  <c:v>959</c:v>
                </c:pt>
                <c:pt idx="97">
                  <c:v>969</c:v>
                </c:pt>
                <c:pt idx="98">
                  <c:v>979</c:v>
                </c:pt>
                <c:pt idx="99">
                  <c:v>988</c:v>
                </c:pt>
                <c:pt idx="100">
                  <c:v>998</c:v>
                </c:pt>
                <c:pt idx="101">
                  <c:v>1008</c:v>
                </c:pt>
                <c:pt idx="102">
                  <c:v>1018</c:v>
                </c:pt>
                <c:pt idx="103">
                  <c:v>1028</c:v>
                </c:pt>
                <c:pt idx="104">
                  <c:v>1038</c:v>
                </c:pt>
                <c:pt idx="105">
                  <c:v>1048</c:v>
                </c:pt>
                <c:pt idx="106">
                  <c:v>1058</c:v>
                </c:pt>
                <c:pt idx="107">
                  <c:v>1067</c:v>
                </c:pt>
                <c:pt idx="108">
                  <c:v>1077</c:v>
                </c:pt>
                <c:pt idx="109">
                  <c:v>1087</c:v>
                </c:pt>
                <c:pt idx="110">
                  <c:v>1097</c:v>
                </c:pt>
                <c:pt idx="111">
                  <c:v>1107</c:v>
                </c:pt>
                <c:pt idx="112">
                  <c:v>1117</c:v>
                </c:pt>
                <c:pt idx="113">
                  <c:v>1127</c:v>
                </c:pt>
                <c:pt idx="114">
                  <c:v>1137</c:v>
                </c:pt>
                <c:pt idx="115">
                  <c:v>1146</c:v>
                </c:pt>
                <c:pt idx="116">
                  <c:v>1156</c:v>
                </c:pt>
                <c:pt idx="117">
                  <c:v>1166</c:v>
                </c:pt>
                <c:pt idx="118">
                  <c:v>1176</c:v>
                </c:pt>
              </c:numCache>
            </c:numRef>
          </c:xVal>
          <c:yVal>
            <c:numRef>
              <c:f>'Chart Data'!$F$2:$F$120</c:f>
              <c:numCache>
                <c:formatCode>General</c:formatCode>
                <c:ptCount val="119"/>
                <c:pt idx="0">
                  <c:v>1.0839587</c:v>
                </c:pt>
                <c:pt idx="1">
                  <c:v>1.0855353</c:v>
                </c:pt>
                <c:pt idx="2">
                  <c:v>1.0858704</c:v>
                </c:pt>
                <c:pt idx="3">
                  <c:v>1.0857872</c:v>
                </c:pt>
                <c:pt idx="4">
                  <c:v>1.0858485</c:v>
                </c:pt>
                <c:pt idx="5">
                  <c:v>1.0859101</c:v>
                </c:pt>
                <c:pt idx="6">
                  <c:v>1.0855246</c:v>
                </c:pt>
                <c:pt idx="7">
                  <c:v>1.0854447</c:v>
                </c:pt>
                <c:pt idx="8">
                  <c:v>1.085299</c:v>
                </c:pt>
                <c:pt idx="9">
                  <c:v>1.0849404</c:v>
                </c:pt>
                <c:pt idx="10">
                  <c:v>1.0847815</c:v>
                </c:pt>
                <c:pt idx="11">
                  <c:v>1.0844105</c:v>
                </c:pt>
                <c:pt idx="12">
                  <c:v>1.0844644</c:v>
                </c:pt>
                <c:pt idx="13">
                  <c:v>1.0842218</c:v>
                </c:pt>
                <c:pt idx="14">
                  <c:v>1.0839593</c:v>
                </c:pt>
                <c:pt idx="15">
                  <c:v>1.0836748</c:v>
                </c:pt>
                <c:pt idx="16">
                  <c:v>1.0832188</c:v>
                </c:pt>
                <c:pt idx="17">
                  <c:v>1.0831956</c:v>
                </c:pt>
                <c:pt idx="18">
                  <c:v>1.0829775</c:v>
                </c:pt>
                <c:pt idx="19">
                  <c:v>1.0827546</c:v>
                </c:pt>
                <c:pt idx="20">
                  <c:v>1.0829602</c:v>
                </c:pt>
                <c:pt idx="21">
                  <c:v>1.082072</c:v>
                </c:pt>
                <c:pt idx="22">
                  <c:v>1.0819136</c:v>
                </c:pt>
                <c:pt idx="23">
                  <c:v>1.0817831</c:v>
                </c:pt>
                <c:pt idx="24">
                  <c:v>1.0811607</c:v>
                </c:pt>
                <c:pt idx="25">
                  <c:v>1.0810324</c:v>
                </c:pt>
                <c:pt idx="26">
                  <c:v>1.0807306</c:v>
                </c:pt>
                <c:pt idx="27">
                  <c:v>1.0803242</c:v>
                </c:pt>
                <c:pt idx="28">
                  <c:v>1.0804796</c:v>
                </c:pt>
                <c:pt idx="29">
                  <c:v>1.0798502</c:v>
                </c:pt>
                <c:pt idx="30">
                  <c:v>1.0796015</c:v>
                </c:pt>
                <c:pt idx="31">
                  <c:v>1.0794613</c:v>
                </c:pt>
                <c:pt idx="32">
                  <c:v>1.0789583</c:v>
                </c:pt>
                <c:pt idx="33">
                  <c:v>1.0798067</c:v>
                </c:pt>
                <c:pt idx="34">
                  <c:v>1.0795232</c:v>
                </c:pt>
                <c:pt idx="35">
                  <c:v>1.0789243</c:v>
                </c:pt>
                <c:pt idx="36">
                  <c:v>1.0791409</c:v>
                </c:pt>
                <c:pt idx="37">
                  <c:v>1.0782696</c:v>
                </c:pt>
                <c:pt idx="38">
                  <c:v>1.0781057</c:v>
                </c:pt>
                <c:pt idx="39">
                  <c:v>1.0784394</c:v>
                </c:pt>
                <c:pt idx="40">
                  <c:v>1.0772387</c:v>
                </c:pt>
                <c:pt idx="41">
                  <c:v>1.0769438</c:v>
                </c:pt>
                <c:pt idx="42">
                  <c:v>1.076761</c:v>
                </c:pt>
                <c:pt idx="43">
                  <c:v>1.0762957</c:v>
                </c:pt>
                <c:pt idx="44">
                  <c:v>1.0763233</c:v>
                </c:pt>
                <c:pt idx="45">
                  <c:v>1.075597</c:v>
                </c:pt>
                <c:pt idx="46">
                  <c:v>1.075182</c:v>
                </c:pt>
                <c:pt idx="47">
                  <c:v>1.0759536</c:v>
                </c:pt>
                <c:pt idx="48">
                  <c:v>1.0724604</c:v>
                </c:pt>
                <c:pt idx="49">
                  <c:v>1.0730234</c:v>
                </c:pt>
                <c:pt idx="50">
                  <c:v>1.0729102</c:v>
                </c:pt>
                <c:pt idx="51">
                  <c:v>1.0724052</c:v>
                </c:pt>
                <c:pt idx="52">
                  <c:v>1.0723003</c:v>
                </c:pt>
                <c:pt idx="53">
                  <c:v>1.0718274</c:v>
                </c:pt>
                <c:pt idx="54">
                  <c:v>1.071378</c:v>
                </c:pt>
                <c:pt idx="55">
                  <c:v>1.0716435</c:v>
                </c:pt>
                <c:pt idx="56">
                  <c:v>1.0705581</c:v>
                </c:pt>
                <c:pt idx="57">
                  <c:v>1.0703973</c:v>
                </c:pt>
                <c:pt idx="58">
                  <c:v>1.0699601</c:v>
                </c:pt>
                <c:pt idx="59">
                  <c:v>1.0696253</c:v>
                </c:pt>
                <c:pt idx="60">
                  <c:v>1.0690891</c:v>
                </c:pt>
                <c:pt idx="61">
                  <c:v>1.068964</c:v>
                </c:pt>
                <c:pt idx="62">
                  <c:v>1.0684493</c:v>
                </c:pt>
                <c:pt idx="63">
                  <c:v>1.0682101</c:v>
                </c:pt>
                <c:pt idx="64">
                  <c:v>1.067912</c:v>
                </c:pt>
                <c:pt idx="65">
                  <c:v>1.0675999</c:v>
                </c:pt>
                <c:pt idx="66">
                  <c:v>1.067193</c:v>
                </c:pt>
                <c:pt idx="67">
                  <c:v>1.0668236</c:v>
                </c:pt>
                <c:pt idx="68">
                  <c:v>1.0662735</c:v>
                </c:pt>
                <c:pt idx="69">
                  <c:v>1.0662615</c:v>
                </c:pt>
                <c:pt idx="70">
                  <c:v>1.0663362</c:v>
                </c:pt>
                <c:pt idx="71">
                  <c:v>1.0668932</c:v>
                </c:pt>
                <c:pt idx="72">
                  <c:v>1.0653105</c:v>
                </c:pt>
                <c:pt idx="73">
                  <c:v>1.0648963</c:v>
                </c:pt>
                <c:pt idx="74">
                  <c:v>1.065287</c:v>
                </c:pt>
                <c:pt idx="75">
                  <c:v>1.0639319</c:v>
                </c:pt>
                <c:pt idx="76">
                  <c:v>1.063297</c:v>
                </c:pt>
                <c:pt idx="77">
                  <c:v>1.0634633</c:v>
                </c:pt>
                <c:pt idx="78">
                  <c:v>1.0626844</c:v>
                </c:pt>
                <c:pt idx="79">
                  <c:v>1.06275</c:v>
                </c:pt>
                <c:pt idx="80">
                  <c:v>1.0618014</c:v>
                </c:pt>
                <c:pt idx="81">
                  <c:v>1.0613459</c:v>
                </c:pt>
                <c:pt idx="82">
                  <c:v>1.0613143</c:v>
                </c:pt>
                <c:pt idx="83">
                  <c:v>1.0604925</c:v>
                </c:pt>
                <c:pt idx="84">
                  <c:v>1.0598991</c:v>
                </c:pt>
                <c:pt idx="85">
                  <c:v>1.0599493</c:v>
                </c:pt>
                <c:pt idx="86">
                  <c:v>1.0588835</c:v>
                </c:pt>
                <c:pt idx="87">
                  <c:v>1.0590367</c:v>
                </c:pt>
                <c:pt idx="88">
                  <c:v>1.0580301</c:v>
                </c:pt>
                <c:pt idx="89">
                  <c:v>1.0575508</c:v>
                </c:pt>
                <c:pt idx="90">
                  <c:v>1.0573776</c:v>
                </c:pt>
                <c:pt idx="91">
                  <c:v>1.056318</c:v>
                </c:pt>
                <c:pt idx="92">
                  <c:v>1.0554036</c:v>
                </c:pt>
                <c:pt idx="93">
                  <c:v>1.0539442</c:v>
                </c:pt>
                <c:pt idx="94">
                  <c:v>1.0538545</c:v>
                </c:pt>
                <c:pt idx="95">
                  <c:v>1.0533255</c:v>
                </c:pt>
                <c:pt idx="96">
                  <c:v>1.0530384</c:v>
                </c:pt>
                <c:pt idx="97">
                  <c:v>1.0531251</c:v>
                </c:pt>
                <c:pt idx="98">
                  <c:v>1.0517651</c:v>
                </c:pt>
                <c:pt idx="99">
                  <c:v>1.0525717</c:v>
                </c:pt>
                <c:pt idx="100">
                  <c:v>1.0516541</c:v>
                </c:pt>
                <c:pt idx="101">
                  <c:v>1.0513815</c:v>
                </c:pt>
                <c:pt idx="102">
                  <c:v>1.0503966</c:v>
                </c:pt>
                <c:pt idx="103">
                  <c:v>1.050414</c:v>
                </c:pt>
                <c:pt idx="104">
                  <c:v>1.0500311</c:v>
                </c:pt>
                <c:pt idx="105">
                  <c:v>1.0493592</c:v>
                </c:pt>
                <c:pt idx="106">
                  <c:v>1.0490154</c:v>
                </c:pt>
                <c:pt idx="107">
                  <c:v>1.0481213</c:v>
                </c:pt>
                <c:pt idx="108">
                  <c:v>1.0484825</c:v>
                </c:pt>
                <c:pt idx="109">
                  <c:v>1.0474707</c:v>
                </c:pt>
                <c:pt idx="110">
                  <c:v>1.0469358</c:v>
                </c:pt>
                <c:pt idx="111">
                  <c:v>1.0467237</c:v>
                </c:pt>
                <c:pt idx="112">
                  <c:v>1.0463723</c:v>
                </c:pt>
                <c:pt idx="113">
                  <c:v>1.045821</c:v>
                </c:pt>
                <c:pt idx="114">
                  <c:v>1.0453769</c:v>
                </c:pt>
                <c:pt idx="115">
                  <c:v>1.044628</c:v>
                </c:pt>
                <c:pt idx="116">
                  <c:v>1.0435395</c:v>
                </c:pt>
                <c:pt idx="117">
                  <c:v>1.0438857</c:v>
                </c:pt>
                <c:pt idx="118">
                  <c:v>1.0432786</c:v>
                </c:pt>
              </c:numCache>
            </c:numRef>
          </c:yVal>
        </c:ser>
        <c:ser>
          <c:idx val="3"/>
          <c:order val="3"/>
          <c:tx>
            <c:v>Batch1_cell_003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Data'!$G$2:$G$120</c:f>
              <c:numCache>
                <c:formatCode>General</c:formatCode>
                <c:ptCount val="119"/>
                <c:pt idx="0">
                  <c:v>11</c:v>
                </c:pt>
                <c:pt idx="1">
                  <c:v>22</c:v>
                </c:pt>
                <c:pt idx="2">
                  <c:v>32</c:v>
                </c:pt>
                <c:pt idx="3">
                  <c:v>42</c:v>
                </c:pt>
                <c:pt idx="4">
                  <c:v>52</c:v>
                </c:pt>
                <c:pt idx="5">
                  <c:v>63</c:v>
                </c:pt>
                <c:pt idx="6">
                  <c:v>73</c:v>
                </c:pt>
                <c:pt idx="7">
                  <c:v>83</c:v>
                </c:pt>
                <c:pt idx="8">
                  <c:v>94</c:v>
                </c:pt>
                <c:pt idx="9">
                  <c:v>104</c:v>
                </c:pt>
                <c:pt idx="10">
                  <c:v>114</c:v>
                </c:pt>
                <c:pt idx="11">
                  <c:v>124</c:v>
                </c:pt>
                <c:pt idx="12">
                  <c:v>135</c:v>
                </c:pt>
                <c:pt idx="13">
                  <c:v>145</c:v>
                </c:pt>
                <c:pt idx="14">
                  <c:v>155</c:v>
                </c:pt>
                <c:pt idx="15">
                  <c:v>166</c:v>
                </c:pt>
                <c:pt idx="16">
                  <c:v>176</c:v>
                </c:pt>
                <c:pt idx="17">
                  <c:v>186</c:v>
                </c:pt>
                <c:pt idx="18">
                  <c:v>196</c:v>
                </c:pt>
                <c:pt idx="19">
                  <c:v>207</c:v>
                </c:pt>
                <c:pt idx="20">
                  <c:v>217</c:v>
                </c:pt>
                <c:pt idx="21">
                  <c:v>227</c:v>
                </c:pt>
                <c:pt idx="22">
                  <c:v>238</c:v>
                </c:pt>
                <c:pt idx="23">
                  <c:v>248</c:v>
                </c:pt>
                <c:pt idx="24">
                  <c:v>258</c:v>
                </c:pt>
                <c:pt idx="25">
                  <c:v>268</c:v>
                </c:pt>
                <c:pt idx="26">
                  <c:v>279</c:v>
                </c:pt>
                <c:pt idx="27">
                  <c:v>289</c:v>
                </c:pt>
                <c:pt idx="28">
                  <c:v>299</c:v>
                </c:pt>
                <c:pt idx="29">
                  <c:v>310</c:v>
                </c:pt>
                <c:pt idx="30">
                  <c:v>320</c:v>
                </c:pt>
                <c:pt idx="31">
                  <c:v>330</c:v>
                </c:pt>
                <c:pt idx="32">
                  <c:v>340</c:v>
                </c:pt>
                <c:pt idx="33">
                  <c:v>351</c:v>
                </c:pt>
                <c:pt idx="34">
                  <c:v>361</c:v>
                </c:pt>
                <c:pt idx="35">
                  <c:v>371</c:v>
                </c:pt>
                <c:pt idx="36">
                  <c:v>382</c:v>
                </c:pt>
                <c:pt idx="37">
                  <c:v>392</c:v>
                </c:pt>
                <c:pt idx="38">
                  <c:v>402</c:v>
                </c:pt>
                <c:pt idx="39">
                  <c:v>412</c:v>
                </c:pt>
                <c:pt idx="40">
                  <c:v>423</c:v>
                </c:pt>
                <c:pt idx="41">
                  <c:v>433</c:v>
                </c:pt>
                <c:pt idx="42">
                  <c:v>443</c:v>
                </c:pt>
                <c:pt idx="43">
                  <c:v>454</c:v>
                </c:pt>
                <c:pt idx="44">
                  <c:v>464</c:v>
                </c:pt>
                <c:pt idx="45">
                  <c:v>474</c:v>
                </c:pt>
                <c:pt idx="46">
                  <c:v>484</c:v>
                </c:pt>
                <c:pt idx="47">
                  <c:v>495</c:v>
                </c:pt>
                <c:pt idx="48">
                  <c:v>505</c:v>
                </c:pt>
                <c:pt idx="49">
                  <c:v>515</c:v>
                </c:pt>
                <c:pt idx="50">
                  <c:v>526</c:v>
                </c:pt>
                <c:pt idx="51">
                  <c:v>536</c:v>
                </c:pt>
                <c:pt idx="52">
                  <c:v>546</c:v>
                </c:pt>
                <c:pt idx="53">
                  <c:v>556</c:v>
                </c:pt>
                <c:pt idx="54">
                  <c:v>567</c:v>
                </c:pt>
                <c:pt idx="55">
                  <c:v>577</c:v>
                </c:pt>
                <c:pt idx="56">
                  <c:v>587</c:v>
                </c:pt>
                <c:pt idx="57">
                  <c:v>598</c:v>
                </c:pt>
                <c:pt idx="58">
                  <c:v>608</c:v>
                </c:pt>
                <c:pt idx="59">
                  <c:v>618</c:v>
                </c:pt>
                <c:pt idx="60">
                  <c:v>628</c:v>
                </c:pt>
                <c:pt idx="61">
                  <c:v>639</c:v>
                </c:pt>
                <c:pt idx="62">
                  <c:v>649</c:v>
                </c:pt>
                <c:pt idx="63">
                  <c:v>659</c:v>
                </c:pt>
                <c:pt idx="64">
                  <c:v>670</c:v>
                </c:pt>
                <c:pt idx="65">
                  <c:v>680</c:v>
                </c:pt>
                <c:pt idx="66">
                  <c:v>690</c:v>
                </c:pt>
                <c:pt idx="67">
                  <c:v>700</c:v>
                </c:pt>
                <c:pt idx="68">
                  <c:v>711</c:v>
                </c:pt>
                <c:pt idx="69">
                  <c:v>721</c:v>
                </c:pt>
                <c:pt idx="70">
                  <c:v>731</c:v>
                </c:pt>
                <c:pt idx="71">
                  <c:v>742</c:v>
                </c:pt>
                <c:pt idx="72">
                  <c:v>752</c:v>
                </c:pt>
                <c:pt idx="73">
                  <c:v>762</c:v>
                </c:pt>
                <c:pt idx="74">
                  <c:v>772</c:v>
                </c:pt>
                <c:pt idx="75">
                  <c:v>783</c:v>
                </c:pt>
                <c:pt idx="76">
                  <c:v>793</c:v>
                </c:pt>
                <c:pt idx="77">
                  <c:v>803</c:v>
                </c:pt>
                <c:pt idx="78">
                  <c:v>814</c:v>
                </c:pt>
                <c:pt idx="79">
                  <c:v>824</c:v>
                </c:pt>
                <c:pt idx="80">
                  <c:v>834</c:v>
                </c:pt>
                <c:pt idx="81">
                  <c:v>844</c:v>
                </c:pt>
                <c:pt idx="82">
                  <c:v>855</c:v>
                </c:pt>
                <c:pt idx="83">
                  <c:v>865</c:v>
                </c:pt>
                <c:pt idx="84">
                  <c:v>875</c:v>
                </c:pt>
                <c:pt idx="85">
                  <c:v>886</c:v>
                </c:pt>
                <c:pt idx="86">
                  <c:v>896</c:v>
                </c:pt>
                <c:pt idx="87">
                  <c:v>906</c:v>
                </c:pt>
                <c:pt idx="88">
                  <c:v>916</c:v>
                </c:pt>
                <c:pt idx="89">
                  <c:v>927</c:v>
                </c:pt>
                <c:pt idx="90">
                  <c:v>937</c:v>
                </c:pt>
                <c:pt idx="91">
                  <c:v>947</c:v>
                </c:pt>
                <c:pt idx="92">
                  <c:v>958</c:v>
                </c:pt>
                <c:pt idx="93">
                  <c:v>968</c:v>
                </c:pt>
                <c:pt idx="94">
                  <c:v>978</c:v>
                </c:pt>
                <c:pt idx="95">
                  <c:v>988</c:v>
                </c:pt>
                <c:pt idx="96">
                  <c:v>999</c:v>
                </c:pt>
                <c:pt idx="97">
                  <c:v>1009</c:v>
                </c:pt>
                <c:pt idx="98">
                  <c:v>1019</c:v>
                </c:pt>
                <c:pt idx="99">
                  <c:v>1030</c:v>
                </c:pt>
                <c:pt idx="100">
                  <c:v>1040</c:v>
                </c:pt>
                <c:pt idx="101">
                  <c:v>1050</c:v>
                </c:pt>
                <c:pt idx="102">
                  <c:v>1060</c:v>
                </c:pt>
                <c:pt idx="103">
                  <c:v>1071</c:v>
                </c:pt>
                <c:pt idx="104">
                  <c:v>1081</c:v>
                </c:pt>
                <c:pt idx="105">
                  <c:v>1091</c:v>
                </c:pt>
                <c:pt idx="106">
                  <c:v>1102</c:v>
                </c:pt>
                <c:pt idx="107">
                  <c:v>1112</c:v>
                </c:pt>
                <c:pt idx="108">
                  <c:v>1122</c:v>
                </c:pt>
                <c:pt idx="109">
                  <c:v>1132</c:v>
                </c:pt>
                <c:pt idx="110">
                  <c:v>1143</c:v>
                </c:pt>
                <c:pt idx="111">
                  <c:v>1153</c:v>
                </c:pt>
                <c:pt idx="112">
                  <c:v>1163</c:v>
                </c:pt>
                <c:pt idx="113">
                  <c:v>1174</c:v>
                </c:pt>
                <c:pt idx="114">
                  <c:v>1184</c:v>
                </c:pt>
                <c:pt idx="115">
                  <c:v>1194</c:v>
                </c:pt>
                <c:pt idx="116">
                  <c:v>1204</c:v>
                </c:pt>
                <c:pt idx="117">
                  <c:v>1215</c:v>
                </c:pt>
                <c:pt idx="118">
                  <c:v>1225</c:v>
                </c:pt>
              </c:numCache>
            </c:numRef>
          </c:xVal>
          <c:yVal>
            <c:numRef>
              <c:f>'Chart Data'!$H$2:$H$120</c:f>
              <c:numCache>
                <c:formatCode>General</c:formatCode>
                <c:ptCount val="119"/>
                <c:pt idx="0">
                  <c:v>1.0843241</c:v>
                </c:pt>
                <c:pt idx="1">
                  <c:v>1.0850784</c:v>
                </c:pt>
                <c:pt idx="2">
                  <c:v>1.0854311</c:v>
                </c:pt>
                <c:pt idx="3">
                  <c:v>1.0855337</c:v>
                </c:pt>
                <c:pt idx="4">
                  <c:v>1.0858119</c:v>
                </c:pt>
                <c:pt idx="5">
                  <c:v>1.0852576</c:v>
                </c:pt>
                <c:pt idx="6">
                  <c:v>1.0854259</c:v>
                </c:pt>
                <c:pt idx="7">
                  <c:v>1.0851202</c:v>
                </c:pt>
                <c:pt idx="8">
                  <c:v>1.084747</c:v>
                </c:pt>
                <c:pt idx="9">
                  <c:v>1.0846335</c:v>
                </c:pt>
                <c:pt idx="10">
                  <c:v>1.0842854</c:v>
                </c:pt>
                <c:pt idx="11">
                  <c:v>1.0840218</c:v>
                </c:pt>
                <c:pt idx="12">
                  <c:v>1.08401</c:v>
                </c:pt>
                <c:pt idx="13">
                  <c:v>1.0833633</c:v>
                </c:pt>
                <c:pt idx="14">
                  <c:v>1.0829952</c:v>
                </c:pt>
                <c:pt idx="15">
                  <c:v>1.0827773</c:v>
                </c:pt>
                <c:pt idx="16">
                  <c:v>1.0824035</c:v>
                </c:pt>
                <c:pt idx="17">
                  <c:v>1.0823539</c:v>
                </c:pt>
                <c:pt idx="18">
                  <c:v>1.081736</c:v>
                </c:pt>
                <c:pt idx="19">
                  <c:v>1.081393</c:v>
                </c:pt>
                <c:pt idx="20">
                  <c:v>1.0814594</c:v>
                </c:pt>
                <c:pt idx="21">
                  <c:v>1.080488</c:v>
                </c:pt>
                <c:pt idx="22">
                  <c:v>1.0802127</c:v>
                </c:pt>
                <c:pt idx="23">
                  <c:v>1.0798211</c:v>
                </c:pt>
                <c:pt idx="24">
                  <c:v>1.0795105</c:v>
                </c:pt>
                <c:pt idx="25">
                  <c:v>1.0794321</c:v>
                </c:pt>
                <c:pt idx="26">
                  <c:v>1.0786767</c:v>
                </c:pt>
                <c:pt idx="27">
                  <c:v>1.0783181</c:v>
                </c:pt>
                <c:pt idx="28">
                  <c:v>1.0785371</c:v>
                </c:pt>
                <c:pt idx="29">
                  <c:v>1.0773252</c:v>
                </c:pt>
                <c:pt idx="30">
                  <c:v>1.0770524</c:v>
                </c:pt>
                <c:pt idx="31">
                  <c:v>1.0768789</c:v>
                </c:pt>
                <c:pt idx="32">
                  <c:v>1.0770514</c:v>
                </c:pt>
                <c:pt idx="33">
                  <c:v>1.0782865</c:v>
                </c:pt>
                <c:pt idx="34">
                  <c:v>1.0768352</c:v>
                </c:pt>
                <c:pt idx="35">
                  <c:v>1.07643</c:v>
                </c:pt>
                <c:pt idx="36">
                  <c:v>1.0768487</c:v>
                </c:pt>
                <c:pt idx="37">
                  <c:v>1.0756763</c:v>
                </c:pt>
                <c:pt idx="38">
                  <c:v>1.0753533</c:v>
                </c:pt>
                <c:pt idx="39">
                  <c:v>1.0750072</c:v>
                </c:pt>
                <c:pt idx="40">
                  <c:v>1.0746568</c:v>
                </c:pt>
                <c:pt idx="41">
                  <c:v>1.0745679</c:v>
                </c:pt>
                <c:pt idx="42">
                  <c:v>1.0730978</c:v>
                </c:pt>
                <c:pt idx="43">
                  <c:v>1.0729457</c:v>
                </c:pt>
                <c:pt idx="44">
                  <c:v>1.0730141</c:v>
                </c:pt>
                <c:pt idx="45">
                  <c:v>1.071856</c:v>
                </c:pt>
                <c:pt idx="46">
                  <c:v>1.071568</c:v>
                </c:pt>
                <c:pt idx="47">
                  <c:v>1.0711154</c:v>
                </c:pt>
                <c:pt idx="48">
                  <c:v>1.0690328</c:v>
                </c:pt>
                <c:pt idx="49">
                  <c:v>1.0690925</c:v>
                </c:pt>
                <c:pt idx="50">
                  <c:v>1.0681629</c:v>
                </c:pt>
                <c:pt idx="51">
                  <c:v>1.0677193</c:v>
                </c:pt>
                <c:pt idx="52">
                  <c:v>1.0675991</c:v>
                </c:pt>
                <c:pt idx="53">
                  <c:v>1.0667052</c:v>
                </c:pt>
                <c:pt idx="54">
                  <c:v>1.0663333</c:v>
                </c:pt>
                <c:pt idx="55">
                  <c:v>1.0659647</c:v>
                </c:pt>
                <c:pt idx="56">
                  <c:v>1.0652369</c:v>
                </c:pt>
                <c:pt idx="57">
                  <c:v>1.0652255</c:v>
                </c:pt>
                <c:pt idx="58">
                  <c:v>1.0644413</c:v>
                </c:pt>
                <c:pt idx="59">
                  <c:v>1.064051</c:v>
                </c:pt>
                <c:pt idx="60">
                  <c:v>1.0632478</c:v>
                </c:pt>
                <c:pt idx="61">
                  <c:v>1.0629019</c:v>
                </c:pt>
                <c:pt idx="62">
                  <c:v>1.0623401</c:v>
                </c:pt>
                <c:pt idx="63">
                  <c:v>1.0619981</c:v>
                </c:pt>
                <c:pt idx="64">
                  <c:v>1.061446</c:v>
                </c:pt>
                <c:pt idx="65">
                  <c:v>1.0608757</c:v>
                </c:pt>
                <c:pt idx="66">
                  <c:v>1.0606595</c:v>
                </c:pt>
                <c:pt idx="67">
                  <c:v>1.0601251</c:v>
                </c:pt>
                <c:pt idx="68">
                  <c:v>1.0594957</c:v>
                </c:pt>
                <c:pt idx="69">
                  <c:v>1.0589333</c:v>
                </c:pt>
                <c:pt idx="70">
                  <c:v>1.0589254</c:v>
                </c:pt>
                <c:pt idx="71">
                  <c:v>1.0589969</c:v>
                </c:pt>
                <c:pt idx="72">
                  <c:v>1.0576733</c:v>
                </c:pt>
                <c:pt idx="73">
                  <c:v>1.0577281</c:v>
                </c:pt>
                <c:pt idx="74">
                  <c:v>1.0565761</c:v>
                </c:pt>
                <c:pt idx="75">
                  <c:v>1.0556289</c:v>
                </c:pt>
                <c:pt idx="76">
                  <c:v>1.0560803</c:v>
                </c:pt>
                <c:pt idx="77">
                  <c:v>1.0546176</c:v>
                </c:pt>
                <c:pt idx="78">
                  <c:v>1.0536476</c:v>
                </c:pt>
                <c:pt idx="79">
                  <c:v>1.0535015</c:v>
                </c:pt>
                <c:pt idx="80">
                  <c:v>1.0520028</c:v>
                </c:pt>
                <c:pt idx="81">
                  <c:v>1.0514009</c:v>
                </c:pt>
                <c:pt idx="82">
                  <c:v>1.0504646</c:v>
                </c:pt>
                <c:pt idx="83">
                  <c:v>1.0494196</c:v>
                </c:pt>
                <c:pt idx="84">
                  <c:v>1.0497702</c:v>
                </c:pt>
                <c:pt idx="85">
                  <c:v>1.0480777</c:v>
                </c:pt>
                <c:pt idx="86">
                  <c:v>1.0475028</c:v>
                </c:pt>
                <c:pt idx="87">
                  <c:v>1.0468796</c:v>
                </c:pt>
                <c:pt idx="88">
                  <c:v>1.0459352</c:v>
                </c:pt>
                <c:pt idx="89">
                  <c:v>1.0459689</c:v>
                </c:pt>
                <c:pt idx="90">
                  <c:v>1.0438952</c:v>
                </c:pt>
                <c:pt idx="91">
                  <c:v>1.0411052</c:v>
                </c:pt>
                <c:pt idx="92">
                  <c:v>1.0404568</c:v>
                </c:pt>
                <c:pt idx="93">
                  <c:v>1.0379866</c:v>
                </c:pt>
                <c:pt idx="94">
                  <c:v>1.038669</c:v>
                </c:pt>
                <c:pt idx="95">
                  <c:v>1.036154</c:v>
                </c:pt>
                <c:pt idx="96">
                  <c:v>1.0367213</c:v>
                </c:pt>
                <c:pt idx="97">
                  <c:v>1.0350702</c:v>
                </c:pt>
                <c:pt idx="98">
                  <c:v>1.0314873</c:v>
                </c:pt>
                <c:pt idx="99">
                  <c:v>1.0312254</c:v>
                </c:pt>
                <c:pt idx="100">
                  <c:v>1.028901</c:v>
                </c:pt>
                <c:pt idx="101">
                  <c:v>1.0276947</c:v>
                </c:pt>
                <c:pt idx="102">
                  <c:v>1.0253114</c:v>
                </c:pt>
                <c:pt idx="103">
                  <c:v>1.0232586</c:v>
                </c:pt>
                <c:pt idx="104">
                  <c:v>1.0215749</c:v>
                </c:pt>
                <c:pt idx="105">
                  <c:v>1.0194517</c:v>
                </c:pt>
                <c:pt idx="106">
                  <c:v>1.0164695</c:v>
                </c:pt>
                <c:pt idx="107">
                  <c:v>1.0147507</c:v>
                </c:pt>
                <c:pt idx="108">
                  <c:v>1.0121186</c:v>
                </c:pt>
                <c:pt idx="109">
                  <c:v>1.0089327</c:v>
                </c:pt>
                <c:pt idx="110">
                  <c:v>1.005247</c:v>
                </c:pt>
                <c:pt idx="111">
                  <c:v>1.0012578</c:v>
                </c:pt>
                <c:pt idx="112">
                  <c:v>0.99726117</c:v>
                </c:pt>
                <c:pt idx="113">
                  <c:v>0.99304283</c:v>
                </c:pt>
                <c:pt idx="114">
                  <c:v>0.98856413</c:v>
                </c:pt>
                <c:pt idx="115">
                  <c:v>0.98334515</c:v>
                </c:pt>
                <c:pt idx="116">
                  <c:v>0.97930187</c:v>
                </c:pt>
                <c:pt idx="117">
                  <c:v>0.9743315</c:v>
                </c:pt>
                <c:pt idx="118">
                  <c:v>0.97092122</c:v>
                </c:pt>
              </c:numCache>
            </c:numRef>
          </c:yVal>
        </c:ser>
        <c:ser>
          <c:idx val="4"/>
          <c:order val="4"/>
          <c:tx>
            <c:v>Batch1_cell_004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Data'!$I$2:$I$120</c:f>
              <c:numCache>
                <c:formatCode>General</c:formatCode>
                <c:ptCount val="119"/>
                <c:pt idx="0">
                  <c:v>11</c:v>
                </c:pt>
                <c:pt idx="1">
                  <c:v>22</c:v>
                </c:pt>
                <c:pt idx="2">
                  <c:v>32</c:v>
                </c:pt>
                <c:pt idx="3">
                  <c:v>42</c:v>
                </c:pt>
                <c:pt idx="4">
                  <c:v>52</c:v>
                </c:pt>
                <c:pt idx="5">
                  <c:v>63</c:v>
                </c:pt>
                <c:pt idx="6">
                  <c:v>73</c:v>
                </c:pt>
                <c:pt idx="7">
                  <c:v>83</c:v>
                </c:pt>
                <c:pt idx="8">
                  <c:v>94</c:v>
                </c:pt>
                <c:pt idx="9">
                  <c:v>104</c:v>
                </c:pt>
                <c:pt idx="10">
                  <c:v>114</c:v>
                </c:pt>
                <c:pt idx="11">
                  <c:v>125</c:v>
                </c:pt>
                <c:pt idx="12">
                  <c:v>135</c:v>
                </c:pt>
                <c:pt idx="13">
                  <c:v>145</c:v>
                </c:pt>
                <c:pt idx="14">
                  <c:v>155</c:v>
                </c:pt>
                <c:pt idx="15">
                  <c:v>166</c:v>
                </c:pt>
                <c:pt idx="16">
                  <c:v>176</c:v>
                </c:pt>
                <c:pt idx="17">
                  <c:v>186</c:v>
                </c:pt>
                <c:pt idx="18">
                  <c:v>197</c:v>
                </c:pt>
                <c:pt idx="19">
                  <c:v>207</c:v>
                </c:pt>
                <c:pt idx="20">
                  <c:v>217</c:v>
                </c:pt>
                <c:pt idx="21">
                  <c:v>227</c:v>
                </c:pt>
                <c:pt idx="22">
                  <c:v>238</c:v>
                </c:pt>
                <c:pt idx="23">
                  <c:v>248</c:v>
                </c:pt>
                <c:pt idx="24">
                  <c:v>258</c:v>
                </c:pt>
                <c:pt idx="25">
                  <c:v>269</c:v>
                </c:pt>
                <c:pt idx="26">
                  <c:v>279</c:v>
                </c:pt>
                <c:pt idx="27">
                  <c:v>289</c:v>
                </c:pt>
                <c:pt idx="28">
                  <c:v>300</c:v>
                </c:pt>
                <c:pt idx="29">
                  <c:v>310</c:v>
                </c:pt>
                <c:pt idx="30">
                  <c:v>320</c:v>
                </c:pt>
                <c:pt idx="31">
                  <c:v>330</c:v>
                </c:pt>
                <c:pt idx="32">
                  <c:v>341</c:v>
                </c:pt>
                <c:pt idx="33">
                  <c:v>351</c:v>
                </c:pt>
                <c:pt idx="34">
                  <c:v>361</c:v>
                </c:pt>
                <c:pt idx="35">
                  <c:v>372</c:v>
                </c:pt>
                <c:pt idx="36">
                  <c:v>382</c:v>
                </c:pt>
                <c:pt idx="37">
                  <c:v>392</c:v>
                </c:pt>
                <c:pt idx="38">
                  <c:v>402</c:v>
                </c:pt>
                <c:pt idx="39">
                  <c:v>413</c:v>
                </c:pt>
                <c:pt idx="40">
                  <c:v>423</c:v>
                </c:pt>
                <c:pt idx="41">
                  <c:v>433</c:v>
                </c:pt>
                <c:pt idx="42">
                  <c:v>444</c:v>
                </c:pt>
                <c:pt idx="43">
                  <c:v>454</c:v>
                </c:pt>
                <c:pt idx="44">
                  <c:v>464</c:v>
                </c:pt>
                <c:pt idx="45">
                  <c:v>475</c:v>
                </c:pt>
                <c:pt idx="46">
                  <c:v>485</c:v>
                </c:pt>
                <c:pt idx="47">
                  <c:v>495</c:v>
                </c:pt>
                <c:pt idx="48">
                  <c:v>505</c:v>
                </c:pt>
                <c:pt idx="49">
                  <c:v>516</c:v>
                </c:pt>
                <c:pt idx="50">
                  <c:v>526</c:v>
                </c:pt>
                <c:pt idx="51">
                  <c:v>536</c:v>
                </c:pt>
                <c:pt idx="52">
                  <c:v>547</c:v>
                </c:pt>
                <c:pt idx="53">
                  <c:v>557</c:v>
                </c:pt>
                <c:pt idx="54">
                  <c:v>567</c:v>
                </c:pt>
                <c:pt idx="55">
                  <c:v>577</c:v>
                </c:pt>
                <c:pt idx="56">
                  <c:v>588</c:v>
                </c:pt>
                <c:pt idx="57">
                  <c:v>598</c:v>
                </c:pt>
                <c:pt idx="58">
                  <c:v>608</c:v>
                </c:pt>
                <c:pt idx="59">
                  <c:v>619</c:v>
                </c:pt>
                <c:pt idx="60">
                  <c:v>629</c:v>
                </c:pt>
                <c:pt idx="61">
                  <c:v>639</c:v>
                </c:pt>
                <c:pt idx="62">
                  <c:v>650</c:v>
                </c:pt>
                <c:pt idx="63">
                  <c:v>660</c:v>
                </c:pt>
                <c:pt idx="64">
                  <c:v>670</c:v>
                </c:pt>
                <c:pt idx="65">
                  <c:v>680</c:v>
                </c:pt>
                <c:pt idx="66">
                  <c:v>691</c:v>
                </c:pt>
                <c:pt idx="67">
                  <c:v>701</c:v>
                </c:pt>
                <c:pt idx="68">
                  <c:v>711</c:v>
                </c:pt>
                <c:pt idx="69">
                  <c:v>722</c:v>
                </c:pt>
                <c:pt idx="70">
                  <c:v>732</c:v>
                </c:pt>
                <c:pt idx="71">
                  <c:v>742</c:v>
                </c:pt>
                <c:pt idx="72">
                  <c:v>752</c:v>
                </c:pt>
                <c:pt idx="73">
                  <c:v>763</c:v>
                </c:pt>
                <c:pt idx="74">
                  <c:v>773</c:v>
                </c:pt>
                <c:pt idx="75">
                  <c:v>783</c:v>
                </c:pt>
                <c:pt idx="76">
                  <c:v>794</c:v>
                </c:pt>
                <c:pt idx="77">
                  <c:v>804</c:v>
                </c:pt>
                <c:pt idx="78">
                  <c:v>814</c:v>
                </c:pt>
                <c:pt idx="79">
                  <c:v>825</c:v>
                </c:pt>
                <c:pt idx="80">
                  <c:v>835</c:v>
                </c:pt>
                <c:pt idx="81">
                  <c:v>845</c:v>
                </c:pt>
                <c:pt idx="82">
                  <c:v>855</c:v>
                </c:pt>
                <c:pt idx="83">
                  <c:v>866</c:v>
                </c:pt>
                <c:pt idx="84">
                  <c:v>876</c:v>
                </c:pt>
                <c:pt idx="85">
                  <c:v>886</c:v>
                </c:pt>
                <c:pt idx="86">
                  <c:v>897</c:v>
                </c:pt>
                <c:pt idx="87">
                  <c:v>907</c:v>
                </c:pt>
                <c:pt idx="88">
                  <c:v>917</c:v>
                </c:pt>
                <c:pt idx="89">
                  <c:v>927</c:v>
                </c:pt>
                <c:pt idx="90">
                  <c:v>938</c:v>
                </c:pt>
                <c:pt idx="91">
                  <c:v>948</c:v>
                </c:pt>
                <c:pt idx="92">
                  <c:v>958</c:v>
                </c:pt>
                <c:pt idx="93">
                  <c:v>969</c:v>
                </c:pt>
                <c:pt idx="94">
                  <c:v>979</c:v>
                </c:pt>
                <c:pt idx="95">
                  <c:v>989</c:v>
                </c:pt>
                <c:pt idx="96">
                  <c:v>1000</c:v>
                </c:pt>
                <c:pt idx="97">
                  <c:v>1010</c:v>
                </c:pt>
                <c:pt idx="98">
                  <c:v>1020</c:v>
                </c:pt>
                <c:pt idx="99">
                  <c:v>1030</c:v>
                </c:pt>
                <c:pt idx="100">
                  <c:v>1041</c:v>
                </c:pt>
                <c:pt idx="101">
                  <c:v>1051</c:v>
                </c:pt>
                <c:pt idx="102">
                  <c:v>1061</c:v>
                </c:pt>
                <c:pt idx="103">
                  <c:v>1072</c:v>
                </c:pt>
                <c:pt idx="104">
                  <c:v>1082</c:v>
                </c:pt>
                <c:pt idx="105">
                  <c:v>1092</c:v>
                </c:pt>
                <c:pt idx="106">
                  <c:v>1102</c:v>
                </c:pt>
                <c:pt idx="107">
                  <c:v>1113</c:v>
                </c:pt>
                <c:pt idx="108">
                  <c:v>1123</c:v>
                </c:pt>
                <c:pt idx="109">
                  <c:v>1133</c:v>
                </c:pt>
                <c:pt idx="110">
                  <c:v>1144</c:v>
                </c:pt>
                <c:pt idx="111">
                  <c:v>1154</c:v>
                </c:pt>
                <c:pt idx="112">
                  <c:v>1164</c:v>
                </c:pt>
                <c:pt idx="113">
                  <c:v>1175</c:v>
                </c:pt>
                <c:pt idx="114">
                  <c:v>1185</c:v>
                </c:pt>
                <c:pt idx="115">
                  <c:v>1195</c:v>
                </c:pt>
                <c:pt idx="116">
                  <c:v>1205</c:v>
                </c:pt>
                <c:pt idx="117">
                  <c:v>1216</c:v>
                </c:pt>
                <c:pt idx="118">
                  <c:v>1226</c:v>
                </c:pt>
              </c:numCache>
            </c:numRef>
          </c:xVal>
          <c:yVal>
            <c:numRef>
              <c:f>'Chart Data'!$J$2:$J$120</c:f>
              <c:numCache>
                <c:formatCode>General</c:formatCode>
                <c:ptCount val="119"/>
                <c:pt idx="0">
                  <c:v>1.0819838</c:v>
                </c:pt>
                <c:pt idx="1">
                  <c:v>1.0828853</c:v>
                </c:pt>
                <c:pt idx="2">
                  <c:v>1.0833356</c:v>
                </c:pt>
                <c:pt idx="3">
                  <c:v>1.0833888</c:v>
                </c:pt>
                <c:pt idx="4">
                  <c:v>1.0835887</c:v>
                </c:pt>
                <c:pt idx="5">
                  <c:v>1.0831984</c:v>
                </c:pt>
                <c:pt idx="6">
                  <c:v>1.083271</c:v>
                </c:pt>
                <c:pt idx="7">
                  <c:v>1.0831574</c:v>
                </c:pt>
                <c:pt idx="8">
                  <c:v>1.0828015</c:v>
                </c:pt>
                <c:pt idx="9">
                  <c:v>1.0825659</c:v>
                </c:pt>
                <c:pt idx="10">
                  <c:v>1.0823519</c:v>
                </c:pt>
                <c:pt idx="11">
                  <c:v>1.0820893</c:v>
                </c:pt>
                <c:pt idx="12">
                  <c:v>1.0819813</c:v>
                </c:pt>
                <c:pt idx="13">
                  <c:v>1.0815825</c:v>
                </c:pt>
                <c:pt idx="14">
                  <c:v>1.0812385</c:v>
                </c:pt>
                <c:pt idx="15">
                  <c:v>1.0809635</c:v>
                </c:pt>
                <c:pt idx="16">
                  <c:v>1.080687</c:v>
                </c:pt>
                <c:pt idx="17">
                  <c:v>1.0806781</c:v>
                </c:pt>
                <c:pt idx="18">
                  <c:v>1.0799477</c:v>
                </c:pt>
                <c:pt idx="19">
                  <c:v>1.0797813</c:v>
                </c:pt>
                <c:pt idx="20">
                  <c:v>1.0798407</c:v>
                </c:pt>
                <c:pt idx="21">
                  <c:v>1.0787926</c:v>
                </c:pt>
                <c:pt idx="22">
                  <c:v>1.0785259</c:v>
                </c:pt>
                <c:pt idx="23">
                  <c:v>1.0782394</c:v>
                </c:pt>
                <c:pt idx="24">
                  <c:v>1.0779778</c:v>
                </c:pt>
                <c:pt idx="25">
                  <c:v>1.077876</c:v>
                </c:pt>
                <c:pt idx="26">
                  <c:v>1.0770376</c:v>
                </c:pt>
                <c:pt idx="27">
                  <c:v>1.0766386</c:v>
                </c:pt>
                <c:pt idx="28">
                  <c:v>1.0767654</c:v>
                </c:pt>
                <c:pt idx="29">
                  <c:v>1.0758981</c:v>
                </c:pt>
                <c:pt idx="30">
                  <c:v>1.0755367</c:v>
                </c:pt>
                <c:pt idx="31">
                  <c:v>1.0752133</c:v>
                </c:pt>
                <c:pt idx="32">
                  <c:v>1.075967</c:v>
                </c:pt>
                <c:pt idx="33">
                  <c:v>1.0767436</c:v>
                </c:pt>
                <c:pt idx="34">
                  <c:v>1.0753996</c:v>
                </c:pt>
                <c:pt idx="35">
                  <c:v>1.0749499</c:v>
                </c:pt>
                <c:pt idx="36">
                  <c:v>1.0753833</c:v>
                </c:pt>
                <c:pt idx="37">
                  <c:v>1.0741453</c:v>
                </c:pt>
                <c:pt idx="38">
                  <c:v>1.0737095</c:v>
                </c:pt>
                <c:pt idx="39">
                  <c:v>1.0733467</c:v>
                </c:pt>
                <c:pt idx="40">
                  <c:v>1.0730807</c:v>
                </c:pt>
                <c:pt idx="41">
                  <c:v>1.0730587</c:v>
                </c:pt>
                <c:pt idx="42">
                  <c:v>1.0718098</c:v>
                </c:pt>
                <c:pt idx="43">
                  <c:v>1.0714514</c:v>
                </c:pt>
                <c:pt idx="44">
                  <c:v>1.0716068</c:v>
                </c:pt>
                <c:pt idx="45">
                  <c:v>1.0704547</c:v>
                </c:pt>
                <c:pt idx="46">
                  <c:v>1.0702617</c:v>
                </c:pt>
                <c:pt idx="47">
                  <c:v>1.0698009</c:v>
                </c:pt>
                <c:pt idx="48">
                  <c:v>1.0677154</c:v>
                </c:pt>
                <c:pt idx="49">
                  <c:v>1.0675105</c:v>
                </c:pt>
                <c:pt idx="50">
                  <c:v>1.0666679</c:v>
                </c:pt>
                <c:pt idx="51">
                  <c:v>1.0663861</c:v>
                </c:pt>
                <c:pt idx="52">
                  <c:v>1.0662035</c:v>
                </c:pt>
                <c:pt idx="53">
                  <c:v>1.0653298</c:v>
                </c:pt>
                <c:pt idx="54">
                  <c:v>1.0649264</c:v>
                </c:pt>
                <c:pt idx="55">
                  <c:v>1.0645199</c:v>
                </c:pt>
                <c:pt idx="56">
                  <c:v>1.0639412</c:v>
                </c:pt>
                <c:pt idx="57">
                  <c:v>1.0640517</c:v>
                </c:pt>
                <c:pt idx="58">
                  <c:v>1.0632483</c:v>
                </c:pt>
                <c:pt idx="59">
                  <c:v>1.0627291</c:v>
                </c:pt>
                <c:pt idx="60">
                  <c:v>1.0622326</c:v>
                </c:pt>
                <c:pt idx="61">
                  <c:v>1.0618531</c:v>
                </c:pt>
                <c:pt idx="62">
                  <c:v>1.061265</c:v>
                </c:pt>
                <c:pt idx="63">
                  <c:v>1.0609134</c:v>
                </c:pt>
                <c:pt idx="64">
                  <c:v>1.0604606</c:v>
                </c:pt>
                <c:pt idx="65">
                  <c:v>1.0597953</c:v>
                </c:pt>
                <c:pt idx="66">
                  <c:v>1.0596156</c:v>
                </c:pt>
                <c:pt idx="67">
                  <c:v>1.0591857</c:v>
                </c:pt>
                <c:pt idx="68">
                  <c:v>1.0584875</c:v>
                </c:pt>
                <c:pt idx="69">
                  <c:v>1.0585293</c:v>
                </c:pt>
                <c:pt idx="70">
                  <c:v>1.0581182</c:v>
                </c:pt>
                <c:pt idx="71">
                  <c:v>1.0583506</c:v>
                </c:pt>
                <c:pt idx="72">
                  <c:v>1.0573959</c:v>
                </c:pt>
                <c:pt idx="73">
                  <c:v>1.0575063</c:v>
                </c:pt>
                <c:pt idx="74">
                  <c:v>1.0566024</c:v>
                </c:pt>
                <c:pt idx="75">
                  <c:v>1.0554898</c:v>
                </c:pt>
                <c:pt idx="76">
                  <c:v>1.0556784</c:v>
                </c:pt>
                <c:pt idx="77">
                  <c:v>1.0545517</c:v>
                </c:pt>
                <c:pt idx="78">
                  <c:v>1.0542128</c:v>
                </c:pt>
                <c:pt idx="79">
                  <c:v>1.0541524</c:v>
                </c:pt>
                <c:pt idx="80">
                  <c:v>1.05321</c:v>
                </c:pt>
                <c:pt idx="81">
                  <c:v>1.0528327</c:v>
                </c:pt>
                <c:pt idx="82">
                  <c:v>1.0523213</c:v>
                </c:pt>
                <c:pt idx="83">
                  <c:v>1.0514103</c:v>
                </c:pt>
                <c:pt idx="84">
                  <c:v>1.0518315</c:v>
                </c:pt>
                <c:pt idx="85">
                  <c:v>1.0511055</c:v>
                </c:pt>
                <c:pt idx="86">
                  <c:v>1.0508326</c:v>
                </c:pt>
                <c:pt idx="87">
                  <c:v>1.050114</c:v>
                </c:pt>
                <c:pt idx="88">
                  <c:v>1.0494469</c:v>
                </c:pt>
                <c:pt idx="89">
                  <c:v>1.0499216</c:v>
                </c:pt>
                <c:pt idx="90">
                  <c:v>1.0484012</c:v>
                </c:pt>
                <c:pt idx="91">
                  <c:v>1.0475665</c:v>
                </c:pt>
                <c:pt idx="92">
                  <c:v>1.0465702</c:v>
                </c:pt>
                <c:pt idx="93">
                  <c:v>1.0442227</c:v>
                </c:pt>
                <c:pt idx="94">
                  <c:v>1.0441275</c:v>
                </c:pt>
                <c:pt idx="95">
                  <c:v>1.0435344</c:v>
                </c:pt>
                <c:pt idx="96">
                  <c:v>1.0422659</c:v>
                </c:pt>
                <c:pt idx="97">
                  <c:v>1.0421</c:v>
                </c:pt>
                <c:pt idx="98">
                  <c:v>1.0403879</c:v>
                </c:pt>
                <c:pt idx="99">
                  <c:v>1.0410976</c:v>
                </c:pt>
                <c:pt idx="100">
                  <c:v>1.0400369</c:v>
                </c:pt>
                <c:pt idx="101">
                  <c:v>1.0394554</c:v>
                </c:pt>
                <c:pt idx="102">
                  <c:v>1.0385193</c:v>
                </c:pt>
                <c:pt idx="103">
                  <c:v>1.0371151</c:v>
                </c:pt>
                <c:pt idx="104">
                  <c:v>1.036755</c:v>
                </c:pt>
                <c:pt idx="105">
                  <c:v>1.0361806</c:v>
                </c:pt>
                <c:pt idx="106">
                  <c:v>1.0348244</c:v>
                </c:pt>
                <c:pt idx="107">
                  <c:v>1.0338178</c:v>
                </c:pt>
                <c:pt idx="108">
                  <c:v>1.0332737</c:v>
                </c:pt>
                <c:pt idx="109">
                  <c:v>1.0324531</c:v>
                </c:pt>
                <c:pt idx="110">
                  <c:v>1.0305537</c:v>
                </c:pt>
                <c:pt idx="111">
                  <c:v>1.0299033</c:v>
                </c:pt>
                <c:pt idx="112">
                  <c:v>1.0291457</c:v>
                </c:pt>
                <c:pt idx="113">
                  <c:v>1.0279913</c:v>
                </c:pt>
                <c:pt idx="114">
                  <c:v>1.0261246</c:v>
                </c:pt>
                <c:pt idx="115">
                  <c:v>1.0258386</c:v>
                </c:pt>
                <c:pt idx="116">
                  <c:v>1.0240088</c:v>
                </c:pt>
                <c:pt idx="117">
                  <c:v>1.0226761</c:v>
                </c:pt>
                <c:pt idx="118">
                  <c:v>1.0219597</c:v>
                </c:pt>
              </c:numCache>
            </c:numRef>
          </c:yVal>
        </c:ser>
        <c:ser>
          <c:idx val="5"/>
          <c:order val="5"/>
          <c:tx>
            <c:v>Batch1_cell_005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Data'!$K$2:$K$120</c:f>
              <c:numCache>
                <c:formatCode>General</c:formatCode>
                <c:ptCount val="119"/>
                <c:pt idx="0">
                  <c:v>10</c:v>
                </c:pt>
                <c:pt idx="1">
                  <c:v>19</c:v>
                </c:pt>
                <c:pt idx="2">
                  <c:v>28</c:v>
                </c:pt>
                <c:pt idx="3">
                  <c:v>37</c:v>
                </c:pt>
                <c:pt idx="4">
                  <c:v>46</c:v>
                </c:pt>
                <c:pt idx="5">
                  <c:v>55</c:v>
                </c:pt>
                <c:pt idx="6">
                  <c:v>64</c:v>
                </c:pt>
                <c:pt idx="7">
                  <c:v>73</c:v>
                </c:pt>
                <c:pt idx="8">
                  <c:v>82</c:v>
                </c:pt>
                <c:pt idx="9">
                  <c:v>91</c:v>
                </c:pt>
                <c:pt idx="10">
                  <c:v>100</c:v>
                </c:pt>
                <c:pt idx="11">
                  <c:v>109</c:v>
                </c:pt>
                <c:pt idx="12">
                  <c:v>118</c:v>
                </c:pt>
                <c:pt idx="13">
                  <c:v>127</c:v>
                </c:pt>
                <c:pt idx="14">
                  <c:v>136</c:v>
                </c:pt>
                <c:pt idx="15">
                  <c:v>145</c:v>
                </c:pt>
                <c:pt idx="16">
                  <c:v>154</c:v>
                </c:pt>
                <c:pt idx="17">
                  <c:v>163</c:v>
                </c:pt>
                <c:pt idx="18">
                  <c:v>172</c:v>
                </c:pt>
                <c:pt idx="19">
                  <c:v>181</c:v>
                </c:pt>
                <c:pt idx="20">
                  <c:v>190</c:v>
                </c:pt>
                <c:pt idx="21">
                  <c:v>199</c:v>
                </c:pt>
                <c:pt idx="22">
                  <c:v>208</c:v>
                </c:pt>
                <c:pt idx="23">
                  <c:v>217</c:v>
                </c:pt>
                <c:pt idx="24">
                  <c:v>226</c:v>
                </c:pt>
                <c:pt idx="25">
                  <c:v>235</c:v>
                </c:pt>
                <c:pt idx="26">
                  <c:v>244</c:v>
                </c:pt>
                <c:pt idx="27">
                  <c:v>253</c:v>
                </c:pt>
                <c:pt idx="28">
                  <c:v>262</c:v>
                </c:pt>
                <c:pt idx="29">
                  <c:v>271</c:v>
                </c:pt>
                <c:pt idx="30">
                  <c:v>280</c:v>
                </c:pt>
                <c:pt idx="31">
                  <c:v>289</c:v>
                </c:pt>
                <c:pt idx="32">
                  <c:v>298</c:v>
                </c:pt>
                <c:pt idx="33">
                  <c:v>307</c:v>
                </c:pt>
                <c:pt idx="34">
                  <c:v>316</c:v>
                </c:pt>
                <c:pt idx="35">
                  <c:v>325</c:v>
                </c:pt>
                <c:pt idx="36">
                  <c:v>334</c:v>
                </c:pt>
                <c:pt idx="37">
                  <c:v>343</c:v>
                </c:pt>
                <c:pt idx="38">
                  <c:v>352</c:v>
                </c:pt>
                <c:pt idx="39">
                  <c:v>361</c:v>
                </c:pt>
                <c:pt idx="40">
                  <c:v>370</c:v>
                </c:pt>
                <c:pt idx="41">
                  <c:v>379</c:v>
                </c:pt>
                <c:pt idx="42">
                  <c:v>388</c:v>
                </c:pt>
                <c:pt idx="43">
                  <c:v>397</c:v>
                </c:pt>
                <c:pt idx="44">
                  <c:v>406</c:v>
                </c:pt>
                <c:pt idx="45">
                  <c:v>415</c:v>
                </c:pt>
                <c:pt idx="46">
                  <c:v>424</c:v>
                </c:pt>
                <c:pt idx="47">
                  <c:v>433</c:v>
                </c:pt>
                <c:pt idx="48">
                  <c:v>442</c:v>
                </c:pt>
                <c:pt idx="49">
                  <c:v>451</c:v>
                </c:pt>
                <c:pt idx="50">
                  <c:v>460</c:v>
                </c:pt>
                <c:pt idx="51">
                  <c:v>469</c:v>
                </c:pt>
                <c:pt idx="52">
                  <c:v>478</c:v>
                </c:pt>
                <c:pt idx="53">
                  <c:v>487</c:v>
                </c:pt>
                <c:pt idx="54">
                  <c:v>496</c:v>
                </c:pt>
                <c:pt idx="55">
                  <c:v>505</c:v>
                </c:pt>
                <c:pt idx="56">
                  <c:v>514</c:v>
                </c:pt>
                <c:pt idx="57">
                  <c:v>523</c:v>
                </c:pt>
                <c:pt idx="58">
                  <c:v>532</c:v>
                </c:pt>
                <c:pt idx="59">
                  <c:v>542</c:v>
                </c:pt>
                <c:pt idx="60">
                  <c:v>551</c:v>
                </c:pt>
                <c:pt idx="61">
                  <c:v>560</c:v>
                </c:pt>
                <c:pt idx="62">
                  <c:v>569</c:v>
                </c:pt>
                <c:pt idx="63">
                  <c:v>578</c:v>
                </c:pt>
                <c:pt idx="64">
                  <c:v>587</c:v>
                </c:pt>
                <c:pt idx="65">
                  <c:v>596</c:v>
                </c:pt>
                <c:pt idx="66">
                  <c:v>605</c:v>
                </c:pt>
                <c:pt idx="67">
                  <c:v>614</c:v>
                </c:pt>
                <c:pt idx="68">
                  <c:v>623</c:v>
                </c:pt>
                <c:pt idx="69">
                  <c:v>632</c:v>
                </c:pt>
                <c:pt idx="70">
                  <c:v>641</c:v>
                </c:pt>
                <c:pt idx="71">
                  <c:v>650</c:v>
                </c:pt>
                <c:pt idx="72">
                  <c:v>659</c:v>
                </c:pt>
                <c:pt idx="73">
                  <c:v>668</c:v>
                </c:pt>
                <c:pt idx="74">
                  <c:v>677</c:v>
                </c:pt>
                <c:pt idx="75">
                  <c:v>686</c:v>
                </c:pt>
                <c:pt idx="76">
                  <c:v>695</c:v>
                </c:pt>
                <c:pt idx="77">
                  <c:v>704</c:v>
                </c:pt>
                <c:pt idx="78">
                  <c:v>713</c:v>
                </c:pt>
                <c:pt idx="79">
                  <c:v>722</c:v>
                </c:pt>
                <c:pt idx="80">
                  <c:v>731</c:v>
                </c:pt>
                <c:pt idx="81">
                  <c:v>740</c:v>
                </c:pt>
                <c:pt idx="82">
                  <c:v>749</c:v>
                </c:pt>
                <c:pt idx="83">
                  <c:v>758</c:v>
                </c:pt>
                <c:pt idx="84">
                  <c:v>767</c:v>
                </c:pt>
                <c:pt idx="85">
                  <c:v>776</c:v>
                </c:pt>
                <c:pt idx="86">
                  <c:v>785</c:v>
                </c:pt>
                <c:pt idx="87">
                  <c:v>794</c:v>
                </c:pt>
                <c:pt idx="88">
                  <c:v>803</c:v>
                </c:pt>
                <c:pt idx="89">
                  <c:v>812</c:v>
                </c:pt>
                <c:pt idx="90">
                  <c:v>821</c:v>
                </c:pt>
                <c:pt idx="91">
                  <c:v>830</c:v>
                </c:pt>
                <c:pt idx="92">
                  <c:v>839</c:v>
                </c:pt>
                <c:pt idx="93">
                  <c:v>848</c:v>
                </c:pt>
                <c:pt idx="94">
                  <c:v>857</c:v>
                </c:pt>
                <c:pt idx="95">
                  <c:v>866</c:v>
                </c:pt>
                <c:pt idx="96">
                  <c:v>875</c:v>
                </c:pt>
                <c:pt idx="97">
                  <c:v>884</c:v>
                </c:pt>
                <c:pt idx="98">
                  <c:v>893</c:v>
                </c:pt>
                <c:pt idx="99">
                  <c:v>902</c:v>
                </c:pt>
                <c:pt idx="100">
                  <c:v>911</c:v>
                </c:pt>
                <c:pt idx="101">
                  <c:v>920</c:v>
                </c:pt>
                <c:pt idx="102">
                  <c:v>929</c:v>
                </c:pt>
                <c:pt idx="103">
                  <c:v>938</c:v>
                </c:pt>
                <c:pt idx="104">
                  <c:v>947</c:v>
                </c:pt>
                <c:pt idx="105">
                  <c:v>956</c:v>
                </c:pt>
                <c:pt idx="106">
                  <c:v>965</c:v>
                </c:pt>
                <c:pt idx="107">
                  <c:v>974</c:v>
                </c:pt>
                <c:pt idx="108">
                  <c:v>983</c:v>
                </c:pt>
                <c:pt idx="109">
                  <c:v>992</c:v>
                </c:pt>
                <c:pt idx="110">
                  <c:v>1001</c:v>
                </c:pt>
                <c:pt idx="111">
                  <c:v>1010</c:v>
                </c:pt>
                <c:pt idx="112">
                  <c:v>1019</c:v>
                </c:pt>
                <c:pt idx="113">
                  <c:v>1028</c:v>
                </c:pt>
                <c:pt idx="114">
                  <c:v>1037</c:v>
                </c:pt>
                <c:pt idx="115">
                  <c:v>1046</c:v>
                </c:pt>
                <c:pt idx="116">
                  <c:v>1055</c:v>
                </c:pt>
                <c:pt idx="117">
                  <c:v>1064</c:v>
                </c:pt>
                <c:pt idx="118">
                  <c:v>1073</c:v>
                </c:pt>
              </c:numCache>
            </c:numRef>
          </c:xVal>
          <c:yVal>
            <c:numRef>
              <c:f>'Chart Data'!$L$2:$L$120</c:f>
              <c:numCache>
                <c:formatCode>General</c:formatCode>
                <c:ptCount val="119"/>
                <c:pt idx="0">
                  <c:v>1.080176</c:v>
                </c:pt>
                <c:pt idx="1">
                  <c:v>1.0801255</c:v>
                </c:pt>
                <c:pt idx="2">
                  <c:v>1.0806967</c:v>
                </c:pt>
                <c:pt idx="3">
                  <c:v>1.0809543</c:v>
                </c:pt>
                <c:pt idx="4">
                  <c:v>1.0808891</c:v>
                </c:pt>
                <c:pt idx="5">
                  <c:v>1.0809245</c:v>
                </c:pt>
                <c:pt idx="6">
                  <c:v>1.0807602</c:v>
                </c:pt>
                <c:pt idx="7">
                  <c:v>1.0806457</c:v>
                </c:pt>
                <c:pt idx="8">
                  <c:v>1.0802597</c:v>
                </c:pt>
                <c:pt idx="9">
                  <c:v>1.0799885</c:v>
                </c:pt>
                <c:pt idx="10">
                  <c:v>1.0797794</c:v>
                </c:pt>
                <c:pt idx="11">
                  <c:v>1.079519</c:v>
                </c:pt>
                <c:pt idx="12">
                  <c:v>1.0792228</c:v>
                </c:pt>
                <c:pt idx="13">
                  <c:v>1.0789295</c:v>
                </c:pt>
                <c:pt idx="14">
                  <c:v>1.0785264</c:v>
                </c:pt>
                <c:pt idx="15">
                  <c:v>1.0781125</c:v>
                </c:pt>
                <c:pt idx="16">
                  <c:v>1.0778167</c:v>
                </c:pt>
                <c:pt idx="17">
                  <c:v>1.0774564</c:v>
                </c:pt>
                <c:pt idx="18">
                  <c:v>1.0771332</c:v>
                </c:pt>
                <c:pt idx="19">
                  <c:v>1.0771335</c:v>
                </c:pt>
                <c:pt idx="20">
                  <c:v>1.0768673</c:v>
                </c:pt>
                <c:pt idx="21">
                  <c:v>1.0759957</c:v>
                </c:pt>
                <c:pt idx="22">
                  <c:v>1.0759686</c:v>
                </c:pt>
                <c:pt idx="23">
                  <c:v>1.0759273</c:v>
                </c:pt>
                <c:pt idx="24">
                  <c:v>1.0747855</c:v>
                </c:pt>
                <c:pt idx="25">
                  <c:v>1.0747014</c:v>
                </c:pt>
                <c:pt idx="26">
                  <c:v>1.0744455</c:v>
                </c:pt>
                <c:pt idx="27">
                  <c:v>1.0736446</c:v>
                </c:pt>
                <c:pt idx="28">
                  <c:v>1.0732526</c:v>
                </c:pt>
                <c:pt idx="29">
                  <c:v>1.0730256</c:v>
                </c:pt>
                <c:pt idx="30">
                  <c:v>1.0723293</c:v>
                </c:pt>
                <c:pt idx="31">
                  <c:v>1.0718646</c:v>
                </c:pt>
                <c:pt idx="32">
                  <c:v>1.071509</c:v>
                </c:pt>
                <c:pt idx="33">
                  <c:v>1.0711453</c:v>
                </c:pt>
                <c:pt idx="34">
                  <c:v>1.070492</c:v>
                </c:pt>
                <c:pt idx="35">
                  <c:v>1.0699443</c:v>
                </c:pt>
                <c:pt idx="36">
                  <c:v>1.0696701</c:v>
                </c:pt>
                <c:pt idx="37">
                  <c:v>1.0690833</c:v>
                </c:pt>
                <c:pt idx="38">
                  <c:v>1.070339</c:v>
                </c:pt>
                <c:pt idx="39">
                  <c:v>1.0709898</c:v>
                </c:pt>
                <c:pt idx="40">
                  <c:v>1.0694302</c:v>
                </c:pt>
                <c:pt idx="41">
                  <c:v>1.0689598</c:v>
                </c:pt>
                <c:pt idx="42">
                  <c:v>1.0694002</c:v>
                </c:pt>
                <c:pt idx="43">
                  <c:v>1.0681144</c:v>
                </c:pt>
                <c:pt idx="44">
                  <c:v>1.0677453</c:v>
                </c:pt>
                <c:pt idx="45">
                  <c:v>1.0679958</c:v>
                </c:pt>
                <c:pt idx="46">
                  <c:v>1.0666695</c:v>
                </c:pt>
                <c:pt idx="47">
                  <c:v>1.0660928</c:v>
                </c:pt>
                <c:pt idx="48">
                  <c:v>1.0664033</c:v>
                </c:pt>
                <c:pt idx="49">
                  <c:v>1.0651001</c:v>
                </c:pt>
                <c:pt idx="50">
                  <c:v>1.0649741</c:v>
                </c:pt>
                <c:pt idx="51">
                  <c:v>1.064271</c:v>
                </c:pt>
                <c:pt idx="52">
                  <c:v>1.0635227</c:v>
                </c:pt>
                <c:pt idx="53">
                  <c:v>1.0624776</c:v>
                </c:pt>
                <c:pt idx="54">
                  <c:v>1.0631281</c:v>
                </c:pt>
                <c:pt idx="55">
                  <c:v>1.0617596</c:v>
                </c:pt>
                <c:pt idx="56">
                  <c:v>1.0590222</c:v>
                </c:pt>
                <c:pt idx="57">
                  <c:v>1.0589809</c:v>
                </c:pt>
                <c:pt idx="58">
                  <c:v>1.058048</c:v>
                </c:pt>
                <c:pt idx="59">
                  <c:v>1.057368</c:v>
                </c:pt>
                <c:pt idx="60">
                  <c:v>1.0567544</c:v>
                </c:pt>
                <c:pt idx="61">
                  <c:v>1.0557219</c:v>
                </c:pt>
                <c:pt idx="62">
                  <c:v>1.0549562</c:v>
                </c:pt>
                <c:pt idx="63">
                  <c:v>1.0542949</c:v>
                </c:pt>
                <c:pt idx="64">
                  <c:v>1.0536208</c:v>
                </c:pt>
                <c:pt idx="65">
                  <c:v>1.0526555</c:v>
                </c:pt>
                <c:pt idx="66">
                  <c:v>1.0518212</c:v>
                </c:pt>
                <c:pt idx="67">
                  <c:v>1.0513365</c:v>
                </c:pt>
                <c:pt idx="68">
                  <c:v>1.0503606</c:v>
                </c:pt>
                <c:pt idx="69">
                  <c:v>1.0490444</c:v>
                </c:pt>
                <c:pt idx="70">
                  <c:v>1.0483276</c:v>
                </c:pt>
                <c:pt idx="71">
                  <c:v>1.0473428</c:v>
                </c:pt>
                <c:pt idx="72">
                  <c:v>1.0468147</c:v>
                </c:pt>
                <c:pt idx="73">
                  <c:v>1.0453849</c:v>
                </c:pt>
                <c:pt idx="74">
                  <c:v>1.0445243</c:v>
                </c:pt>
                <c:pt idx="75">
                  <c:v>1.0433983</c:v>
                </c:pt>
                <c:pt idx="76">
                  <c:v>1.0426342</c:v>
                </c:pt>
                <c:pt idx="77">
                  <c:v>1.0417839</c:v>
                </c:pt>
                <c:pt idx="78">
                  <c:v>1.0404764</c:v>
                </c:pt>
                <c:pt idx="79">
                  <c:v>1.0396363</c:v>
                </c:pt>
                <c:pt idx="80">
                  <c:v>1.0381547</c:v>
                </c:pt>
                <c:pt idx="81">
                  <c:v>1.0379891</c:v>
                </c:pt>
                <c:pt idx="82">
                  <c:v>1.0369849</c:v>
                </c:pt>
                <c:pt idx="83">
                  <c:v>1.0366955</c:v>
                </c:pt>
                <c:pt idx="84">
                  <c:v>1.0349324</c:v>
                </c:pt>
                <c:pt idx="85">
                  <c:v>1.0337631</c:v>
                </c:pt>
                <c:pt idx="86">
                  <c:v>1.0328629</c:v>
                </c:pt>
                <c:pt idx="87">
                  <c:v>1.0314004</c:v>
                </c:pt>
                <c:pt idx="88">
                  <c:v>1.0299692</c:v>
                </c:pt>
                <c:pt idx="89">
                  <c:v>1.0285344</c:v>
                </c:pt>
                <c:pt idx="90">
                  <c:v>1.0275506</c:v>
                </c:pt>
                <c:pt idx="91">
                  <c:v>1.0254775</c:v>
                </c:pt>
                <c:pt idx="92">
                  <c:v>1.0233135</c:v>
                </c:pt>
                <c:pt idx="93">
                  <c:v>1.0227255</c:v>
                </c:pt>
                <c:pt idx="94">
                  <c:v>1.0199815</c:v>
                </c:pt>
                <c:pt idx="95">
                  <c:v>1.01745</c:v>
                </c:pt>
                <c:pt idx="96">
                  <c:v>1.015787</c:v>
                </c:pt>
                <c:pt idx="97">
                  <c:v>1.0129288</c:v>
                </c:pt>
                <c:pt idx="98">
                  <c:v>1.0101796</c:v>
                </c:pt>
                <c:pt idx="99">
                  <c:v>1.0079967</c:v>
                </c:pt>
                <c:pt idx="100">
                  <c:v>1.0039538</c:v>
                </c:pt>
                <c:pt idx="101">
                  <c:v>1.0009947</c:v>
                </c:pt>
                <c:pt idx="102">
                  <c:v>0.99771678</c:v>
                </c:pt>
                <c:pt idx="103">
                  <c:v>0.99299479</c:v>
                </c:pt>
                <c:pt idx="104">
                  <c:v>0.98876244</c:v>
                </c:pt>
                <c:pt idx="105">
                  <c:v>0.98377621</c:v>
                </c:pt>
                <c:pt idx="106">
                  <c:v>0.98011339</c:v>
                </c:pt>
                <c:pt idx="107">
                  <c:v>0.97365904</c:v>
                </c:pt>
                <c:pt idx="108">
                  <c:v>0.96606767</c:v>
                </c:pt>
                <c:pt idx="109">
                  <c:v>0.96013993</c:v>
                </c:pt>
                <c:pt idx="110">
                  <c:v>0.95170176</c:v>
                </c:pt>
                <c:pt idx="111">
                  <c:v>0.94357973</c:v>
                </c:pt>
                <c:pt idx="112">
                  <c:v>0.93552274</c:v>
                </c:pt>
                <c:pt idx="113">
                  <c:v>0.92667025</c:v>
                </c:pt>
                <c:pt idx="114">
                  <c:v>0.91761583</c:v>
                </c:pt>
                <c:pt idx="115">
                  <c:v>0.90846503</c:v>
                </c:pt>
                <c:pt idx="116">
                  <c:v>0.89914054</c:v>
                </c:pt>
                <c:pt idx="117">
                  <c:v>0.88966733</c:v>
                </c:pt>
                <c:pt idx="118">
                  <c:v>0.88053626</c:v>
                </c:pt>
              </c:numCache>
            </c:numRef>
          </c:yVal>
        </c:ser>
        <c:ser>
          <c:idx val="6"/>
          <c:order val="6"/>
          <c:tx>
            <c:v>Batch1_cell_006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Data'!$M$2:$M$120</c:f>
              <c:numCache>
                <c:formatCode>General</c:formatCode>
                <c:ptCount val="119"/>
                <c:pt idx="0">
                  <c:v>6</c:v>
                </c:pt>
                <c:pt idx="1">
                  <c:v>12</c:v>
                </c:pt>
                <c:pt idx="2">
                  <c:v>17</c:v>
                </c:pt>
                <c:pt idx="3">
                  <c:v>22</c:v>
                </c:pt>
                <c:pt idx="4">
                  <c:v>28</c:v>
                </c:pt>
                <c:pt idx="5">
                  <c:v>33</c:v>
                </c:pt>
                <c:pt idx="6">
                  <c:v>38</c:v>
                </c:pt>
                <c:pt idx="7">
                  <c:v>44</c:v>
                </c:pt>
                <c:pt idx="8">
                  <c:v>49</c:v>
                </c:pt>
                <c:pt idx="9">
                  <c:v>54</c:v>
                </c:pt>
                <c:pt idx="10">
                  <c:v>60</c:v>
                </c:pt>
                <c:pt idx="11">
                  <c:v>65</c:v>
                </c:pt>
                <c:pt idx="12">
                  <c:v>70</c:v>
                </c:pt>
                <c:pt idx="13">
                  <c:v>76</c:v>
                </c:pt>
                <c:pt idx="14">
                  <c:v>81</c:v>
                </c:pt>
                <c:pt idx="15">
                  <c:v>86</c:v>
                </c:pt>
                <c:pt idx="16">
                  <c:v>92</c:v>
                </c:pt>
                <c:pt idx="17">
                  <c:v>97</c:v>
                </c:pt>
                <c:pt idx="18">
                  <c:v>102</c:v>
                </c:pt>
                <c:pt idx="19">
                  <c:v>108</c:v>
                </c:pt>
                <c:pt idx="20">
                  <c:v>113</c:v>
                </c:pt>
                <c:pt idx="21">
                  <c:v>118</c:v>
                </c:pt>
                <c:pt idx="22">
                  <c:v>124</c:v>
                </c:pt>
                <c:pt idx="23">
                  <c:v>129</c:v>
                </c:pt>
                <c:pt idx="24">
                  <c:v>134</c:v>
                </c:pt>
                <c:pt idx="25">
                  <c:v>140</c:v>
                </c:pt>
                <c:pt idx="26">
                  <c:v>145</c:v>
                </c:pt>
                <c:pt idx="27">
                  <c:v>150</c:v>
                </c:pt>
                <c:pt idx="28">
                  <c:v>156</c:v>
                </c:pt>
                <c:pt idx="29">
                  <c:v>161</c:v>
                </c:pt>
                <c:pt idx="30">
                  <c:v>166</c:v>
                </c:pt>
                <c:pt idx="31">
                  <c:v>171</c:v>
                </c:pt>
                <c:pt idx="32">
                  <c:v>177</c:v>
                </c:pt>
                <c:pt idx="33">
                  <c:v>182</c:v>
                </c:pt>
                <c:pt idx="34">
                  <c:v>187</c:v>
                </c:pt>
                <c:pt idx="35">
                  <c:v>193</c:v>
                </c:pt>
                <c:pt idx="36">
                  <c:v>198</c:v>
                </c:pt>
                <c:pt idx="37">
                  <c:v>203</c:v>
                </c:pt>
                <c:pt idx="38">
                  <c:v>209</c:v>
                </c:pt>
                <c:pt idx="39">
                  <c:v>214</c:v>
                </c:pt>
                <c:pt idx="40">
                  <c:v>219</c:v>
                </c:pt>
                <c:pt idx="41">
                  <c:v>225</c:v>
                </c:pt>
                <c:pt idx="42">
                  <c:v>230</c:v>
                </c:pt>
                <c:pt idx="43">
                  <c:v>235</c:v>
                </c:pt>
                <c:pt idx="44">
                  <c:v>241</c:v>
                </c:pt>
                <c:pt idx="45">
                  <c:v>246</c:v>
                </c:pt>
                <c:pt idx="46">
                  <c:v>251</c:v>
                </c:pt>
                <c:pt idx="47">
                  <c:v>257</c:v>
                </c:pt>
                <c:pt idx="48">
                  <c:v>262</c:v>
                </c:pt>
                <c:pt idx="49">
                  <c:v>267</c:v>
                </c:pt>
                <c:pt idx="50">
                  <c:v>273</c:v>
                </c:pt>
                <c:pt idx="51">
                  <c:v>278</c:v>
                </c:pt>
                <c:pt idx="52">
                  <c:v>283</c:v>
                </c:pt>
                <c:pt idx="53">
                  <c:v>289</c:v>
                </c:pt>
                <c:pt idx="54">
                  <c:v>294</c:v>
                </c:pt>
                <c:pt idx="55">
                  <c:v>299</c:v>
                </c:pt>
                <c:pt idx="56">
                  <c:v>305</c:v>
                </c:pt>
                <c:pt idx="57">
                  <c:v>310</c:v>
                </c:pt>
                <c:pt idx="58">
                  <c:v>315</c:v>
                </c:pt>
                <c:pt idx="59">
                  <c:v>321</c:v>
                </c:pt>
                <c:pt idx="60">
                  <c:v>326</c:v>
                </c:pt>
                <c:pt idx="61">
                  <c:v>331</c:v>
                </c:pt>
                <c:pt idx="62">
                  <c:v>337</c:v>
                </c:pt>
                <c:pt idx="63">
                  <c:v>342</c:v>
                </c:pt>
                <c:pt idx="64">
                  <c:v>347</c:v>
                </c:pt>
                <c:pt idx="65">
                  <c:v>353</c:v>
                </c:pt>
                <c:pt idx="66">
                  <c:v>358</c:v>
                </c:pt>
                <c:pt idx="67">
                  <c:v>363</c:v>
                </c:pt>
                <c:pt idx="68">
                  <c:v>369</c:v>
                </c:pt>
                <c:pt idx="69">
                  <c:v>374</c:v>
                </c:pt>
                <c:pt idx="70">
                  <c:v>379</c:v>
                </c:pt>
                <c:pt idx="71">
                  <c:v>385</c:v>
                </c:pt>
                <c:pt idx="72">
                  <c:v>390</c:v>
                </c:pt>
                <c:pt idx="73">
                  <c:v>395</c:v>
                </c:pt>
                <c:pt idx="74">
                  <c:v>401</c:v>
                </c:pt>
                <c:pt idx="75">
                  <c:v>406</c:v>
                </c:pt>
                <c:pt idx="76">
                  <c:v>411</c:v>
                </c:pt>
                <c:pt idx="77">
                  <c:v>417</c:v>
                </c:pt>
                <c:pt idx="78">
                  <c:v>422</c:v>
                </c:pt>
                <c:pt idx="79">
                  <c:v>427</c:v>
                </c:pt>
                <c:pt idx="80">
                  <c:v>433</c:v>
                </c:pt>
                <c:pt idx="81">
                  <c:v>438</c:v>
                </c:pt>
                <c:pt idx="82">
                  <c:v>443</c:v>
                </c:pt>
                <c:pt idx="83">
                  <c:v>449</c:v>
                </c:pt>
                <c:pt idx="84">
                  <c:v>454</c:v>
                </c:pt>
                <c:pt idx="85">
                  <c:v>459</c:v>
                </c:pt>
                <c:pt idx="86">
                  <c:v>465</c:v>
                </c:pt>
                <c:pt idx="87">
                  <c:v>470</c:v>
                </c:pt>
                <c:pt idx="88">
                  <c:v>475</c:v>
                </c:pt>
                <c:pt idx="89">
                  <c:v>480</c:v>
                </c:pt>
                <c:pt idx="90">
                  <c:v>486</c:v>
                </c:pt>
                <c:pt idx="91">
                  <c:v>491</c:v>
                </c:pt>
                <c:pt idx="92">
                  <c:v>496</c:v>
                </c:pt>
                <c:pt idx="93">
                  <c:v>502</c:v>
                </c:pt>
                <c:pt idx="94">
                  <c:v>507</c:v>
                </c:pt>
                <c:pt idx="95">
                  <c:v>512</c:v>
                </c:pt>
                <c:pt idx="96">
                  <c:v>518</c:v>
                </c:pt>
                <c:pt idx="97">
                  <c:v>523</c:v>
                </c:pt>
                <c:pt idx="98">
                  <c:v>528</c:v>
                </c:pt>
                <c:pt idx="99">
                  <c:v>534</c:v>
                </c:pt>
                <c:pt idx="100">
                  <c:v>539</c:v>
                </c:pt>
                <c:pt idx="101">
                  <c:v>544</c:v>
                </c:pt>
                <c:pt idx="102">
                  <c:v>550</c:v>
                </c:pt>
                <c:pt idx="103">
                  <c:v>555</c:v>
                </c:pt>
                <c:pt idx="104">
                  <c:v>560</c:v>
                </c:pt>
                <c:pt idx="105">
                  <c:v>566</c:v>
                </c:pt>
                <c:pt idx="106">
                  <c:v>571</c:v>
                </c:pt>
                <c:pt idx="107">
                  <c:v>576</c:v>
                </c:pt>
                <c:pt idx="108">
                  <c:v>582</c:v>
                </c:pt>
                <c:pt idx="109">
                  <c:v>587</c:v>
                </c:pt>
                <c:pt idx="110">
                  <c:v>592</c:v>
                </c:pt>
                <c:pt idx="111">
                  <c:v>598</c:v>
                </c:pt>
                <c:pt idx="112">
                  <c:v>603</c:v>
                </c:pt>
                <c:pt idx="113">
                  <c:v>608</c:v>
                </c:pt>
                <c:pt idx="114">
                  <c:v>614</c:v>
                </c:pt>
                <c:pt idx="115">
                  <c:v>619</c:v>
                </c:pt>
                <c:pt idx="116">
                  <c:v>624</c:v>
                </c:pt>
                <c:pt idx="117">
                  <c:v>630</c:v>
                </c:pt>
                <c:pt idx="118">
                  <c:v>635</c:v>
                </c:pt>
              </c:numCache>
            </c:numRef>
          </c:xVal>
          <c:yVal>
            <c:numRef>
              <c:f>'Chart Data'!$N$2:$N$120</c:f>
              <c:numCache>
                <c:formatCode>General</c:formatCode>
                <c:ptCount val="119"/>
                <c:pt idx="0">
                  <c:v>1.0798916</c:v>
                </c:pt>
                <c:pt idx="1">
                  <c:v>1.0814111</c:v>
                </c:pt>
                <c:pt idx="2">
                  <c:v>1.0809035</c:v>
                </c:pt>
                <c:pt idx="3">
                  <c:v>1.0817684</c:v>
                </c:pt>
                <c:pt idx="4">
                  <c:v>1.082139</c:v>
                </c:pt>
                <c:pt idx="5">
                  <c:v>1.0819885</c:v>
                </c:pt>
                <c:pt idx="6">
                  <c:v>1.0819323</c:v>
                </c:pt>
                <c:pt idx="7">
                  <c:v>1.0818357</c:v>
                </c:pt>
                <c:pt idx="8">
                  <c:v>1.081748</c:v>
                </c:pt>
                <c:pt idx="9">
                  <c:v>1.0817144</c:v>
                </c:pt>
                <c:pt idx="10">
                  <c:v>1.081382</c:v>
                </c:pt>
                <c:pt idx="11">
                  <c:v>1.0812193</c:v>
                </c:pt>
                <c:pt idx="12">
                  <c:v>1.0814364</c:v>
                </c:pt>
                <c:pt idx="13">
                  <c:v>1.0807834</c:v>
                </c:pt>
                <c:pt idx="14">
                  <c:v>1.0805726</c:v>
                </c:pt>
                <c:pt idx="15">
                  <c:v>1.0801964</c:v>
                </c:pt>
                <c:pt idx="16">
                  <c:v>1.0797203</c:v>
                </c:pt>
                <c:pt idx="17">
                  <c:v>1.079439</c:v>
                </c:pt>
                <c:pt idx="18">
                  <c:v>1.0791534</c:v>
                </c:pt>
                <c:pt idx="19">
                  <c:v>1.0786266</c:v>
                </c:pt>
                <c:pt idx="20">
                  <c:v>1.078338</c:v>
                </c:pt>
                <c:pt idx="21">
                  <c:v>1.0779655</c:v>
                </c:pt>
                <c:pt idx="22">
                  <c:v>1.0775075</c:v>
                </c:pt>
                <c:pt idx="23">
                  <c:v>1.0771388</c:v>
                </c:pt>
                <c:pt idx="24">
                  <c:v>1.0766827</c:v>
                </c:pt>
                <c:pt idx="25">
                  <c:v>1.0762815</c:v>
                </c:pt>
                <c:pt idx="26">
                  <c:v>1.0756786</c:v>
                </c:pt>
                <c:pt idx="27">
                  <c:v>1.075305</c:v>
                </c:pt>
                <c:pt idx="28">
                  <c:v>1.0747315</c:v>
                </c:pt>
                <c:pt idx="29">
                  <c:v>1.07427</c:v>
                </c:pt>
                <c:pt idx="30">
                  <c:v>1.0738795</c:v>
                </c:pt>
                <c:pt idx="31">
                  <c:v>1.0735425</c:v>
                </c:pt>
                <c:pt idx="32">
                  <c:v>1.0729429</c:v>
                </c:pt>
                <c:pt idx="33">
                  <c:v>1.0725442</c:v>
                </c:pt>
                <c:pt idx="34">
                  <c:v>1.0721313</c:v>
                </c:pt>
                <c:pt idx="35">
                  <c:v>1.0720229</c:v>
                </c:pt>
                <c:pt idx="36">
                  <c:v>1.0712785</c:v>
                </c:pt>
                <c:pt idx="37">
                  <c:v>1.0706832</c:v>
                </c:pt>
                <c:pt idx="38">
                  <c:v>1.070078</c:v>
                </c:pt>
                <c:pt idx="39">
                  <c:v>1.0699375</c:v>
                </c:pt>
                <c:pt idx="40">
                  <c:v>1.0695455</c:v>
                </c:pt>
                <c:pt idx="41">
                  <c:v>1.0693257</c:v>
                </c:pt>
                <c:pt idx="42">
                  <c:v>1.0682048</c:v>
                </c:pt>
                <c:pt idx="43">
                  <c:v>1.0676122</c:v>
                </c:pt>
                <c:pt idx="44">
                  <c:v>1.0675638</c:v>
                </c:pt>
                <c:pt idx="45">
                  <c:v>1.0666233</c:v>
                </c:pt>
                <c:pt idx="46">
                  <c:v>1.066558</c:v>
                </c:pt>
                <c:pt idx="47">
                  <c:v>1.0653989</c:v>
                </c:pt>
                <c:pt idx="48">
                  <c:v>1.0648718</c:v>
                </c:pt>
                <c:pt idx="49">
                  <c:v>1.0646049</c:v>
                </c:pt>
                <c:pt idx="50">
                  <c:v>1.0637678</c:v>
                </c:pt>
                <c:pt idx="51">
                  <c:v>1.0635026</c:v>
                </c:pt>
                <c:pt idx="52">
                  <c:v>1.062811</c:v>
                </c:pt>
                <c:pt idx="53">
                  <c:v>1.0618684</c:v>
                </c:pt>
                <c:pt idx="54">
                  <c:v>1.0613561</c:v>
                </c:pt>
                <c:pt idx="55">
                  <c:v>1.0605741</c:v>
                </c:pt>
                <c:pt idx="56">
                  <c:v>1.0603776</c:v>
                </c:pt>
                <c:pt idx="57">
                  <c:v>1.0592251</c:v>
                </c:pt>
                <c:pt idx="58">
                  <c:v>1.0589491</c:v>
                </c:pt>
                <c:pt idx="59">
                  <c:v>1.0580593</c:v>
                </c:pt>
                <c:pt idx="60">
                  <c:v>1.0571713</c:v>
                </c:pt>
                <c:pt idx="61">
                  <c:v>1.056838</c:v>
                </c:pt>
                <c:pt idx="62">
                  <c:v>1.0563797</c:v>
                </c:pt>
                <c:pt idx="63">
                  <c:v>1.0553547</c:v>
                </c:pt>
                <c:pt idx="64">
                  <c:v>1.0546998</c:v>
                </c:pt>
                <c:pt idx="65">
                  <c:v>1.0546024</c:v>
                </c:pt>
                <c:pt idx="66">
                  <c:v>1.0542616</c:v>
                </c:pt>
                <c:pt idx="67">
                  <c:v>1.0543436</c:v>
                </c:pt>
                <c:pt idx="68">
                  <c:v>1.0529648</c:v>
                </c:pt>
                <c:pt idx="69">
                  <c:v>1.0524173</c:v>
                </c:pt>
                <c:pt idx="70">
                  <c:v>1.0513245</c:v>
                </c:pt>
                <c:pt idx="71">
                  <c:v>1.0500237</c:v>
                </c:pt>
                <c:pt idx="72">
                  <c:v>1.0507939</c:v>
                </c:pt>
                <c:pt idx="73">
                  <c:v>1.050114</c:v>
                </c:pt>
                <c:pt idx="74">
                  <c:v>1.0481259</c:v>
                </c:pt>
                <c:pt idx="75">
                  <c:v>1.0478573</c:v>
                </c:pt>
                <c:pt idx="76">
                  <c:v>1.0471427</c:v>
                </c:pt>
                <c:pt idx="77">
                  <c:v>1.0461262</c:v>
                </c:pt>
                <c:pt idx="78">
                  <c:v>1.0456281</c:v>
                </c:pt>
                <c:pt idx="79">
                  <c:v>1.0443053</c:v>
                </c:pt>
                <c:pt idx="80">
                  <c:v>1.0430099</c:v>
                </c:pt>
                <c:pt idx="81">
                  <c:v>1.0423677</c:v>
                </c:pt>
                <c:pt idx="82">
                  <c:v>1.0409975</c:v>
                </c:pt>
                <c:pt idx="83">
                  <c:v>1.0400503</c:v>
                </c:pt>
                <c:pt idx="84">
                  <c:v>1.0392653</c:v>
                </c:pt>
                <c:pt idx="85">
                  <c:v>1.0371379</c:v>
                </c:pt>
                <c:pt idx="86">
                  <c:v>1.0355933</c:v>
                </c:pt>
                <c:pt idx="87">
                  <c:v>1.0338695</c:v>
                </c:pt>
                <c:pt idx="88">
                  <c:v>1.0327927</c:v>
                </c:pt>
                <c:pt idx="89">
                  <c:v>1.0317521</c:v>
                </c:pt>
                <c:pt idx="90">
                  <c:v>1.0294666</c:v>
                </c:pt>
                <c:pt idx="91">
                  <c:v>1.0280074</c:v>
                </c:pt>
                <c:pt idx="92">
                  <c:v>1.0259019</c:v>
                </c:pt>
                <c:pt idx="93">
                  <c:v>1.0234417</c:v>
                </c:pt>
                <c:pt idx="94">
                  <c:v>1.0224826</c:v>
                </c:pt>
                <c:pt idx="95">
                  <c:v>1.0207953</c:v>
                </c:pt>
                <c:pt idx="96">
                  <c:v>1.0172555</c:v>
                </c:pt>
                <c:pt idx="97">
                  <c:v>1.0111402</c:v>
                </c:pt>
                <c:pt idx="98">
                  <c:v>1.0100739</c:v>
                </c:pt>
                <c:pt idx="99">
                  <c:v>1.0066643</c:v>
                </c:pt>
                <c:pt idx="100">
                  <c:v>1.0039213</c:v>
                </c:pt>
                <c:pt idx="101">
                  <c:v>1.0005451</c:v>
                </c:pt>
                <c:pt idx="102">
                  <c:v>0.99613732</c:v>
                </c:pt>
                <c:pt idx="103">
                  <c:v>0.99174339</c:v>
                </c:pt>
                <c:pt idx="104">
                  <c:v>0.98728061</c:v>
                </c:pt>
                <c:pt idx="105">
                  <c:v>0.98197883</c:v>
                </c:pt>
                <c:pt idx="106">
                  <c:v>0.97640193</c:v>
                </c:pt>
                <c:pt idx="107">
                  <c:v>0.97075909</c:v>
                </c:pt>
                <c:pt idx="108">
                  <c:v>0.96359003</c:v>
                </c:pt>
                <c:pt idx="109">
                  <c:v>0.95667976</c:v>
                </c:pt>
                <c:pt idx="110">
                  <c:v>0.94957393</c:v>
                </c:pt>
                <c:pt idx="111">
                  <c:v>0.94079322</c:v>
                </c:pt>
                <c:pt idx="112">
                  <c:v>0.93312365</c:v>
                </c:pt>
                <c:pt idx="113">
                  <c:v>0.92432088</c:v>
                </c:pt>
                <c:pt idx="114">
                  <c:v>0.91445959</c:v>
                </c:pt>
                <c:pt idx="115">
                  <c:v>0.90643495</c:v>
                </c:pt>
                <c:pt idx="116">
                  <c:v>0.89797157</c:v>
                </c:pt>
                <c:pt idx="117">
                  <c:v>0.88761938</c:v>
                </c:pt>
                <c:pt idx="118">
                  <c:v>0.8800565</c:v>
                </c:pt>
              </c:numCache>
            </c:numRef>
          </c:yVal>
        </c:ser>
        <c:ser>
          <c:idx val="7"/>
          <c:order val="7"/>
          <c:tx>
            <c:v>Batch1_cell_007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Data'!$O$2:$O$120</c:f>
              <c:numCache>
                <c:formatCode>General</c:formatCode>
                <c:ptCount val="119"/>
                <c:pt idx="0">
                  <c:v>8</c:v>
                </c:pt>
                <c:pt idx="1">
                  <c:v>16</c:v>
                </c:pt>
                <c:pt idx="2">
                  <c:v>23</c:v>
                </c:pt>
                <c:pt idx="3">
                  <c:v>30</c:v>
                </c:pt>
                <c:pt idx="4">
                  <c:v>37</c:v>
                </c:pt>
                <c:pt idx="5">
                  <c:v>45</c:v>
                </c:pt>
                <c:pt idx="6">
                  <c:v>52</c:v>
                </c:pt>
                <c:pt idx="7">
                  <c:v>59</c:v>
                </c:pt>
                <c:pt idx="8">
                  <c:v>67</c:v>
                </c:pt>
                <c:pt idx="9">
                  <c:v>74</c:v>
                </c:pt>
                <c:pt idx="10">
                  <c:v>81</c:v>
                </c:pt>
                <c:pt idx="11">
                  <c:v>89</c:v>
                </c:pt>
                <c:pt idx="12">
                  <c:v>96</c:v>
                </c:pt>
                <c:pt idx="13">
                  <c:v>103</c:v>
                </c:pt>
                <c:pt idx="14">
                  <c:v>110</c:v>
                </c:pt>
                <c:pt idx="15">
                  <c:v>118</c:v>
                </c:pt>
                <c:pt idx="16">
                  <c:v>125</c:v>
                </c:pt>
                <c:pt idx="17">
                  <c:v>132</c:v>
                </c:pt>
                <c:pt idx="18">
                  <c:v>140</c:v>
                </c:pt>
                <c:pt idx="19">
                  <c:v>147</c:v>
                </c:pt>
                <c:pt idx="20">
                  <c:v>154</c:v>
                </c:pt>
                <c:pt idx="21">
                  <c:v>161</c:v>
                </c:pt>
                <c:pt idx="22">
                  <c:v>169</c:v>
                </c:pt>
                <c:pt idx="23">
                  <c:v>176</c:v>
                </c:pt>
                <c:pt idx="24">
                  <c:v>183</c:v>
                </c:pt>
                <c:pt idx="25">
                  <c:v>191</c:v>
                </c:pt>
                <c:pt idx="26">
                  <c:v>198</c:v>
                </c:pt>
                <c:pt idx="27">
                  <c:v>205</c:v>
                </c:pt>
                <c:pt idx="28">
                  <c:v>213</c:v>
                </c:pt>
                <c:pt idx="29">
                  <c:v>220</c:v>
                </c:pt>
                <c:pt idx="30">
                  <c:v>227</c:v>
                </c:pt>
                <c:pt idx="31">
                  <c:v>234</c:v>
                </c:pt>
                <c:pt idx="32">
                  <c:v>242</c:v>
                </c:pt>
                <c:pt idx="33">
                  <c:v>249</c:v>
                </c:pt>
                <c:pt idx="34">
                  <c:v>256</c:v>
                </c:pt>
                <c:pt idx="35">
                  <c:v>264</c:v>
                </c:pt>
                <c:pt idx="36">
                  <c:v>271</c:v>
                </c:pt>
                <c:pt idx="37">
                  <c:v>278</c:v>
                </c:pt>
                <c:pt idx="38">
                  <c:v>285</c:v>
                </c:pt>
                <c:pt idx="39">
                  <c:v>293</c:v>
                </c:pt>
                <c:pt idx="40">
                  <c:v>300</c:v>
                </c:pt>
                <c:pt idx="41">
                  <c:v>307</c:v>
                </c:pt>
                <c:pt idx="42">
                  <c:v>315</c:v>
                </c:pt>
                <c:pt idx="43">
                  <c:v>322</c:v>
                </c:pt>
                <c:pt idx="44">
                  <c:v>329</c:v>
                </c:pt>
                <c:pt idx="45">
                  <c:v>337</c:v>
                </c:pt>
                <c:pt idx="46">
                  <c:v>344</c:v>
                </c:pt>
                <c:pt idx="47">
                  <c:v>351</c:v>
                </c:pt>
                <c:pt idx="48">
                  <c:v>358</c:v>
                </c:pt>
                <c:pt idx="49">
                  <c:v>366</c:v>
                </c:pt>
                <c:pt idx="50">
                  <c:v>373</c:v>
                </c:pt>
                <c:pt idx="51">
                  <c:v>380</c:v>
                </c:pt>
                <c:pt idx="52">
                  <c:v>388</c:v>
                </c:pt>
                <c:pt idx="53">
                  <c:v>395</c:v>
                </c:pt>
                <c:pt idx="54">
                  <c:v>402</c:v>
                </c:pt>
                <c:pt idx="55">
                  <c:v>409</c:v>
                </c:pt>
                <c:pt idx="56">
                  <c:v>417</c:v>
                </c:pt>
                <c:pt idx="57">
                  <c:v>424</c:v>
                </c:pt>
                <c:pt idx="58">
                  <c:v>431</c:v>
                </c:pt>
                <c:pt idx="59">
                  <c:v>439</c:v>
                </c:pt>
                <c:pt idx="60">
                  <c:v>446</c:v>
                </c:pt>
                <c:pt idx="61">
                  <c:v>453</c:v>
                </c:pt>
                <c:pt idx="62">
                  <c:v>461</c:v>
                </c:pt>
                <c:pt idx="63">
                  <c:v>468</c:v>
                </c:pt>
                <c:pt idx="64">
                  <c:v>475</c:v>
                </c:pt>
                <c:pt idx="65">
                  <c:v>482</c:v>
                </c:pt>
                <c:pt idx="66">
                  <c:v>490</c:v>
                </c:pt>
                <c:pt idx="67">
                  <c:v>497</c:v>
                </c:pt>
                <c:pt idx="68">
                  <c:v>504</c:v>
                </c:pt>
                <c:pt idx="69">
                  <c:v>512</c:v>
                </c:pt>
                <c:pt idx="70">
                  <c:v>519</c:v>
                </c:pt>
                <c:pt idx="71">
                  <c:v>526</c:v>
                </c:pt>
                <c:pt idx="72">
                  <c:v>533</c:v>
                </c:pt>
                <c:pt idx="73">
                  <c:v>541</c:v>
                </c:pt>
                <c:pt idx="74">
                  <c:v>548</c:v>
                </c:pt>
                <c:pt idx="75">
                  <c:v>555</c:v>
                </c:pt>
                <c:pt idx="76">
                  <c:v>563</c:v>
                </c:pt>
                <c:pt idx="77">
                  <c:v>570</c:v>
                </c:pt>
                <c:pt idx="78">
                  <c:v>577</c:v>
                </c:pt>
                <c:pt idx="79">
                  <c:v>585</c:v>
                </c:pt>
                <c:pt idx="80">
                  <c:v>592</c:v>
                </c:pt>
                <c:pt idx="81">
                  <c:v>599</c:v>
                </c:pt>
                <c:pt idx="82">
                  <c:v>606</c:v>
                </c:pt>
                <c:pt idx="83">
                  <c:v>614</c:v>
                </c:pt>
                <c:pt idx="84">
                  <c:v>621</c:v>
                </c:pt>
                <c:pt idx="85">
                  <c:v>628</c:v>
                </c:pt>
                <c:pt idx="86">
                  <c:v>636</c:v>
                </c:pt>
                <c:pt idx="87">
                  <c:v>643</c:v>
                </c:pt>
                <c:pt idx="88">
                  <c:v>650</c:v>
                </c:pt>
                <c:pt idx="89">
                  <c:v>657</c:v>
                </c:pt>
                <c:pt idx="90">
                  <c:v>665</c:v>
                </c:pt>
                <c:pt idx="91">
                  <c:v>672</c:v>
                </c:pt>
                <c:pt idx="92">
                  <c:v>679</c:v>
                </c:pt>
                <c:pt idx="93">
                  <c:v>687</c:v>
                </c:pt>
                <c:pt idx="94">
                  <c:v>694</c:v>
                </c:pt>
                <c:pt idx="95">
                  <c:v>701</c:v>
                </c:pt>
                <c:pt idx="96">
                  <c:v>709</c:v>
                </c:pt>
                <c:pt idx="97">
                  <c:v>716</c:v>
                </c:pt>
                <c:pt idx="98">
                  <c:v>723</c:v>
                </c:pt>
                <c:pt idx="99">
                  <c:v>730</c:v>
                </c:pt>
                <c:pt idx="100">
                  <c:v>738</c:v>
                </c:pt>
                <c:pt idx="101">
                  <c:v>745</c:v>
                </c:pt>
                <c:pt idx="102">
                  <c:v>752</c:v>
                </c:pt>
                <c:pt idx="103">
                  <c:v>760</c:v>
                </c:pt>
                <c:pt idx="104">
                  <c:v>767</c:v>
                </c:pt>
                <c:pt idx="105">
                  <c:v>774</c:v>
                </c:pt>
                <c:pt idx="106">
                  <c:v>781</c:v>
                </c:pt>
                <c:pt idx="107">
                  <c:v>789</c:v>
                </c:pt>
                <c:pt idx="108">
                  <c:v>796</c:v>
                </c:pt>
                <c:pt idx="109">
                  <c:v>803</c:v>
                </c:pt>
                <c:pt idx="110">
                  <c:v>811</c:v>
                </c:pt>
                <c:pt idx="111">
                  <c:v>818</c:v>
                </c:pt>
                <c:pt idx="112">
                  <c:v>825</c:v>
                </c:pt>
                <c:pt idx="113">
                  <c:v>833</c:v>
                </c:pt>
                <c:pt idx="114">
                  <c:v>840</c:v>
                </c:pt>
                <c:pt idx="115">
                  <c:v>847</c:v>
                </c:pt>
                <c:pt idx="116">
                  <c:v>854</c:v>
                </c:pt>
                <c:pt idx="117">
                  <c:v>862</c:v>
                </c:pt>
                <c:pt idx="118">
                  <c:v>869</c:v>
                </c:pt>
              </c:numCache>
            </c:numRef>
          </c:xVal>
          <c:yVal>
            <c:numRef>
              <c:f>'Chart Data'!$P$2:$P$120</c:f>
              <c:numCache>
                <c:formatCode>General</c:formatCode>
                <c:ptCount val="119"/>
                <c:pt idx="0">
                  <c:v>1.0974655</c:v>
                </c:pt>
                <c:pt idx="1">
                  <c:v>1.0964152</c:v>
                </c:pt>
                <c:pt idx="2">
                  <c:v>1.0975857</c:v>
                </c:pt>
                <c:pt idx="3">
                  <c:v>1.0979047</c:v>
                </c:pt>
                <c:pt idx="4">
                  <c:v>1.0976473</c:v>
                </c:pt>
                <c:pt idx="5">
                  <c:v>1.0975693</c:v>
                </c:pt>
                <c:pt idx="6">
                  <c:v>1.097564</c:v>
                </c:pt>
                <c:pt idx="7">
                  <c:v>1.0972238</c:v>
                </c:pt>
                <c:pt idx="8">
                  <c:v>1.0967544</c:v>
                </c:pt>
                <c:pt idx="9">
                  <c:v>1.0967907</c:v>
                </c:pt>
                <c:pt idx="10">
                  <c:v>1.0965267</c:v>
                </c:pt>
                <c:pt idx="11">
                  <c:v>1.0962961</c:v>
                </c:pt>
                <c:pt idx="12">
                  <c:v>1.0959332</c:v>
                </c:pt>
                <c:pt idx="13">
                  <c:v>1.0955429</c:v>
                </c:pt>
                <c:pt idx="14">
                  <c:v>1.0955341</c:v>
                </c:pt>
                <c:pt idx="15">
                  <c:v>1.0949032</c:v>
                </c:pt>
                <c:pt idx="16">
                  <c:v>1.0946076</c:v>
                </c:pt>
                <c:pt idx="17">
                  <c:v>1.0943598</c:v>
                </c:pt>
                <c:pt idx="18">
                  <c:v>1.0939435</c:v>
                </c:pt>
                <c:pt idx="19">
                  <c:v>1.0934728</c:v>
                </c:pt>
                <c:pt idx="20">
                  <c:v>1.0931052</c:v>
                </c:pt>
                <c:pt idx="21">
                  <c:v>1.0927938</c:v>
                </c:pt>
                <c:pt idx="22">
                  <c:v>1.0923573</c:v>
                </c:pt>
                <c:pt idx="23">
                  <c:v>1.0920404</c:v>
                </c:pt>
                <c:pt idx="24">
                  <c:v>1.0920669</c:v>
                </c:pt>
                <c:pt idx="25">
                  <c:v>1.0916808</c:v>
                </c:pt>
                <c:pt idx="26">
                  <c:v>1.0910907</c:v>
                </c:pt>
                <c:pt idx="27">
                  <c:v>1.090583</c:v>
                </c:pt>
                <c:pt idx="28">
                  <c:v>1.0906414</c:v>
                </c:pt>
                <c:pt idx="29">
                  <c:v>1.0905875</c:v>
                </c:pt>
                <c:pt idx="30">
                  <c:v>1.0896271</c:v>
                </c:pt>
                <c:pt idx="31">
                  <c:v>1.0889913</c:v>
                </c:pt>
                <c:pt idx="32">
                  <c:v>1.0890428</c:v>
                </c:pt>
                <c:pt idx="33">
                  <c:v>1.0887386</c:v>
                </c:pt>
                <c:pt idx="34">
                  <c:v>1.0879176</c:v>
                </c:pt>
                <c:pt idx="35">
                  <c:v>1.0873747</c:v>
                </c:pt>
                <c:pt idx="36">
                  <c:v>1.0872502</c:v>
                </c:pt>
                <c:pt idx="37">
                  <c:v>1.0870825</c:v>
                </c:pt>
                <c:pt idx="38">
                  <c:v>1.086211</c:v>
                </c:pt>
                <c:pt idx="39">
                  <c:v>1.0855879</c:v>
                </c:pt>
                <c:pt idx="40">
                  <c:v>1.0851485</c:v>
                </c:pt>
                <c:pt idx="41">
                  <c:v>1.085268</c:v>
                </c:pt>
                <c:pt idx="42">
                  <c:v>1.0840695</c:v>
                </c:pt>
                <c:pt idx="43">
                  <c:v>1.0836265</c:v>
                </c:pt>
                <c:pt idx="44">
                  <c:v>1.0832028</c:v>
                </c:pt>
                <c:pt idx="45">
                  <c:v>1.0829746</c:v>
                </c:pt>
                <c:pt idx="46">
                  <c:v>1.0820817</c:v>
                </c:pt>
                <c:pt idx="47">
                  <c:v>1.0814395</c:v>
                </c:pt>
                <c:pt idx="48">
                  <c:v>1.0821582</c:v>
                </c:pt>
                <c:pt idx="49">
                  <c:v>1.0828685</c:v>
                </c:pt>
                <c:pt idx="50">
                  <c:v>1.0811448</c:v>
                </c:pt>
                <c:pt idx="51">
                  <c:v>1.080641</c:v>
                </c:pt>
                <c:pt idx="52">
                  <c:v>1.0802295</c:v>
                </c:pt>
                <c:pt idx="53">
                  <c:v>1.080608</c:v>
                </c:pt>
                <c:pt idx="54">
                  <c:v>1.0791215</c:v>
                </c:pt>
                <c:pt idx="55">
                  <c:v>1.0788653</c:v>
                </c:pt>
                <c:pt idx="56">
                  <c:v>1.0783159</c:v>
                </c:pt>
                <c:pt idx="57">
                  <c:v>1.0783628</c:v>
                </c:pt>
                <c:pt idx="58">
                  <c:v>1.0744967</c:v>
                </c:pt>
                <c:pt idx="59">
                  <c:v>1.0768085</c:v>
                </c:pt>
                <c:pt idx="60">
                  <c:v>1.0762453</c:v>
                </c:pt>
                <c:pt idx="61">
                  <c:v>1.0757703</c:v>
                </c:pt>
                <c:pt idx="62">
                  <c:v>1.0744523</c:v>
                </c:pt>
                <c:pt idx="63">
                  <c:v>1.0741698</c:v>
                </c:pt>
                <c:pt idx="64">
                  <c:v>1.0737005</c:v>
                </c:pt>
                <c:pt idx="65">
                  <c:v>1.072984</c:v>
                </c:pt>
                <c:pt idx="66">
                  <c:v>1.0717432</c:v>
                </c:pt>
                <c:pt idx="67">
                  <c:v>1.0709896</c:v>
                </c:pt>
                <c:pt idx="68">
                  <c:v>1.069693</c:v>
                </c:pt>
                <c:pt idx="69">
                  <c:v>1.0697888</c:v>
                </c:pt>
                <c:pt idx="70">
                  <c:v>1.0640559</c:v>
                </c:pt>
                <c:pt idx="71">
                  <c:v>1.0660011</c:v>
                </c:pt>
                <c:pt idx="72">
                  <c:v>1.0655671</c:v>
                </c:pt>
                <c:pt idx="73">
                  <c:v>1.0639088</c:v>
                </c:pt>
                <c:pt idx="74">
                  <c:v>1.0628248</c:v>
                </c:pt>
                <c:pt idx="75">
                  <c:v>1.0615432</c:v>
                </c:pt>
                <c:pt idx="76">
                  <c:v>1.0592488</c:v>
                </c:pt>
                <c:pt idx="77">
                  <c:v>1.0511827</c:v>
                </c:pt>
                <c:pt idx="78">
                  <c:v>1.0536218</c:v>
                </c:pt>
                <c:pt idx="79">
                  <c:v>1.0544586</c:v>
                </c:pt>
                <c:pt idx="80">
                  <c:v>1.0544255</c:v>
                </c:pt>
                <c:pt idx="81">
                  <c:v>1.051186</c:v>
                </c:pt>
                <c:pt idx="82">
                  <c:v>1.0503678</c:v>
                </c:pt>
                <c:pt idx="83">
                  <c:v>1.0485072</c:v>
                </c:pt>
                <c:pt idx="84">
                  <c:v>1.0444685</c:v>
                </c:pt>
                <c:pt idx="85">
                  <c:v>1.044479</c:v>
                </c:pt>
                <c:pt idx="86">
                  <c:v>1.042003</c:v>
                </c:pt>
                <c:pt idx="87">
                  <c:v>1.0397269</c:v>
                </c:pt>
                <c:pt idx="88">
                  <c:v>1.0379914</c:v>
                </c:pt>
                <c:pt idx="89">
                  <c:v>1.0357271</c:v>
                </c:pt>
                <c:pt idx="90">
                  <c:v>1.0322764</c:v>
                </c:pt>
                <c:pt idx="91">
                  <c:v>1.029187</c:v>
                </c:pt>
                <c:pt idx="92">
                  <c:v>1.0274414</c:v>
                </c:pt>
                <c:pt idx="93">
                  <c:v>1.023188</c:v>
                </c:pt>
                <c:pt idx="94">
                  <c:v>1.0204391</c:v>
                </c:pt>
                <c:pt idx="95">
                  <c:v>1.0164236</c:v>
                </c:pt>
                <c:pt idx="96">
                  <c:v>1.012905</c:v>
                </c:pt>
                <c:pt idx="97">
                  <c:v>1.0086471</c:v>
                </c:pt>
                <c:pt idx="98">
                  <c:v>1.0050209</c:v>
                </c:pt>
                <c:pt idx="99">
                  <c:v>1.0009743</c:v>
                </c:pt>
                <c:pt idx="100">
                  <c:v>0.99610174</c:v>
                </c:pt>
                <c:pt idx="101">
                  <c:v>0.99144554</c:v>
                </c:pt>
                <c:pt idx="102">
                  <c:v>0.98684436</c:v>
                </c:pt>
                <c:pt idx="103">
                  <c:v>0.98088902</c:v>
                </c:pt>
                <c:pt idx="104">
                  <c:v>0.97613299</c:v>
                </c:pt>
                <c:pt idx="105">
                  <c:v>0.97055215</c:v>
                </c:pt>
                <c:pt idx="106">
                  <c:v>0.9642778</c:v>
                </c:pt>
                <c:pt idx="107">
                  <c:v>0.95732009</c:v>
                </c:pt>
                <c:pt idx="108">
                  <c:v>0.9510476</c:v>
                </c:pt>
                <c:pt idx="109">
                  <c:v>0.94542134</c:v>
                </c:pt>
                <c:pt idx="110">
                  <c:v>0.93742532</c:v>
                </c:pt>
                <c:pt idx="111">
                  <c:v>0.93066823</c:v>
                </c:pt>
                <c:pt idx="112">
                  <c:v>0.92399311</c:v>
                </c:pt>
                <c:pt idx="113">
                  <c:v>0.91689777</c:v>
                </c:pt>
                <c:pt idx="114">
                  <c:v>0.90965676</c:v>
                </c:pt>
                <c:pt idx="115">
                  <c:v>0.90280622</c:v>
                </c:pt>
                <c:pt idx="116">
                  <c:v>0.89580041</c:v>
                </c:pt>
                <c:pt idx="117">
                  <c:v>0.88819402</c:v>
                </c:pt>
                <c:pt idx="118">
                  <c:v>0.88110596</c:v>
                </c:pt>
              </c:numCache>
            </c:numRef>
          </c:yVal>
        </c:ser>
        <c:ser>
          <c:idx val="8"/>
          <c:order val="8"/>
          <c:tx>
            <c:v>Batch1_cell_009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Data'!$Q$2:$Q$120</c:f>
              <c:numCache>
                <c:formatCode>General</c:formatCode>
                <c:ptCount val="119"/>
                <c:pt idx="0">
                  <c:v>10</c:v>
                </c:pt>
                <c:pt idx="1">
                  <c:v>19</c:v>
                </c:pt>
                <c:pt idx="2">
                  <c:v>28</c:v>
                </c:pt>
                <c:pt idx="3">
                  <c:v>36</c:v>
                </c:pt>
                <c:pt idx="4">
                  <c:v>45</c:v>
                </c:pt>
                <c:pt idx="5">
                  <c:v>54</c:v>
                </c:pt>
                <c:pt idx="6">
                  <c:v>63</c:v>
                </c:pt>
                <c:pt idx="7">
                  <c:v>72</c:v>
                </c:pt>
                <c:pt idx="8">
                  <c:v>81</c:v>
                </c:pt>
                <c:pt idx="9">
                  <c:v>89</c:v>
                </c:pt>
                <c:pt idx="10">
                  <c:v>98</c:v>
                </c:pt>
                <c:pt idx="11">
                  <c:v>107</c:v>
                </c:pt>
                <c:pt idx="12">
                  <c:v>116</c:v>
                </c:pt>
                <c:pt idx="13">
                  <c:v>125</c:v>
                </c:pt>
                <c:pt idx="14">
                  <c:v>134</c:v>
                </c:pt>
                <c:pt idx="15">
                  <c:v>142</c:v>
                </c:pt>
                <c:pt idx="16">
                  <c:v>151</c:v>
                </c:pt>
                <c:pt idx="17">
                  <c:v>160</c:v>
                </c:pt>
                <c:pt idx="18">
                  <c:v>169</c:v>
                </c:pt>
                <c:pt idx="19">
                  <c:v>178</c:v>
                </c:pt>
                <c:pt idx="20">
                  <c:v>187</c:v>
                </c:pt>
                <c:pt idx="21">
                  <c:v>195</c:v>
                </c:pt>
                <c:pt idx="22">
                  <c:v>204</c:v>
                </c:pt>
                <c:pt idx="23">
                  <c:v>213</c:v>
                </c:pt>
                <c:pt idx="24">
                  <c:v>222</c:v>
                </c:pt>
                <c:pt idx="25">
                  <c:v>231</c:v>
                </c:pt>
                <c:pt idx="26">
                  <c:v>240</c:v>
                </c:pt>
                <c:pt idx="27">
                  <c:v>249</c:v>
                </c:pt>
                <c:pt idx="28">
                  <c:v>257</c:v>
                </c:pt>
                <c:pt idx="29">
                  <c:v>266</c:v>
                </c:pt>
                <c:pt idx="30">
                  <c:v>275</c:v>
                </c:pt>
                <c:pt idx="31">
                  <c:v>284</c:v>
                </c:pt>
                <c:pt idx="32">
                  <c:v>293</c:v>
                </c:pt>
                <c:pt idx="33">
                  <c:v>302</c:v>
                </c:pt>
                <c:pt idx="34">
                  <c:v>310</c:v>
                </c:pt>
                <c:pt idx="35">
                  <c:v>319</c:v>
                </c:pt>
                <c:pt idx="36">
                  <c:v>328</c:v>
                </c:pt>
                <c:pt idx="37">
                  <c:v>337</c:v>
                </c:pt>
                <c:pt idx="38">
                  <c:v>346</c:v>
                </c:pt>
                <c:pt idx="39">
                  <c:v>355</c:v>
                </c:pt>
                <c:pt idx="40">
                  <c:v>363</c:v>
                </c:pt>
                <c:pt idx="41">
                  <c:v>372</c:v>
                </c:pt>
                <c:pt idx="42">
                  <c:v>381</c:v>
                </c:pt>
                <c:pt idx="43">
                  <c:v>390</c:v>
                </c:pt>
                <c:pt idx="44">
                  <c:v>399</c:v>
                </c:pt>
                <c:pt idx="45">
                  <c:v>408</c:v>
                </c:pt>
                <c:pt idx="46">
                  <c:v>416</c:v>
                </c:pt>
                <c:pt idx="47">
                  <c:v>425</c:v>
                </c:pt>
                <c:pt idx="48">
                  <c:v>434</c:v>
                </c:pt>
                <c:pt idx="49">
                  <c:v>443</c:v>
                </c:pt>
                <c:pt idx="50">
                  <c:v>452</c:v>
                </c:pt>
                <c:pt idx="51">
                  <c:v>461</c:v>
                </c:pt>
                <c:pt idx="52">
                  <c:v>470</c:v>
                </c:pt>
                <c:pt idx="53">
                  <c:v>478</c:v>
                </c:pt>
                <c:pt idx="54">
                  <c:v>487</c:v>
                </c:pt>
                <c:pt idx="55">
                  <c:v>496</c:v>
                </c:pt>
                <c:pt idx="56">
                  <c:v>505</c:v>
                </c:pt>
                <c:pt idx="57">
                  <c:v>514</c:v>
                </c:pt>
                <c:pt idx="58">
                  <c:v>523</c:v>
                </c:pt>
                <c:pt idx="59">
                  <c:v>531</c:v>
                </c:pt>
                <c:pt idx="60">
                  <c:v>540</c:v>
                </c:pt>
                <c:pt idx="61">
                  <c:v>549</c:v>
                </c:pt>
                <c:pt idx="62">
                  <c:v>558</c:v>
                </c:pt>
                <c:pt idx="63">
                  <c:v>567</c:v>
                </c:pt>
                <c:pt idx="64">
                  <c:v>576</c:v>
                </c:pt>
                <c:pt idx="65">
                  <c:v>584</c:v>
                </c:pt>
                <c:pt idx="66">
                  <c:v>593</c:v>
                </c:pt>
                <c:pt idx="67">
                  <c:v>602</c:v>
                </c:pt>
                <c:pt idx="68">
                  <c:v>611</c:v>
                </c:pt>
                <c:pt idx="69">
                  <c:v>620</c:v>
                </c:pt>
                <c:pt idx="70">
                  <c:v>629</c:v>
                </c:pt>
                <c:pt idx="71">
                  <c:v>638</c:v>
                </c:pt>
                <c:pt idx="72">
                  <c:v>646</c:v>
                </c:pt>
                <c:pt idx="73">
                  <c:v>655</c:v>
                </c:pt>
                <c:pt idx="74">
                  <c:v>664</c:v>
                </c:pt>
                <c:pt idx="75">
                  <c:v>673</c:v>
                </c:pt>
                <c:pt idx="76">
                  <c:v>682</c:v>
                </c:pt>
                <c:pt idx="77">
                  <c:v>691</c:v>
                </c:pt>
                <c:pt idx="78">
                  <c:v>699</c:v>
                </c:pt>
                <c:pt idx="79">
                  <c:v>708</c:v>
                </c:pt>
                <c:pt idx="80">
                  <c:v>717</c:v>
                </c:pt>
                <c:pt idx="81">
                  <c:v>726</c:v>
                </c:pt>
                <c:pt idx="82">
                  <c:v>735</c:v>
                </c:pt>
                <c:pt idx="83">
                  <c:v>744</c:v>
                </c:pt>
                <c:pt idx="84">
                  <c:v>752</c:v>
                </c:pt>
                <c:pt idx="85">
                  <c:v>761</c:v>
                </c:pt>
                <c:pt idx="86">
                  <c:v>770</c:v>
                </c:pt>
                <c:pt idx="87">
                  <c:v>779</c:v>
                </c:pt>
                <c:pt idx="88">
                  <c:v>788</c:v>
                </c:pt>
                <c:pt idx="89">
                  <c:v>797</c:v>
                </c:pt>
                <c:pt idx="90">
                  <c:v>805</c:v>
                </c:pt>
                <c:pt idx="91">
                  <c:v>814</c:v>
                </c:pt>
                <c:pt idx="92">
                  <c:v>823</c:v>
                </c:pt>
                <c:pt idx="93">
                  <c:v>832</c:v>
                </c:pt>
                <c:pt idx="94">
                  <c:v>841</c:v>
                </c:pt>
                <c:pt idx="95">
                  <c:v>850</c:v>
                </c:pt>
                <c:pt idx="96">
                  <c:v>859</c:v>
                </c:pt>
                <c:pt idx="97">
                  <c:v>867</c:v>
                </c:pt>
                <c:pt idx="98">
                  <c:v>876</c:v>
                </c:pt>
                <c:pt idx="99">
                  <c:v>885</c:v>
                </c:pt>
                <c:pt idx="100">
                  <c:v>894</c:v>
                </c:pt>
                <c:pt idx="101">
                  <c:v>903</c:v>
                </c:pt>
                <c:pt idx="102">
                  <c:v>912</c:v>
                </c:pt>
                <c:pt idx="103">
                  <c:v>920</c:v>
                </c:pt>
                <c:pt idx="104">
                  <c:v>929</c:v>
                </c:pt>
                <c:pt idx="105">
                  <c:v>938</c:v>
                </c:pt>
                <c:pt idx="106">
                  <c:v>947</c:v>
                </c:pt>
                <c:pt idx="107">
                  <c:v>956</c:v>
                </c:pt>
                <c:pt idx="108">
                  <c:v>965</c:v>
                </c:pt>
                <c:pt idx="109">
                  <c:v>973</c:v>
                </c:pt>
                <c:pt idx="110">
                  <c:v>982</c:v>
                </c:pt>
                <c:pt idx="111">
                  <c:v>991</c:v>
                </c:pt>
                <c:pt idx="112">
                  <c:v>1000</c:v>
                </c:pt>
                <c:pt idx="113">
                  <c:v>1009</c:v>
                </c:pt>
                <c:pt idx="114">
                  <c:v>1018</c:v>
                </c:pt>
                <c:pt idx="115">
                  <c:v>1026</c:v>
                </c:pt>
                <c:pt idx="116">
                  <c:v>1035</c:v>
                </c:pt>
                <c:pt idx="117">
                  <c:v>1044</c:v>
                </c:pt>
                <c:pt idx="118">
                  <c:v>1053</c:v>
                </c:pt>
              </c:numCache>
            </c:numRef>
          </c:xVal>
          <c:yVal>
            <c:numRef>
              <c:f>'Chart Data'!$R$2:$R$120</c:f>
              <c:numCache>
                <c:formatCode>General</c:formatCode>
                <c:ptCount val="119"/>
                <c:pt idx="0">
                  <c:v>1.0866315</c:v>
                </c:pt>
                <c:pt idx="1">
                  <c:v>1.0875157</c:v>
                </c:pt>
                <c:pt idx="2">
                  <c:v>1.0877867</c:v>
                </c:pt>
                <c:pt idx="3">
                  <c:v>1.0880113</c:v>
                </c:pt>
                <c:pt idx="4">
                  <c:v>1.0880111</c:v>
                </c:pt>
                <c:pt idx="5">
                  <c:v>1.0888647</c:v>
                </c:pt>
                <c:pt idx="6">
                  <c:v>1.0883681</c:v>
                </c:pt>
                <c:pt idx="7">
                  <c:v>1.0882212</c:v>
                </c:pt>
                <c:pt idx="8">
                  <c:v>1.0880032</c:v>
                </c:pt>
                <c:pt idx="9">
                  <c:v>1.0878149</c:v>
                </c:pt>
                <c:pt idx="10">
                  <c:v>1.0876646</c:v>
                </c:pt>
                <c:pt idx="11">
                  <c:v>1.0875031</c:v>
                </c:pt>
                <c:pt idx="12">
                  <c:v>1.0872233</c:v>
                </c:pt>
                <c:pt idx="13">
                  <c:v>1.0870261</c:v>
                </c:pt>
                <c:pt idx="14">
                  <c:v>1.08656</c:v>
                </c:pt>
                <c:pt idx="15">
                  <c:v>1.0863068</c:v>
                </c:pt>
                <c:pt idx="16">
                  <c:v>1.085981</c:v>
                </c:pt>
                <c:pt idx="17">
                  <c:v>1.0855665</c:v>
                </c:pt>
                <c:pt idx="18">
                  <c:v>1.0853578</c:v>
                </c:pt>
                <c:pt idx="19">
                  <c:v>1.0853806</c:v>
                </c:pt>
                <c:pt idx="20">
                  <c:v>1.0847224</c:v>
                </c:pt>
                <c:pt idx="21">
                  <c:v>1.0847882</c:v>
                </c:pt>
                <c:pt idx="22">
                  <c:v>1.0848504</c:v>
                </c:pt>
                <c:pt idx="23">
                  <c:v>1.0837417</c:v>
                </c:pt>
                <c:pt idx="24">
                  <c:v>1.0837892</c:v>
                </c:pt>
                <c:pt idx="25">
                  <c:v>1.0834057</c:v>
                </c:pt>
                <c:pt idx="26">
                  <c:v>1.0826273</c:v>
                </c:pt>
                <c:pt idx="27">
                  <c:v>1.0824935</c:v>
                </c:pt>
                <c:pt idx="28">
                  <c:v>1.0821545</c:v>
                </c:pt>
                <c:pt idx="29">
                  <c:v>1.0815609</c:v>
                </c:pt>
                <c:pt idx="30">
                  <c:v>1.0810223</c:v>
                </c:pt>
                <c:pt idx="31">
                  <c:v>1.0808164</c:v>
                </c:pt>
                <c:pt idx="32">
                  <c:v>1.0802751</c:v>
                </c:pt>
                <c:pt idx="33">
                  <c:v>1.0797827</c:v>
                </c:pt>
                <c:pt idx="34">
                  <c:v>1.0794044</c:v>
                </c:pt>
                <c:pt idx="35">
                  <c:v>1.0792006</c:v>
                </c:pt>
                <c:pt idx="36">
                  <c:v>1.0785953</c:v>
                </c:pt>
                <c:pt idx="37">
                  <c:v>1.0792623</c:v>
                </c:pt>
                <c:pt idx="38">
                  <c:v>1.0801107</c:v>
                </c:pt>
                <c:pt idx="39">
                  <c:v>1.0784615</c:v>
                </c:pt>
                <c:pt idx="40">
                  <c:v>1.0780944</c:v>
                </c:pt>
                <c:pt idx="41">
                  <c:v>1.0783871</c:v>
                </c:pt>
                <c:pt idx="42">
                  <c:v>1.0770888</c:v>
                </c:pt>
                <c:pt idx="43">
                  <c:v>1.0768772</c:v>
                </c:pt>
                <c:pt idx="44">
                  <c:v>1.0769031</c:v>
                </c:pt>
                <c:pt idx="45">
                  <c:v>1.0756402</c:v>
                </c:pt>
                <c:pt idx="46">
                  <c:v>1.0754082</c:v>
                </c:pt>
                <c:pt idx="47">
                  <c:v>1.0751795</c:v>
                </c:pt>
                <c:pt idx="48">
                  <c:v>1.0742033</c:v>
                </c:pt>
                <c:pt idx="49">
                  <c:v>1.0736812</c:v>
                </c:pt>
                <c:pt idx="50">
                  <c:v>1.0733738</c:v>
                </c:pt>
                <c:pt idx="51">
                  <c:v>1.0726953</c:v>
                </c:pt>
                <c:pt idx="52">
                  <c:v>1.0718877</c:v>
                </c:pt>
                <c:pt idx="53">
                  <c:v>1.0712898</c:v>
                </c:pt>
                <c:pt idx="54">
                  <c:v>1.0714434</c:v>
                </c:pt>
                <c:pt idx="55">
                  <c:v>1.0665287</c:v>
                </c:pt>
                <c:pt idx="56">
                  <c:v>1.0684664</c:v>
                </c:pt>
                <c:pt idx="57">
                  <c:v>1.0685443</c:v>
                </c:pt>
                <c:pt idx="58">
                  <c:v>1.0671626</c:v>
                </c:pt>
                <c:pt idx="59">
                  <c:v>1.0666559</c:v>
                </c:pt>
                <c:pt idx="60">
                  <c:v>1.0664419</c:v>
                </c:pt>
                <c:pt idx="61">
                  <c:v>1.0653054</c:v>
                </c:pt>
                <c:pt idx="62">
                  <c:v>1.0647796</c:v>
                </c:pt>
                <c:pt idx="63">
                  <c:v>1.0646132</c:v>
                </c:pt>
                <c:pt idx="64">
                  <c:v>1.0633435</c:v>
                </c:pt>
                <c:pt idx="65">
                  <c:v>1.0626628</c:v>
                </c:pt>
                <c:pt idx="66">
                  <c:v>1.0622374</c:v>
                </c:pt>
                <c:pt idx="67">
                  <c:v>1.0609144</c:v>
                </c:pt>
                <c:pt idx="68">
                  <c:v>1.0601563</c:v>
                </c:pt>
                <c:pt idx="69">
                  <c:v>1.0594785</c:v>
                </c:pt>
                <c:pt idx="70">
                  <c:v>1.0586005</c:v>
                </c:pt>
                <c:pt idx="71">
                  <c:v>1.0577317</c:v>
                </c:pt>
                <c:pt idx="72">
                  <c:v>1.0570962</c:v>
                </c:pt>
                <c:pt idx="73">
                  <c:v>1.0560534</c:v>
                </c:pt>
                <c:pt idx="74">
                  <c:v>1.0550542</c:v>
                </c:pt>
                <c:pt idx="75">
                  <c:v>1.0530467</c:v>
                </c:pt>
                <c:pt idx="76">
                  <c:v>1.0527533</c:v>
                </c:pt>
                <c:pt idx="77">
                  <c:v>1.0512325</c:v>
                </c:pt>
                <c:pt idx="78">
                  <c:v>1.0505973</c:v>
                </c:pt>
                <c:pt idx="79">
                  <c:v>1.0486544</c:v>
                </c:pt>
                <c:pt idx="80">
                  <c:v>1.0475943</c:v>
                </c:pt>
                <c:pt idx="81">
                  <c:v>1.0464444</c:v>
                </c:pt>
                <c:pt idx="82">
                  <c:v>1.0456027</c:v>
                </c:pt>
                <c:pt idx="83">
                  <c:v>1.0435433</c:v>
                </c:pt>
                <c:pt idx="84">
                  <c:v>1.0416826</c:v>
                </c:pt>
                <c:pt idx="85">
                  <c:v>1.0396141</c:v>
                </c:pt>
                <c:pt idx="86">
                  <c:v>1.0382527</c:v>
                </c:pt>
                <c:pt idx="87">
                  <c:v>1.0354577</c:v>
                </c:pt>
                <c:pt idx="88">
                  <c:v>1.033313</c:v>
                </c:pt>
                <c:pt idx="89">
                  <c:v>1.0318905</c:v>
                </c:pt>
                <c:pt idx="90">
                  <c:v>1.029799</c:v>
                </c:pt>
                <c:pt idx="91">
                  <c:v>1.02631</c:v>
                </c:pt>
                <c:pt idx="92">
                  <c:v>1.0241593</c:v>
                </c:pt>
                <c:pt idx="93">
                  <c:v>1.0211849</c:v>
                </c:pt>
                <c:pt idx="94">
                  <c:v>1.0173728</c:v>
                </c:pt>
                <c:pt idx="95">
                  <c:v>1.0141909</c:v>
                </c:pt>
                <c:pt idx="96">
                  <c:v>1.0103979</c:v>
                </c:pt>
                <c:pt idx="97">
                  <c:v>1.0070931</c:v>
                </c:pt>
                <c:pt idx="98">
                  <c:v>1.0025601</c:v>
                </c:pt>
                <c:pt idx="99">
                  <c:v>0.99943215</c:v>
                </c:pt>
                <c:pt idx="100">
                  <c:v>0.99456352</c:v>
                </c:pt>
                <c:pt idx="101">
                  <c:v>0.99049401</c:v>
                </c:pt>
                <c:pt idx="102">
                  <c:v>0.98559505</c:v>
                </c:pt>
                <c:pt idx="103">
                  <c:v>0.98144329</c:v>
                </c:pt>
                <c:pt idx="104">
                  <c:v>0.97685593</c:v>
                </c:pt>
                <c:pt idx="105">
                  <c:v>0.97291327</c:v>
                </c:pt>
                <c:pt idx="106">
                  <c:v>0.96795309</c:v>
                </c:pt>
                <c:pt idx="107">
                  <c:v>0.9632346</c:v>
                </c:pt>
                <c:pt idx="108">
                  <c:v>0.9562217</c:v>
                </c:pt>
                <c:pt idx="109">
                  <c:v>0.95165163</c:v>
                </c:pt>
                <c:pt idx="110">
                  <c:v>0.94432676</c:v>
                </c:pt>
                <c:pt idx="111">
                  <c:v>0.93724495</c:v>
                </c:pt>
                <c:pt idx="112">
                  <c:v>0.93108302</c:v>
                </c:pt>
                <c:pt idx="113">
                  <c:v>0.92387253</c:v>
                </c:pt>
                <c:pt idx="114">
                  <c:v>0.9152751</c:v>
                </c:pt>
                <c:pt idx="115">
                  <c:v>0.90823513</c:v>
                </c:pt>
                <c:pt idx="116">
                  <c:v>0.89985263</c:v>
                </c:pt>
                <c:pt idx="117">
                  <c:v>0.89009917</c:v>
                </c:pt>
                <c:pt idx="118">
                  <c:v>0.8809284</c:v>
                </c:pt>
              </c:numCache>
            </c:numRef>
          </c:yVal>
        </c:ser>
        <c:ser>
          <c:idx val="9"/>
          <c:order val="9"/>
          <c:tx>
            <c:v>Batch1_cell_011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Data'!$S$2:$S$120</c:f>
              <c:numCache>
                <c:formatCode>General</c:formatCode>
                <c:ptCount val="119"/>
                <c:pt idx="0">
                  <c:v>8</c:v>
                </c:pt>
                <c:pt idx="1">
                  <c:v>14</c:v>
                </c:pt>
                <c:pt idx="2">
                  <c:v>21</c:v>
                </c:pt>
                <c:pt idx="3">
                  <c:v>27</c:v>
                </c:pt>
                <c:pt idx="4">
                  <c:v>34</c:v>
                </c:pt>
                <c:pt idx="5">
                  <c:v>41</c:v>
                </c:pt>
                <c:pt idx="6">
                  <c:v>47</c:v>
                </c:pt>
                <c:pt idx="7">
                  <c:v>54</c:v>
                </c:pt>
                <c:pt idx="8">
                  <c:v>60</c:v>
                </c:pt>
                <c:pt idx="9">
                  <c:v>67</c:v>
                </c:pt>
                <c:pt idx="10">
                  <c:v>74</c:v>
                </c:pt>
                <c:pt idx="11">
                  <c:v>80</c:v>
                </c:pt>
                <c:pt idx="12">
                  <c:v>87</c:v>
                </c:pt>
                <c:pt idx="13">
                  <c:v>93</c:v>
                </c:pt>
                <c:pt idx="14">
                  <c:v>100</c:v>
                </c:pt>
                <c:pt idx="15">
                  <c:v>107</c:v>
                </c:pt>
                <c:pt idx="16">
                  <c:v>113</c:v>
                </c:pt>
                <c:pt idx="17">
                  <c:v>120</c:v>
                </c:pt>
                <c:pt idx="18">
                  <c:v>126</c:v>
                </c:pt>
                <c:pt idx="19">
                  <c:v>133</c:v>
                </c:pt>
                <c:pt idx="20">
                  <c:v>140</c:v>
                </c:pt>
                <c:pt idx="21">
                  <c:v>146</c:v>
                </c:pt>
                <c:pt idx="22">
                  <c:v>153</c:v>
                </c:pt>
                <c:pt idx="23">
                  <c:v>160</c:v>
                </c:pt>
                <c:pt idx="24">
                  <c:v>166</c:v>
                </c:pt>
                <c:pt idx="25">
                  <c:v>173</c:v>
                </c:pt>
                <c:pt idx="26">
                  <c:v>179</c:v>
                </c:pt>
                <c:pt idx="27">
                  <c:v>186</c:v>
                </c:pt>
                <c:pt idx="28">
                  <c:v>193</c:v>
                </c:pt>
                <c:pt idx="29">
                  <c:v>199</c:v>
                </c:pt>
                <c:pt idx="30">
                  <c:v>206</c:v>
                </c:pt>
                <c:pt idx="31">
                  <c:v>212</c:v>
                </c:pt>
                <c:pt idx="32">
                  <c:v>219</c:v>
                </c:pt>
                <c:pt idx="33">
                  <c:v>226</c:v>
                </c:pt>
                <c:pt idx="34">
                  <c:v>232</c:v>
                </c:pt>
                <c:pt idx="35">
                  <c:v>239</c:v>
                </c:pt>
                <c:pt idx="36">
                  <c:v>245</c:v>
                </c:pt>
                <c:pt idx="37">
                  <c:v>252</c:v>
                </c:pt>
                <c:pt idx="38">
                  <c:v>259</c:v>
                </c:pt>
                <c:pt idx="39">
                  <c:v>265</c:v>
                </c:pt>
                <c:pt idx="40">
                  <c:v>272</c:v>
                </c:pt>
                <c:pt idx="41">
                  <c:v>278</c:v>
                </c:pt>
                <c:pt idx="42">
                  <c:v>285</c:v>
                </c:pt>
                <c:pt idx="43">
                  <c:v>292</c:v>
                </c:pt>
                <c:pt idx="44">
                  <c:v>298</c:v>
                </c:pt>
                <c:pt idx="45">
                  <c:v>305</c:v>
                </c:pt>
                <c:pt idx="46">
                  <c:v>311</c:v>
                </c:pt>
                <c:pt idx="47">
                  <c:v>318</c:v>
                </c:pt>
                <c:pt idx="48">
                  <c:v>325</c:v>
                </c:pt>
                <c:pt idx="49">
                  <c:v>331</c:v>
                </c:pt>
                <c:pt idx="50">
                  <c:v>338</c:v>
                </c:pt>
                <c:pt idx="51">
                  <c:v>344</c:v>
                </c:pt>
                <c:pt idx="52">
                  <c:v>351</c:v>
                </c:pt>
                <c:pt idx="53">
                  <c:v>358</c:v>
                </c:pt>
                <c:pt idx="54">
                  <c:v>364</c:v>
                </c:pt>
                <c:pt idx="55">
                  <c:v>371</c:v>
                </c:pt>
                <c:pt idx="56">
                  <c:v>377</c:v>
                </c:pt>
                <c:pt idx="57">
                  <c:v>384</c:v>
                </c:pt>
                <c:pt idx="58">
                  <c:v>391</c:v>
                </c:pt>
                <c:pt idx="59">
                  <c:v>397</c:v>
                </c:pt>
                <c:pt idx="60">
                  <c:v>404</c:v>
                </c:pt>
                <c:pt idx="61">
                  <c:v>411</c:v>
                </c:pt>
                <c:pt idx="62">
                  <c:v>417</c:v>
                </c:pt>
                <c:pt idx="63">
                  <c:v>424</c:v>
                </c:pt>
                <c:pt idx="64">
                  <c:v>430</c:v>
                </c:pt>
                <c:pt idx="65">
                  <c:v>437</c:v>
                </c:pt>
                <c:pt idx="66">
                  <c:v>444</c:v>
                </c:pt>
                <c:pt idx="67">
                  <c:v>450</c:v>
                </c:pt>
                <c:pt idx="68">
                  <c:v>457</c:v>
                </c:pt>
                <c:pt idx="69">
                  <c:v>463</c:v>
                </c:pt>
                <c:pt idx="70">
                  <c:v>470</c:v>
                </c:pt>
                <c:pt idx="71">
                  <c:v>477</c:v>
                </c:pt>
                <c:pt idx="72">
                  <c:v>483</c:v>
                </c:pt>
                <c:pt idx="73">
                  <c:v>490</c:v>
                </c:pt>
                <c:pt idx="74">
                  <c:v>496</c:v>
                </c:pt>
                <c:pt idx="75">
                  <c:v>503</c:v>
                </c:pt>
                <c:pt idx="76">
                  <c:v>510</c:v>
                </c:pt>
                <c:pt idx="77">
                  <c:v>516</c:v>
                </c:pt>
                <c:pt idx="78">
                  <c:v>523</c:v>
                </c:pt>
                <c:pt idx="79">
                  <c:v>529</c:v>
                </c:pt>
                <c:pt idx="80">
                  <c:v>536</c:v>
                </c:pt>
                <c:pt idx="81">
                  <c:v>543</c:v>
                </c:pt>
                <c:pt idx="82">
                  <c:v>549</c:v>
                </c:pt>
                <c:pt idx="83">
                  <c:v>556</c:v>
                </c:pt>
                <c:pt idx="84">
                  <c:v>562</c:v>
                </c:pt>
                <c:pt idx="85">
                  <c:v>569</c:v>
                </c:pt>
                <c:pt idx="86">
                  <c:v>576</c:v>
                </c:pt>
                <c:pt idx="87">
                  <c:v>582</c:v>
                </c:pt>
                <c:pt idx="88">
                  <c:v>589</c:v>
                </c:pt>
                <c:pt idx="89">
                  <c:v>595</c:v>
                </c:pt>
                <c:pt idx="90">
                  <c:v>602</c:v>
                </c:pt>
                <c:pt idx="91">
                  <c:v>609</c:v>
                </c:pt>
                <c:pt idx="92">
                  <c:v>615</c:v>
                </c:pt>
                <c:pt idx="93">
                  <c:v>622</c:v>
                </c:pt>
                <c:pt idx="94">
                  <c:v>628</c:v>
                </c:pt>
                <c:pt idx="95">
                  <c:v>635</c:v>
                </c:pt>
                <c:pt idx="96">
                  <c:v>642</c:v>
                </c:pt>
                <c:pt idx="97">
                  <c:v>648</c:v>
                </c:pt>
                <c:pt idx="98">
                  <c:v>655</c:v>
                </c:pt>
                <c:pt idx="99">
                  <c:v>662</c:v>
                </c:pt>
                <c:pt idx="100">
                  <c:v>668</c:v>
                </c:pt>
                <c:pt idx="101">
                  <c:v>675</c:v>
                </c:pt>
                <c:pt idx="102">
                  <c:v>681</c:v>
                </c:pt>
                <c:pt idx="103">
                  <c:v>688</c:v>
                </c:pt>
                <c:pt idx="104">
                  <c:v>695</c:v>
                </c:pt>
                <c:pt idx="105">
                  <c:v>701</c:v>
                </c:pt>
                <c:pt idx="106">
                  <c:v>708</c:v>
                </c:pt>
                <c:pt idx="107">
                  <c:v>714</c:v>
                </c:pt>
                <c:pt idx="108">
                  <c:v>721</c:v>
                </c:pt>
                <c:pt idx="109">
                  <c:v>728</c:v>
                </c:pt>
                <c:pt idx="110">
                  <c:v>734</c:v>
                </c:pt>
                <c:pt idx="111">
                  <c:v>741</c:v>
                </c:pt>
                <c:pt idx="112">
                  <c:v>747</c:v>
                </c:pt>
                <c:pt idx="113">
                  <c:v>754</c:v>
                </c:pt>
                <c:pt idx="114">
                  <c:v>761</c:v>
                </c:pt>
                <c:pt idx="115">
                  <c:v>767</c:v>
                </c:pt>
                <c:pt idx="116">
                  <c:v>774</c:v>
                </c:pt>
                <c:pt idx="117">
                  <c:v>780</c:v>
                </c:pt>
                <c:pt idx="118">
                  <c:v>787</c:v>
                </c:pt>
              </c:numCache>
            </c:numRef>
          </c:xVal>
          <c:yVal>
            <c:numRef>
              <c:f>'Chart Data'!$T$2:$T$120</c:f>
              <c:numCache>
                <c:formatCode>General</c:formatCode>
                <c:ptCount val="119"/>
                <c:pt idx="0">
                  <c:v>1.0577066</c:v>
                </c:pt>
                <c:pt idx="1">
                  <c:v>1.0581912</c:v>
                </c:pt>
                <c:pt idx="2">
                  <c:v>1.060204</c:v>
                </c:pt>
                <c:pt idx="3">
                  <c:v>1.0606208</c:v>
                </c:pt>
                <c:pt idx="4">
                  <c:v>1.0608156</c:v>
                </c:pt>
                <c:pt idx="5">
                  <c:v>1.0607802</c:v>
                </c:pt>
                <c:pt idx="6">
                  <c:v>1.0608016</c:v>
                </c:pt>
                <c:pt idx="7">
                  <c:v>1.0608684</c:v>
                </c:pt>
                <c:pt idx="8">
                  <c:v>1.0607756</c:v>
                </c:pt>
                <c:pt idx="9">
                  <c:v>1.0612326</c:v>
                </c:pt>
                <c:pt idx="10">
                  <c:v>1.0605737</c:v>
                </c:pt>
                <c:pt idx="11">
                  <c:v>1.0603856</c:v>
                </c:pt>
                <c:pt idx="12">
                  <c:v>1.0601398</c:v>
                </c:pt>
                <c:pt idx="13">
                  <c:v>1.0600466</c:v>
                </c:pt>
                <c:pt idx="14">
                  <c:v>1.0599719</c:v>
                </c:pt>
                <c:pt idx="15">
                  <c:v>1.05975</c:v>
                </c:pt>
                <c:pt idx="16">
                  <c:v>1.0595274</c:v>
                </c:pt>
                <c:pt idx="17">
                  <c:v>1.0592692</c:v>
                </c:pt>
                <c:pt idx="18">
                  <c:v>1.0589752</c:v>
                </c:pt>
                <c:pt idx="19">
                  <c:v>1.058798</c:v>
                </c:pt>
                <c:pt idx="20">
                  <c:v>1.0585274</c:v>
                </c:pt>
                <c:pt idx="21">
                  <c:v>1.0582305</c:v>
                </c:pt>
                <c:pt idx="22">
                  <c:v>1.0579698</c:v>
                </c:pt>
                <c:pt idx="23">
                  <c:v>1.0576727</c:v>
                </c:pt>
                <c:pt idx="24">
                  <c:v>1.0574424</c:v>
                </c:pt>
                <c:pt idx="25">
                  <c:v>1.0570463</c:v>
                </c:pt>
                <c:pt idx="26">
                  <c:v>1.057125</c:v>
                </c:pt>
                <c:pt idx="27">
                  <c:v>1.0568118</c:v>
                </c:pt>
                <c:pt idx="28">
                  <c:v>1.0562459</c:v>
                </c:pt>
                <c:pt idx="29">
                  <c:v>1.0559299</c:v>
                </c:pt>
                <c:pt idx="30">
                  <c:v>1.0559565</c:v>
                </c:pt>
                <c:pt idx="31">
                  <c:v>1.0555768</c:v>
                </c:pt>
                <c:pt idx="32">
                  <c:v>1.0555491</c:v>
                </c:pt>
                <c:pt idx="33">
                  <c:v>1.0547603</c:v>
                </c:pt>
                <c:pt idx="34">
                  <c:v>1.0547011</c:v>
                </c:pt>
                <c:pt idx="35">
                  <c:v>1.0541649</c:v>
                </c:pt>
                <c:pt idx="36">
                  <c:v>1.0542499</c:v>
                </c:pt>
                <c:pt idx="37">
                  <c:v>1.0535216</c:v>
                </c:pt>
                <c:pt idx="38">
                  <c:v>1.0532529</c:v>
                </c:pt>
                <c:pt idx="39">
                  <c:v>1.0528733</c:v>
                </c:pt>
                <c:pt idx="40">
                  <c:v>1.0529418</c:v>
                </c:pt>
                <c:pt idx="41">
                  <c:v>1.0522877</c:v>
                </c:pt>
                <c:pt idx="42">
                  <c:v>1.05186</c:v>
                </c:pt>
                <c:pt idx="43">
                  <c:v>1.0515703</c:v>
                </c:pt>
                <c:pt idx="44">
                  <c:v>1.0516248</c:v>
                </c:pt>
                <c:pt idx="45">
                  <c:v>1.0509157</c:v>
                </c:pt>
                <c:pt idx="46">
                  <c:v>1.0504916</c:v>
                </c:pt>
                <c:pt idx="47">
                  <c:v>1.0501058</c:v>
                </c:pt>
                <c:pt idx="48">
                  <c:v>1.0499156</c:v>
                </c:pt>
                <c:pt idx="49">
                  <c:v>1.0492357</c:v>
                </c:pt>
                <c:pt idx="50">
                  <c:v>1.0489451</c:v>
                </c:pt>
                <c:pt idx="51">
                  <c:v>1.0497069</c:v>
                </c:pt>
                <c:pt idx="52">
                  <c:v>1.0498695</c:v>
                </c:pt>
                <c:pt idx="53">
                  <c:v>1.0492504</c:v>
                </c:pt>
                <c:pt idx="54">
                  <c:v>1.0481477</c:v>
                </c:pt>
                <c:pt idx="55">
                  <c:v>1.0480731</c:v>
                </c:pt>
                <c:pt idx="56">
                  <c:v>1.0478513</c:v>
                </c:pt>
                <c:pt idx="57">
                  <c:v>1.0473231</c:v>
                </c:pt>
                <c:pt idx="58">
                  <c:v>1.0460223</c:v>
                </c:pt>
                <c:pt idx="59">
                  <c:v>1.0462197</c:v>
                </c:pt>
                <c:pt idx="60">
                  <c:v>1.0449603</c:v>
                </c:pt>
                <c:pt idx="61">
                  <c:v>1.0458096</c:v>
                </c:pt>
                <c:pt idx="62">
                  <c:v>1.0447029</c:v>
                </c:pt>
                <c:pt idx="63">
                  <c:v>1.0439115</c:v>
                </c:pt>
                <c:pt idx="64">
                  <c:v>1.0430833</c:v>
                </c:pt>
                <c:pt idx="65">
                  <c:v>1.043189</c:v>
                </c:pt>
                <c:pt idx="66">
                  <c:v>1.0421121</c:v>
                </c:pt>
                <c:pt idx="67">
                  <c:v>1.0417421</c:v>
                </c:pt>
                <c:pt idx="68">
                  <c:v>1.0408635</c:v>
                </c:pt>
                <c:pt idx="69">
                  <c:v>1.0406646</c:v>
                </c:pt>
                <c:pt idx="70">
                  <c:v>1.0399833</c:v>
                </c:pt>
                <c:pt idx="71">
                  <c:v>1.0393224</c:v>
                </c:pt>
                <c:pt idx="72">
                  <c:v>1.0382004</c:v>
                </c:pt>
                <c:pt idx="73">
                  <c:v>1.0379796</c:v>
                </c:pt>
                <c:pt idx="74">
                  <c:v>1.0371023</c:v>
                </c:pt>
                <c:pt idx="75">
                  <c:v>1.0351617</c:v>
                </c:pt>
                <c:pt idx="76">
                  <c:v>1.0336785</c:v>
                </c:pt>
                <c:pt idx="77">
                  <c:v>1.0326548</c:v>
                </c:pt>
                <c:pt idx="78">
                  <c:v>1.0327481</c:v>
                </c:pt>
                <c:pt idx="79">
                  <c:v>1.0309672</c:v>
                </c:pt>
                <c:pt idx="80">
                  <c:v>1.0301557</c:v>
                </c:pt>
                <c:pt idx="81">
                  <c:v>1.0289563</c:v>
                </c:pt>
                <c:pt idx="82">
                  <c:v>1.0273666</c:v>
                </c:pt>
                <c:pt idx="83">
                  <c:v>1.0260289</c:v>
                </c:pt>
                <c:pt idx="84">
                  <c:v>1.0250223</c:v>
                </c:pt>
                <c:pt idx="85">
                  <c:v>1.0233899</c:v>
                </c:pt>
                <c:pt idx="86">
                  <c:v>1.0220747</c:v>
                </c:pt>
                <c:pt idx="87">
                  <c:v>1.0203843</c:v>
                </c:pt>
                <c:pt idx="88">
                  <c:v>1.0175853</c:v>
                </c:pt>
                <c:pt idx="89">
                  <c:v>1.0162214</c:v>
                </c:pt>
                <c:pt idx="90">
                  <c:v>1.0138378</c:v>
                </c:pt>
                <c:pt idx="91">
                  <c:v>1.01186</c:v>
                </c:pt>
                <c:pt idx="92">
                  <c:v>1.008775</c:v>
                </c:pt>
                <c:pt idx="93">
                  <c:v>1.0063086</c:v>
                </c:pt>
                <c:pt idx="94">
                  <c:v>1.0041615</c:v>
                </c:pt>
                <c:pt idx="95">
                  <c:v>1.0012981</c:v>
                </c:pt>
                <c:pt idx="96">
                  <c:v>0.99816984</c:v>
                </c:pt>
                <c:pt idx="97">
                  <c:v>0.99521744</c:v>
                </c:pt>
                <c:pt idx="98">
                  <c:v>0.99105108</c:v>
                </c:pt>
                <c:pt idx="99">
                  <c:v>0.98624128</c:v>
                </c:pt>
                <c:pt idx="100">
                  <c:v>0.98212016</c:v>
                </c:pt>
                <c:pt idx="101">
                  <c:v>0.976322</c:v>
                </c:pt>
                <c:pt idx="102">
                  <c:v>0.97121519</c:v>
                </c:pt>
                <c:pt idx="103">
                  <c:v>0.96545279</c:v>
                </c:pt>
                <c:pt idx="104">
                  <c:v>0.95974189</c:v>
                </c:pt>
                <c:pt idx="105">
                  <c:v>0.95527148</c:v>
                </c:pt>
                <c:pt idx="106">
                  <c:v>0.94987732</c:v>
                </c:pt>
                <c:pt idx="107">
                  <c:v>0.94542569</c:v>
                </c:pt>
                <c:pt idx="108">
                  <c:v>0.93995059</c:v>
                </c:pt>
                <c:pt idx="109">
                  <c:v>0.93424761</c:v>
                </c:pt>
                <c:pt idx="110">
                  <c:v>0.92940575</c:v>
                </c:pt>
                <c:pt idx="111">
                  <c:v>0.92369813</c:v>
                </c:pt>
                <c:pt idx="112">
                  <c:v>0.91839457</c:v>
                </c:pt>
                <c:pt idx="113">
                  <c:v>0.91233635</c:v>
                </c:pt>
                <c:pt idx="114">
                  <c:v>0.90675062</c:v>
                </c:pt>
                <c:pt idx="115">
                  <c:v>0.90145946</c:v>
                </c:pt>
                <c:pt idx="116">
                  <c:v>0.89366233</c:v>
                </c:pt>
                <c:pt idx="117">
                  <c:v>0.88769001</c:v>
                </c:pt>
                <c:pt idx="118">
                  <c:v>0.88054359</c:v>
                </c:pt>
              </c:numCache>
            </c:numRef>
          </c:yVal>
        </c:ser>
        <c:ser>
          <c:idx val="10"/>
          <c:order val="10"/>
          <c:tx>
            <c:v>Batch1_cell_014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Data'!$U$2:$U$120</c:f>
              <c:numCache>
                <c:formatCode>General</c:formatCode>
                <c:ptCount val="119"/>
                <c:pt idx="0">
                  <c:v>8</c:v>
                </c:pt>
                <c:pt idx="1">
                  <c:v>16</c:v>
                </c:pt>
                <c:pt idx="2">
                  <c:v>23</c:v>
                </c:pt>
                <c:pt idx="3">
                  <c:v>31</c:v>
                </c:pt>
                <c:pt idx="4">
                  <c:v>38</c:v>
                </c:pt>
                <c:pt idx="5">
                  <c:v>45</c:v>
                </c:pt>
                <c:pt idx="6">
                  <c:v>53</c:v>
                </c:pt>
                <c:pt idx="7">
                  <c:v>60</c:v>
                </c:pt>
                <c:pt idx="8">
                  <c:v>67</c:v>
                </c:pt>
                <c:pt idx="9">
                  <c:v>75</c:v>
                </c:pt>
                <c:pt idx="10">
                  <c:v>82</c:v>
                </c:pt>
                <c:pt idx="11">
                  <c:v>90</c:v>
                </c:pt>
                <c:pt idx="12">
                  <c:v>97</c:v>
                </c:pt>
                <c:pt idx="13">
                  <c:v>104</c:v>
                </c:pt>
                <c:pt idx="14">
                  <c:v>112</c:v>
                </c:pt>
                <c:pt idx="15">
                  <c:v>119</c:v>
                </c:pt>
                <c:pt idx="16">
                  <c:v>126</c:v>
                </c:pt>
                <c:pt idx="17">
                  <c:v>134</c:v>
                </c:pt>
                <c:pt idx="18">
                  <c:v>141</c:v>
                </c:pt>
                <c:pt idx="19">
                  <c:v>149</c:v>
                </c:pt>
                <c:pt idx="20">
                  <c:v>156</c:v>
                </c:pt>
                <c:pt idx="21">
                  <c:v>163</c:v>
                </c:pt>
                <c:pt idx="22">
                  <c:v>171</c:v>
                </c:pt>
                <c:pt idx="23">
                  <c:v>178</c:v>
                </c:pt>
                <c:pt idx="24">
                  <c:v>185</c:v>
                </c:pt>
                <c:pt idx="25">
                  <c:v>193</c:v>
                </c:pt>
                <c:pt idx="26">
                  <c:v>200</c:v>
                </c:pt>
                <c:pt idx="27">
                  <c:v>208</c:v>
                </c:pt>
                <c:pt idx="28">
                  <c:v>215</c:v>
                </c:pt>
                <c:pt idx="29">
                  <c:v>222</c:v>
                </c:pt>
                <c:pt idx="30">
                  <c:v>230</c:v>
                </c:pt>
                <c:pt idx="31">
                  <c:v>237</c:v>
                </c:pt>
                <c:pt idx="32">
                  <c:v>244</c:v>
                </c:pt>
                <c:pt idx="33">
                  <c:v>252</c:v>
                </c:pt>
                <c:pt idx="34">
                  <c:v>259</c:v>
                </c:pt>
                <c:pt idx="35">
                  <c:v>267</c:v>
                </c:pt>
                <c:pt idx="36">
                  <c:v>274</c:v>
                </c:pt>
                <c:pt idx="37">
                  <c:v>281</c:v>
                </c:pt>
                <c:pt idx="38">
                  <c:v>289</c:v>
                </c:pt>
                <c:pt idx="39">
                  <c:v>296</c:v>
                </c:pt>
                <c:pt idx="40">
                  <c:v>304</c:v>
                </c:pt>
                <c:pt idx="41">
                  <c:v>311</c:v>
                </c:pt>
                <c:pt idx="42">
                  <c:v>318</c:v>
                </c:pt>
                <c:pt idx="43">
                  <c:v>326</c:v>
                </c:pt>
                <c:pt idx="44">
                  <c:v>333</c:v>
                </c:pt>
                <c:pt idx="45">
                  <c:v>340</c:v>
                </c:pt>
                <c:pt idx="46">
                  <c:v>348</c:v>
                </c:pt>
                <c:pt idx="47">
                  <c:v>355</c:v>
                </c:pt>
                <c:pt idx="48">
                  <c:v>363</c:v>
                </c:pt>
                <c:pt idx="49">
                  <c:v>370</c:v>
                </c:pt>
                <c:pt idx="50">
                  <c:v>377</c:v>
                </c:pt>
                <c:pt idx="51">
                  <c:v>385</c:v>
                </c:pt>
                <c:pt idx="52">
                  <c:v>392</c:v>
                </c:pt>
                <c:pt idx="53">
                  <c:v>399</c:v>
                </c:pt>
                <c:pt idx="54">
                  <c:v>407</c:v>
                </c:pt>
                <c:pt idx="55">
                  <c:v>414</c:v>
                </c:pt>
                <c:pt idx="56">
                  <c:v>422</c:v>
                </c:pt>
                <c:pt idx="57">
                  <c:v>429</c:v>
                </c:pt>
                <c:pt idx="58">
                  <c:v>436</c:v>
                </c:pt>
                <c:pt idx="59">
                  <c:v>444</c:v>
                </c:pt>
                <c:pt idx="60">
                  <c:v>451</c:v>
                </c:pt>
                <c:pt idx="61">
                  <c:v>458</c:v>
                </c:pt>
                <c:pt idx="62">
                  <c:v>466</c:v>
                </c:pt>
                <c:pt idx="63">
                  <c:v>473</c:v>
                </c:pt>
                <c:pt idx="64">
                  <c:v>481</c:v>
                </c:pt>
                <c:pt idx="65">
                  <c:v>488</c:v>
                </c:pt>
                <c:pt idx="66">
                  <c:v>495</c:v>
                </c:pt>
                <c:pt idx="67">
                  <c:v>503</c:v>
                </c:pt>
                <c:pt idx="68">
                  <c:v>510</c:v>
                </c:pt>
                <c:pt idx="69">
                  <c:v>517</c:v>
                </c:pt>
                <c:pt idx="70">
                  <c:v>525</c:v>
                </c:pt>
                <c:pt idx="71">
                  <c:v>532</c:v>
                </c:pt>
                <c:pt idx="72">
                  <c:v>540</c:v>
                </c:pt>
                <c:pt idx="73">
                  <c:v>547</c:v>
                </c:pt>
                <c:pt idx="74">
                  <c:v>554</c:v>
                </c:pt>
                <c:pt idx="75">
                  <c:v>562</c:v>
                </c:pt>
                <c:pt idx="76">
                  <c:v>569</c:v>
                </c:pt>
                <c:pt idx="77">
                  <c:v>576</c:v>
                </c:pt>
                <c:pt idx="78">
                  <c:v>584</c:v>
                </c:pt>
                <c:pt idx="79">
                  <c:v>591</c:v>
                </c:pt>
                <c:pt idx="80">
                  <c:v>599</c:v>
                </c:pt>
                <c:pt idx="81">
                  <c:v>606</c:v>
                </c:pt>
                <c:pt idx="82">
                  <c:v>613</c:v>
                </c:pt>
                <c:pt idx="83">
                  <c:v>621</c:v>
                </c:pt>
                <c:pt idx="84">
                  <c:v>628</c:v>
                </c:pt>
                <c:pt idx="85">
                  <c:v>636</c:v>
                </c:pt>
                <c:pt idx="86">
                  <c:v>643</c:v>
                </c:pt>
                <c:pt idx="87">
                  <c:v>650</c:v>
                </c:pt>
                <c:pt idx="88">
                  <c:v>658</c:v>
                </c:pt>
                <c:pt idx="89">
                  <c:v>665</c:v>
                </c:pt>
                <c:pt idx="90">
                  <c:v>672</c:v>
                </c:pt>
                <c:pt idx="91">
                  <c:v>680</c:v>
                </c:pt>
                <c:pt idx="92">
                  <c:v>687</c:v>
                </c:pt>
                <c:pt idx="93">
                  <c:v>695</c:v>
                </c:pt>
                <c:pt idx="94">
                  <c:v>702</c:v>
                </c:pt>
                <c:pt idx="95">
                  <c:v>709</c:v>
                </c:pt>
                <c:pt idx="96">
                  <c:v>717</c:v>
                </c:pt>
                <c:pt idx="97">
                  <c:v>724</c:v>
                </c:pt>
                <c:pt idx="98">
                  <c:v>731</c:v>
                </c:pt>
                <c:pt idx="99">
                  <c:v>739</c:v>
                </c:pt>
                <c:pt idx="100">
                  <c:v>746</c:v>
                </c:pt>
                <c:pt idx="101">
                  <c:v>754</c:v>
                </c:pt>
                <c:pt idx="102">
                  <c:v>761</c:v>
                </c:pt>
                <c:pt idx="103">
                  <c:v>768</c:v>
                </c:pt>
                <c:pt idx="104">
                  <c:v>776</c:v>
                </c:pt>
                <c:pt idx="105">
                  <c:v>783</c:v>
                </c:pt>
                <c:pt idx="106">
                  <c:v>790</c:v>
                </c:pt>
                <c:pt idx="107">
                  <c:v>798</c:v>
                </c:pt>
                <c:pt idx="108">
                  <c:v>805</c:v>
                </c:pt>
                <c:pt idx="109">
                  <c:v>813</c:v>
                </c:pt>
                <c:pt idx="110">
                  <c:v>820</c:v>
                </c:pt>
                <c:pt idx="111">
                  <c:v>827</c:v>
                </c:pt>
                <c:pt idx="112">
                  <c:v>835</c:v>
                </c:pt>
                <c:pt idx="113">
                  <c:v>842</c:v>
                </c:pt>
                <c:pt idx="114">
                  <c:v>849</c:v>
                </c:pt>
                <c:pt idx="115">
                  <c:v>857</c:v>
                </c:pt>
                <c:pt idx="116">
                  <c:v>864</c:v>
                </c:pt>
                <c:pt idx="117">
                  <c:v>872</c:v>
                </c:pt>
                <c:pt idx="118">
                  <c:v>879</c:v>
                </c:pt>
              </c:numCache>
            </c:numRef>
          </c:xVal>
          <c:yVal>
            <c:numRef>
              <c:f>'Chart Data'!$V$2:$V$120</c:f>
              <c:numCache>
                <c:formatCode>General</c:formatCode>
                <c:ptCount val="119"/>
                <c:pt idx="0">
                  <c:v>1.0747879</c:v>
                </c:pt>
                <c:pt idx="1">
                  <c:v>1.074666</c:v>
                </c:pt>
                <c:pt idx="2">
                  <c:v>1.0759634</c:v>
                </c:pt>
                <c:pt idx="3">
                  <c:v>1.0763752</c:v>
                </c:pt>
                <c:pt idx="4">
                  <c:v>1.0765082</c:v>
                </c:pt>
                <c:pt idx="5">
                  <c:v>1.0766463</c:v>
                </c:pt>
                <c:pt idx="6">
                  <c:v>1.0767175</c:v>
                </c:pt>
                <c:pt idx="7">
                  <c:v>1.0767072</c:v>
                </c:pt>
                <c:pt idx="8">
                  <c:v>1.0774825</c:v>
                </c:pt>
                <c:pt idx="9">
                  <c:v>1.0767204</c:v>
                </c:pt>
                <c:pt idx="10">
                  <c:v>1.0766025</c:v>
                </c:pt>
                <c:pt idx="11">
                  <c:v>1.0764236</c:v>
                </c:pt>
                <c:pt idx="12">
                  <c:v>1.0762461</c:v>
                </c:pt>
                <c:pt idx="13">
                  <c:v>1.0760909</c:v>
                </c:pt>
                <c:pt idx="14">
                  <c:v>1.0758727</c:v>
                </c:pt>
                <c:pt idx="15">
                  <c:v>1.0756893</c:v>
                </c:pt>
                <c:pt idx="16">
                  <c:v>1.0755075</c:v>
                </c:pt>
                <c:pt idx="17">
                  <c:v>1.0752439</c:v>
                </c:pt>
                <c:pt idx="18">
                  <c:v>1.0750308</c:v>
                </c:pt>
                <c:pt idx="19">
                  <c:v>1.0747135</c:v>
                </c:pt>
                <c:pt idx="20">
                  <c:v>1.0744519</c:v>
                </c:pt>
                <c:pt idx="21">
                  <c:v>1.0741788</c:v>
                </c:pt>
                <c:pt idx="22">
                  <c:v>1.0739111</c:v>
                </c:pt>
                <c:pt idx="23">
                  <c:v>1.0735958</c:v>
                </c:pt>
                <c:pt idx="24">
                  <c:v>1.0733598</c:v>
                </c:pt>
                <c:pt idx="25">
                  <c:v>1.0733941</c:v>
                </c:pt>
                <c:pt idx="26">
                  <c:v>1.0726643</c:v>
                </c:pt>
                <c:pt idx="27">
                  <c:v>1.0724988</c:v>
                </c:pt>
                <c:pt idx="28">
                  <c:v>1.072045</c:v>
                </c:pt>
                <c:pt idx="29">
                  <c:v>1.0723567</c:v>
                </c:pt>
                <c:pt idx="30">
                  <c:v>1.071296</c:v>
                </c:pt>
                <c:pt idx="31">
                  <c:v>1.0714015</c:v>
                </c:pt>
                <c:pt idx="32">
                  <c:v>1.0707401</c:v>
                </c:pt>
                <c:pt idx="33">
                  <c:v>1.0697097</c:v>
                </c:pt>
                <c:pt idx="34">
                  <c:v>1.0695709</c:v>
                </c:pt>
                <c:pt idx="35">
                  <c:v>1.0696906</c:v>
                </c:pt>
                <c:pt idx="36">
                  <c:v>1.0693094</c:v>
                </c:pt>
                <c:pt idx="37">
                  <c:v>1.0684394</c:v>
                </c:pt>
                <c:pt idx="38">
                  <c:v>1.0680788</c:v>
                </c:pt>
                <c:pt idx="39">
                  <c:v>1.0677112</c:v>
                </c:pt>
                <c:pt idx="40">
                  <c:v>1.0675656</c:v>
                </c:pt>
                <c:pt idx="41">
                  <c:v>1.066833</c:v>
                </c:pt>
                <c:pt idx="42">
                  <c:v>1.0663322</c:v>
                </c:pt>
                <c:pt idx="43">
                  <c:v>1.0659589</c:v>
                </c:pt>
                <c:pt idx="44">
                  <c:v>1.0658633</c:v>
                </c:pt>
                <c:pt idx="45">
                  <c:v>1.065115</c:v>
                </c:pt>
                <c:pt idx="46">
                  <c:v>1.0647411</c:v>
                </c:pt>
                <c:pt idx="47">
                  <c:v>1.0648022</c:v>
                </c:pt>
                <c:pt idx="48">
                  <c:v>1.0653409</c:v>
                </c:pt>
                <c:pt idx="49">
                  <c:v>1.06437</c:v>
                </c:pt>
                <c:pt idx="50">
                  <c:v>1.0635281</c:v>
                </c:pt>
                <c:pt idx="51">
                  <c:v>1.063195</c:v>
                </c:pt>
                <c:pt idx="52">
                  <c:v>1.0629656</c:v>
                </c:pt>
                <c:pt idx="53">
                  <c:v>1.0620046</c:v>
                </c:pt>
                <c:pt idx="54">
                  <c:v>1.0618241</c:v>
                </c:pt>
                <c:pt idx="55">
                  <c:v>1.0610218</c:v>
                </c:pt>
                <c:pt idx="56">
                  <c:v>1.0610476</c:v>
                </c:pt>
                <c:pt idx="57">
                  <c:v>1.060238</c:v>
                </c:pt>
                <c:pt idx="58">
                  <c:v>1.059085</c:v>
                </c:pt>
                <c:pt idx="59">
                  <c:v>1.0589863</c:v>
                </c:pt>
                <c:pt idx="60">
                  <c:v>1.058725</c:v>
                </c:pt>
                <c:pt idx="61">
                  <c:v>1.057373</c:v>
                </c:pt>
                <c:pt idx="62">
                  <c:v>1.0568089</c:v>
                </c:pt>
                <c:pt idx="63">
                  <c:v>1.0566229</c:v>
                </c:pt>
                <c:pt idx="64">
                  <c:v>1.0559639</c:v>
                </c:pt>
                <c:pt idx="65">
                  <c:v>1.0549796</c:v>
                </c:pt>
                <c:pt idx="66">
                  <c:v>1.0545826</c:v>
                </c:pt>
                <c:pt idx="67">
                  <c:v>1.0538795</c:v>
                </c:pt>
                <c:pt idx="68">
                  <c:v>1.0534755</c:v>
                </c:pt>
                <c:pt idx="69">
                  <c:v>1.0519766</c:v>
                </c:pt>
                <c:pt idx="70">
                  <c:v>1.0500784</c:v>
                </c:pt>
                <c:pt idx="71">
                  <c:v>1.0496361</c:v>
                </c:pt>
                <c:pt idx="72">
                  <c:v>1.0483891</c:v>
                </c:pt>
                <c:pt idx="73">
                  <c:v>1.0478451</c:v>
                </c:pt>
                <c:pt idx="74">
                  <c:v>1.047079</c:v>
                </c:pt>
                <c:pt idx="75">
                  <c:v>1.0464352</c:v>
                </c:pt>
                <c:pt idx="76">
                  <c:v>1.046078</c:v>
                </c:pt>
                <c:pt idx="77">
                  <c:v>1.0447352</c:v>
                </c:pt>
                <c:pt idx="78">
                  <c:v>1.0436794</c:v>
                </c:pt>
                <c:pt idx="79">
                  <c:v>1.0422081</c:v>
                </c:pt>
                <c:pt idx="80">
                  <c:v>1.0417854</c:v>
                </c:pt>
                <c:pt idx="81">
                  <c:v>1.0399598</c:v>
                </c:pt>
                <c:pt idx="82">
                  <c:v>1.0385642</c:v>
                </c:pt>
                <c:pt idx="83">
                  <c:v>1.037637</c:v>
                </c:pt>
                <c:pt idx="84">
                  <c:v>1.0362643</c:v>
                </c:pt>
                <c:pt idx="85">
                  <c:v>1.034243</c:v>
                </c:pt>
                <c:pt idx="86">
                  <c:v>1.0329984</c:v>
                </c:pt>
                <c:pt idx="87">
                  <c:v>1.0308014</c:v>
                </c:pt>
                <c:pt idx="88">
                  <c:v>1.028826</c:v>
                </c:pt>
                <c:pt idx="89">
                  <c:v>1.026674</c:v>
                </c:pt>
                <c:pt idx="90">
                  <c:v>1.0240195</c:v>
                </c:pt>
                <c:pt idx="91">
                  <c:v>1.0211554</c:v>
                </c:pt>
                <c:pt idx="92">
                  <c:v>1.0187333</c:v>
                </c:pt>
                <c:pt idx="93">
                  <c:v>1.0153362</c:v>
                </c:pt>
                <c:pt idx="94">
                  <c:v>1.0118906</c:v>
                </c:pt>
                <c:pt idx="95">
                  <c:v>1.0078247</c:v>
                </c:pt>
                <c:pt idx="96">
                  <c:v>1.003305</c:v>
                </c:pt>
                <c:pt idx="97">
                  <c:v>0.99842405</c:v>
                </c:pt>
                <c:pt idx="98">
                  <c:v>0.99361134</c:v>
                </c:pt>
                <c:pt idx="99">
                  <c:v>0.98764956</c:v>
                </c:pt>
                <c:pt idx="100">
                  <c:v>0.98277694</c:v>
                </c:pt>
                <c:pt idx="101">
                  <c:v>0.9767257</c:v>
                </c:pt>
                <c:pt idx="102">
                  <c:v>0.97207284</c:v>
                </c:pt>
                <c:pt idx="103">
                  <c:v>0.96709055</c:v>
                </c:pt>
                <c:pt idx="104">
                  <c:v>0.96180314</c:v>
                </c:pt>
                <c:pt idx="105">
                  <c:v>0.95709598</c:v>
                </c:pt>
                <c:pt idx="106">
                  <c:v>0.95133895</c:v>
                </c:pt>
                <c:pt idx="107">
                  <c:v>0.9456771</c:v>
                </c:pt>
                <c:pt idx="108">
                  <c:v>0.94092441</c:v>
                </c:pt>
                <c:pt idx="109">
                  <c:v>0.93555433</c:v>
                </c:pt>
                <c:pt idx="110">
                  <c:v>0.92995936</c:v>
                </c:pt>
                <c:pt idx="111">
                  <c:v>0.92467821</c:v>
                </c:pt>
                <c:pt idx="112">
                  <c:v>0.91837031</c:v>
                </c:pt>
                <c:pt idx="113">
                  <c:v>0.91334307</c:v>
                </c:pt>
                <c:pt idx="114">
                  <c:v>0.90722758</c:v>
                </c:pt>
                <c:pt idx="115">
                  <c:v>0.90033334</c:v>
                </c:pt>
                <c:pt idx="116">
                  <c:v>0.89425331</c:v>
                </c:pt>
                <c:pt idx="117">
                  <c:v>0.88642734</c:v>
                </c:pt>
                <c:pt idx="118">
                  <c:v>0.8800649</c:v>
                </c:pt>
              </c:numCache>
            </c:numRef>
          </c:yVal>
        </c:ser>
        <c:ser>
          <c:idx val="11"/>
          <c:order val="11"/>
          <c:tx>
            <c:v>Batch1_cell_015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25</c:v>
                </c:pt>
                <c:pt idx="4">
                  <c:v>31</c:v>
                </c:pt>
                <c:pt idx="5">
                  <c:v>37</c:v>
                </c:pt>
                <c:pt idx="6">
                  <c:v>43</c:v>
                </c:pt>
                <c:pt idx="7">
                  <c:v>49</c:v>
                </c:pt>
                <c:pt idx="8">
                  <c:v>55</c:v>
                </c:pt>
                <c:pt idx="9">
                  <c:v>61</c:v>
                </c:pt>
                <c:pt idx="10">
                  <c:v>67</c:v>
                </c:pt>
                <c:pt idx="11">
                  <c:v>73</c:v>
                </c:pt>
                <c:pt idx="12">
                  <c:v>79</c:v>
                </c:pt>
                <c:pt idx="13">
                  <c:v>85</c:v>
                </c:pt>
                <c:pt idx="14">
                  <c:v>91</c:v>
                </c:pt>
                <c:pt idx="15">
                  <c:v>97</c:v>
                </c:pt>
                <c:pt idx="16">
                  <c:v>103</c:v>
                </c:pt>
                <c:pt idx="17">
                  <c:v>109</c:v>
                </c:pt>
                <c:pt idx="18">
                  <c:v>115</c:v>
                </c:pt>
                <c:pt idx="19">
                  <c:v>122</c:v>
                </c:pt>
                <c:pt idx="20">
                  <c:v>128</c:v>
                </c:pt>
                <c:pt idx="21">
                  <c:v>134</c:v>
                </c:pt>
                <c:pt idx="22">
                  <c:v>140</c:v>
                </c:pt>
                <c:pt idx="23">
                  <c:v>146</c:v>
                </c:pt>
                <c:pt idx="24">
                  <c:v>152</c:v>
                </c:pt>
                <c:pt idx="25">
                  <c:v>158</c:v>
                </c:pt>
                <c:pt idx="26">
                  <c:v>164</c:v>
                </c:pt>
                <c:pt idx="27">
                  <c:v>170</c:v>
                </c:pt>
                <c:pt idx="28">
                  <c:v>176</c:v>
                </c:pt>
                <c:pt idx="29">
                  <c:v>182</c:v>
                </c:pt>
                <c:pt idx="30">
                  <c:v>188</c:v>
                </c:pt>
                <c:pt idx="31">
                  <c:v>194</c:v>
                </c:pt>
                <c:pt idx="32">
                  <c:v>200</c:v>
                </c:pt>
                <c:pt idx="33">
                  <c:v>206</c:v>
                </c:pt>
                <c:pt idx="34">
                  <c:v>212</c:v>
                </c:pt>
                <c:pt idx="35">
                  <c:v>218</c:v>
                </c:pt>
                <c:pt idx="36">
                  <c:v>224</c:v>
                </c:pt>
                <c:pt idx="37">
                  <c:v>230</c:v>
                </c:pt>
                <c:pt idx="38">
                  <c:v>236</c:v>
                </c:pt>
                <c:pt idx="39">
                  <c:v>242</c:v>
                </c:pt>
                <c:pt idx="40">
                  <c:v>248</c:v>
                </c:pt>
                <c:pt idx="41">
                  <c:v>254</c:v>
                </c:pt>
                <c:pt idx="42">
                  <c:v>260</c:v>
                </c:pt>
                <c:pt idx="43">
                  <c:v>266</c:v>
                </c:pt>
                <c:pt idx="44">
                  <c:v>272</c:v>
                </c:pt>
                <c:pt idx="45">
                  <c:v>278</c:v>
                </c:pt>
                <c:pt idx="46">
                  <c:v>284</c:v>
                </c:pt>
                <c:pt idx="47">
                  <c:v>290</c:v>
                </c:pt>
                <c:pt idx="48">
                  <c:v>296</c:v>
                </c:pt>
                <c:pt idx="49">
                  <c:v>302</c:v>
                </c:pt>
                <c:pt idx="50">
                  <c:v>308</c:v>
                </c:pt>
                <c:pt idx="51">
                  <c:v>314</c:v>
                </c:pt>
                <c:pt idx="52">
                  <c:v>320</c:v>
                </c:pt>
                <c:pt idx="53">
                  <c:v>326</c:v>
                </c:pt>
                <c:pt idx="54">
                  <c:v>332</c:v>
                </c:pt>
                <c:pt idx="55">
                  <c:v>338</c:v>
                </c:pt>
                <c:pt idx="56">
                  <c:v>344</c:v>
                </c:pt>
                <c:pt idx="57">
                  <c:v>350</c:v>
                </c:pt>
                <c:pt idx="58">
                  <c:v>356</c:v>
                </c:pt>
                <c:pt idx="59">
                  <c:v>363</c:v>
                </c:pt>
                <c:pt idx="60">
                  <c:v>369</c:v>
                </c:pt>
                <c:pt idx="61">
                  <c:v>375</c:v>
                </c:pt>
                <c:pt idx="62">
                  <c:v>381</c:v>
                </c:pt>
                <c:pt idx="63">
                  <c:v>387</c:v>
                </c:pt>
                <c:pt idx="64">
                  <c:v>393</c:v>
                </c:pt>
                <c:pt idx="65">
                  <c:v>399</c:v>
                </c:pt>
                <c:pt idx="66">
                  <c:v>405</c:v>
                </c:pt>
                <c:pt idx="67">
                  <c:v>411</c:v>
                </c:pt>
                <c:pt idx="68">
                  <c:v>417</c:v>
                </c:pt>
                <c:pt idx="69">
                  <c:v>423</c:v>
                </c:pt>
                <c:pt idx="70">
                  <c:v>429</c:v>
                </c:pt>
                <c:pt idx="71">
                  <c:v>435</c:v>
                </c:pt>
                <c:pt idx="72">
                  <c:v>441</c:v>
                </c:pt>
                <c:pt idx="73">
                  <c:v>447</c:v>
                </c:pt>
                <c:pt idx="74">
                  <c:v>453</c:v>
                </c:pt>
                <c:pt idx="75">
                  <c:v>459</c:v>
                </c:pt>
                <c:pt idx="76">
                  <c:v>465</c:v>
                </c:pt>
                <c:pt idx="77">
                  <c:v>471</c:v>
                </c:pt>
                <c:pt idx="78">
                  <c:v>477</c:v>
                </c:pt>
                <c:pt idx="79">
                  <c:v>483</c:v>
                </c:pt>
                <c:pt idx="80">
                  <c:v>489</c:v>
                </c:pt>
                <c:pt idx="81">
                  <c:v>495</c:v>
                </c:pt>
                <c:pt idx="82">
                  <c:v>501</c:v>
                </c:pt>
                <c:pt idx="83">
                  <c:v>507</c:v>
                </c:pt>
                <c:pt idx="84">
                  <c:v>513</c:v>
                </c:pt>
                <c:pt idx="85">
                  <c:v>519</c:v>
                </c:pt>
                <c:pt idx="86">
                  <c:v>525</c:v>
                </c:pt>
                <c:pt idx="87">
                  <c:v>531</c:v>
                </c:pt>
                <c:pt idx="88">
                  <c:v>537</c:v>
                </c:pt>
                <c:pt idx="89">
                  <c:v>543</c:v>
                </c:pt>
                <c:pt idx="90">
                  <c:v>549</c:v>
                </c:pt>
                <c:pt idx="91">
                  <c:v>555</c:v>
                </c:pt>
                <c:pt idx="92">
                  <c:v>561</c:v>
                </c:pt>
                <c:pt idx="93">
                  <c:v>567</c:v>
                </c:pt>
                <c:pt idx="94">
                  <c:v>573</c:v>
                </c:pt>
                <c:pt idx="95">
                  <c:v>579</c:v>
                </c:pt>
                <c:pt idx="96">
                  <c:v>585</c:v>
                </c:pt>
                <c:pt idx="97">
                  <c:v>591</c:v>
                </c:pt>
                <c:pt idx="98">
                  <c:v>597</c:v>
                </c:pt>
                <c:pt idx="99">
                  <c:v>604</c:v>
                </c:pt>
                <c:pt idx="100">
                  <c:v>610</c:v>
                </c:pt>
                <c:pt idx="101">
                  <c:v>616</c:v>
                </c:pt>
                <c:pt idx="102">
                  <c:v>622</c:v>
                </c:pt>
                <c:pt idx="103">
                  <c:v>628</c:v>
                </c:pt>
                <c:pt idx="104">
                  <c:v>634</c:v>
                </c:pt>
                <c:pt idx="105">
                  <c:v>640</c:v>
                </c:pt>
                <c:pt idx="106">
                  <c:v>646</c:v>
                </c:pt>
                <c:pt idx="107">
                  <c:v>652</c:v>
                </c:pt>
                <c:pt idx="108">
                  <c:v>658</c:v>
                </c:pt>
                <c:pt idx="109">
                  <c:v>664</c:v>
                </c:pt>
                <c:pt idx="110">
                  <c:v>670</c:v>
                </c:pt>
                <c:pt idx="111">
                  <c:v>676</c:v>
                </c:pt>
                <c:pt idx="112">
                  <c:v>682</c:v>
                </c:pt>
                <c:pt idx="113">
                  <c:v>688</c:v>
                </c:pt>
                <c:pt idx="114">
                  <c:v>694</c:v>
                </c:pt>
                <c:pt idx="115">
                  <c:v>700</c:v>
                </c:pt>
                <c:pt idx="116">
                  <c:v>706</c:v>
                </c:pt>
                <c:pt idx="117">
                  <c:v>712</c:v>
                </c:pt>
                <c:pt idx="118">
                  <c:v>718</c:v>
                </c:pt>
              </c:numCache>
            </c:numRef>
          </c:xVal>
          <c:yVal>
            <c:numRef>
              <c:f>'Chart Data'!$X$2:$X$120</c:f>
              <c:numCache>
                <c:formatCode>General</c:formatCode>
                <c:ptCount val="119"/>
                <c:pt idx="0">
                  <c:v>1.0656844</c:v>
                </c:pt>
                <c:pt idx="1">
                  <c:v>1.0619684</c:v>
                </c:pt>
                <c:pt idx="2">
                  <c:v>1.0669607</c:v>
                </c:pt>
                <c:pt idx="3">
                  <c:v>1.0676802</c:v>
                </c:pt>
                <c:pt idx="4">
                  <c:v>1.0679616</c:v>
                </c:pt>
                <c:pt idx="5">
                  <c:v>1.0681505</c:v>
                </c:pt>
                <c:pt idx="6">
                  <c:v>1.0682268</c:v>
                </c:pt>
                <c:pt idx="7">
                  <c:v>1.0684175</c:v>
                </c:pt>
                <c:pt idx="8">
                  <c:v>1.0685248</c:v>
                </c:pt>
                <c:pt idx="9">
                  <c:v>1.068517</c:v>
                </c:pt>
                <c:pt idx="10">
                  <c:v>1.0689471</c:v>
                </c:pt>
                <c:pt idx="11">
                  <c:v>1.0684167</c:v>
                </c:pt>
                <c:pt idx="12">
                  <c:v>1.0682192</c:v>
                </c:pt>
                <c:pt idx="13">
                  <c:v>1.0680563</c:v>
                </c:pt>
                <c:pt idx="14">
                  <c:v>1.067916</c:v>
                </c:pt>
                <c:pt idx="15">
                  <c:v>1.0678004</c:v>
                </c:pt>
                <c:pt idx="16">
                  <c:v>1.0675873</c:v>
                </c:pt>
                <c:pt idx="17">
                  <c:v>1.0675218</c:v>
                </c:pt>
                <c:pt idx="18">
                  <c:v>1.0673642</c:v>
                </c:pt>
                <c:pt idx="19">
                  <c:v>1.0670319</c:v>
                </c:pt>
                <c:pt idx="20">
                  <c:v>1.0668527</c:v>
                </c:pt>
                <c:pt idx="21">
                  <c:v>1.066704</c:v>
                </c:pt>
                <c:pt idx="22">
                  <c:v>1.0665077</c:v>
                </c:pt>
                <c:pt idx="23">
                  <c:v>1.0662246</c:v>
                </c:pt>
                <c:pt idx="24">
                  <c:v>1.0658987</c:v>
                </c:pt>
                <c:pt idx="25">
                  <c:v>1.0657607</c:v>
                </c:pt>
                <c:pt idx="26">
                  <c:v>1.065403</c:v>
                </c:pt>
                <c:pt idx="27">
                  <c:v>1.0652742</c:v>
                </c:pt>
                <c:pt idx="28">
                  <c:v>1.0649923</c:v>
                </c:pt>
                <c:pt idx="29">
                  <c:v>1.0651064</c:v>
                </c:pt>
                <c:pt idx="30">
                  <c:v>1.0647223</c:v>
                </c:pt>
                <c:pt idx="31">
                  <c:v>1.0645423</c:v>
                </c:pt>
                <c:pt idx="32">
                  <c:v>1.0639936</c:v>
                </c:pt>
                <c:pt idx="33">
                  <c:v>1.0637165</c:v>
                </c:pt>
                <c:pt idx="34">
                  <c:v>1.0635759</c:v>
                </c:pt>
                <c:pt idx="35">
                  <c:v>1.063727</c:v>
                </c:pt>
                <c:pt idx="36">
                  <c:v>1.0629854</c:v>
                </c:pt>
                <c:pt idx="37">
                  <c:v>1.0624629</c:v>
                </c:pt>
                <c:pt idx="38">
                  <c:v>1.0624065</c:v>
                </c:pt>
                <c:pt idx="39">
                  <c:v>1.0618773</c:v>
                </c:pt>
                <c:pt idx="40">
                  <c:v>1.0619866</c:v>
                </c:pt>
                <c:pt idx="41">
                  <c:v>1.0613066</c:v>
                </c:pt>
                <c:pt idx="42">
                  <c:v>1.0608826</c:v>
                </c:pt>
                <c:pt idx="43">
                  <c:v>1.0609368</c:v>
                </c:pt>
                <c:pt idx="44">
                  <c:v>1.0604701</c:v>
                </c:pt>
                <c:pt idx="45">
                  <c:v>1.0603762</c:v>
                </c:pt>
                <c:pt idx="46">
                  <c:v>1.0596147</c:v>
                </c:pt>
                <c:pt idx="47">
                  <c:v>1.0592099</c:v>
                </c:pt>
                <c:pt idx="48">
                  <c:v>1.0589206</c:v>
                </c:pt>
                <c:pt idx="49">
                  <c:v>1.0589625</c:v>
                </c:pt>
                <c:pt idx="50">
                  <c:v>1.0578667</c:v>
                </c:pt>
                <c:pt idx="51">
                  <c:v>1.0577199</c:v>
                </c:pt>
                <c:pt idx="52">
                  <c:v>1.0573573</c:v>
                </c:pt>
                <c:pt idx="53">
                  <c:v>1.0568694</c:v>
                </c:pt>
                <c:pt idx="54">
                  <c:v>1.0567122</c:v>
                </c:pt>
                <c:pt idx="55">
                  <c:v>1.0560863</c:v>
                </c:pt>
                <c:pt idx="56">
                  <c:v>1.0555898</c:v>
                </c:pt>
                <c:pt idx="57">
                  <c:v>1.056215</c:v>
                </c:pt>
                <c:pt idx="58">
                  <c:v>1.056373</c:v>
                </c:pt>
                <c:pt idx="59">
                  <c:v>1.0560981</c:v>
                </c:pt>
                <c:pt idx="60">
                  <c:v>1.0548576</c:v>
                </c:pt>
                <c:pt idx="61">
                  <c:v>1.053911</c:v>
                </c:pt>
                <c:pt idx="62">
                  <c:v>1.0536131</c:v>
                </c:pt>
                <c:pt idx="63">
                  <c:v>1.0533956</c:v>
                </c:pt>
                <c:pt idx="64">
                  <c:v>1.0526975</c:v>
                </c:pt>
                <c:pt idx="65">
                  <c:v>1.0520123</c:v>
                </c:pt>
                <c:pt idx="66">
                  <c:v>1.0514177</c:v>
                </c:pt>
                <c:pt idx="67">
                  <c:v>1.0513227</c:v>
                </c:pt>
                <c:pt idx="68">
                  <c:v>1.0510178</c:v>
                </c:pt>
                <c:pt idx="69">
                  <c:v>1.0495094</c:v>
                </c:pt>
                <c:pt idx="70">
                  <c:v>1.048491</c:v>
                </c:pt>
                <c:pt idx="71">
                  <c:v>1.0488008</c:v>
                </c:pt>
                <c:pt idx="72">
                  <c:v>1.0479509</c:v>
                </c:pt>
                <c:pt idx="73">
                  <c:v>1.0479194</c:v>
                </c:pt>
                <c:pt idx="74">
                  <c:v>1.0462247</c:v>
                </c:pt>
                <c:pt idx="75">
                  <c:v>1.045496</c:v>
                </c:pt>
                <c:pt idx="76">
                  <c:v>1.0444939</c:v>
                </c:pt>
                <c:pt idx="77">
                  <c:v>1.0439012</c:v>
                </c:pt>
                <c:pt idx="78">
                  <c:v>1.0426821</c:v>
                </c:pt>
                <c:pt idx="79">
                  <c:v>1.0415018</c:v>
                </c:pt>
                <c:pt idx="80">
                  <c:v>1.040597</c:v>
                </c:pt>
                <c:pt idx="81">
                  <c:v>1.0400881</c:v>
                </c:pt>
                <c:pt idx="82">
                  <c:v>1.0399183</c:v>
                </c:pt>
                <c:pt idx="83">
                  <c:v>1.038004</c:v>
                </c:pt>
                <c:pt idx="84">
                  <c:v>1.0356226</c:v>
                </c:pt>
                <c:pt idx="85">
                  <c:v>1.0342625</c:v>
                </c:pt>
                <c:pt idx="86">
                  <c:v>1.0325333</c:v>
                </c:pt>
                <c:pt idx="87">
                  <c:v>1.0313088</c:v>
                </c:pt>
                <c:pt idx="88">
                  <c:v>1.0293198</c:v>
                </c:pt>
                <c:pt idx="89">
                  <c:v>1.027173</c:v>
                </c:pt>
                <c:pt idx="90">
                  <c:v>1.0258882</c:v>
                </c:pt>
                <c:pt idx="91">
                  <c:v>1.0236537</c:v>
                </c:pt>
                <c:pt idx="92">
                  <c:v>1.0215296</c:v>
                </c:pt>
                <c:pt idx="93">
                  <c:v>1.0185094</c:v>
                </c:pt>
                <c:pt idx="94">
                  <c:v>1.0159678</c:v>
                </c:pt>
                <c:pt idx="95">
                  <c:v>1.0135924</c:v>
                </c:pt>
                <c:pt idx="96">
                  <c:v>1.0101314</c:v>
                </c:pt>
                <c:pt idx="97">
                  <c:v>1.0070167</c:v>
                </c:pt>
                <c:pt idx="98">
                  <c:v>1.0027947</c:v>
                </c:pt>
                <c:pt idx="99">
                  <c:v>0.99772769</c:v>
                </c:pt>
                <c:pt idx="100">
                  <c:v>0.99268889</c:v>
                </c:pt>
                <c:pt idx="101">
                  <c:v>0.98723203</c:v>
                </c:pt>
                <c:pt idx="102">
                  <c:v>0.98185319</c:v>
                </c:pt>
                <c:pt idx="103">
                  <c:v>0.97589326</c:v>
                </c:pt>
                <c:pt idx="104">
                  <c:v>0.9694196</c:v>
                </c:pt>
                <c:pt idx="105">
                  <c:v>0.9632501</c:v>
                </c:pt>
                <c:pt idx="106">
                  <c:v>0.95742106</c:v>
                </c:pt>
                <c:pt idx="107">
                  <c:v>0.95179069</c:v>
                </c:pt>
                <c:pt idx="108">
                  <c:v>0.94595414</c:v>
                </c:pt>
                <c:pt idx="109">
                  <c:v>0.94000846</c:v>
                </c:pt>
                <c:pt idx="110">
                  <c:v>0.93395764</c:v>
                </c:pt>
                <c:pt idx="111">
                  <c:v>0.92779851</c:v>
                </c:pt>
                <c:pt idx="112">
                  <c:v>0.92166263</c:v>
                </c:pt>
                <c:pt idx="113">
                  <c:v>0.91541463</c:v>
                </c:pt>
                <c:pt idx="114">
                  <c:v>0.90886486</c:v>
                </c:pt>
                <c:pt idx="115">
                  <c:v>0.90277982</c:v>
                </c:pt>
                <c:pt idx="116">
                  <c:v>0.89584893</c:v>
                </c:pt>
                <c:pt idx="117">
                  <c:v>0.88975656</c:v>
                </c:pt>
                <c:pt idx="118">
                  <c:v>0.88298881</c:v>
                </c:pt>
              </c:numCache>
            </c:numRef>
          </c:yVal>
        </c:ser>
        <c:ser>
          <c:idx val="12"/>
          <c:order val="12"/>
          <c:tx>
            <c:v>Batch1_cell_016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Data'!$Y$2:$Y$120</c:f>
              <c:numCache>
                <c:formatCode>General</c:formatCode>
                <c:ptCount val="119"/>
                <c:pt idx="0">
                  <c:v>8</c:v>
                </c:pt>
                <c:pt idx="1">
                  <c:v>15</c:v>
                </c:pt>
                <c:pt idx="2">
                  <c:v>23</c:v>
                </c:pt>
                <c:pt idx="3">
                  <c:v>30</c:v>
                </c:pt>
                <c:pt idx="4">
                  <c:v>37</c:v>
                </c:pt>
                <c:pt idx="5">
                  <c:v>44</c:v>
                </c:pt>
                <c:pt idx="6">
                  <c:v>52</c:v>
                </c:pt>
                <c:pt idx="7">
                  <c:v>59</c:v>
                </c:pt>
                <c:pt idx="8">
                  <c:v>66</c:v>
                </c:pt>
                <c:pt idx="9">
                  <c:v>73</c:v>
                </c:pt>
                <c:pt idx="10">
                  <c:v>80</c:v>
                </c:pt>
                <c:pt idx="11">
                  <c:v>88</c:v>
                </c:pt>
                <c:pt idx="12">
                  <c:v>95</c:v>
                </c:pt>
                <c:pt idx="13">
                  <c:v>102</c:v>
                </c:pt>
                <c:pt idx="14">
                  <c:v>109</c:v>
                </c:pt>
                <c:pt idx="15">
                  <c:v>117</c:v>
                </c:pt>
                <c:pt idx="16">
                  <c:v>124</c:v>
                </c:pt>
                <c:pt idx="17">
                  <c:v>131</c:v>
                </c:pt>
                <c:pt idx="18">
                  <c:v>138</c:v>
                </c:pt>
                <c:pt idx="19">
                  <c:v>146</c:v>
                </c:pt>
                <c:pt idx="20">
                  <c:v>153</c:v>
                </c:pt>
                <c:pt idx="21">
                  <c:v>160</c:v>
                </c:pt>
                <c:pt idx="22">
                  <c:v>167</c:v>
                </c:pt>
                <c:pt idx="23">
                  <c:v>174</c:v>
                </c:pt>
                <c:pt idx="24">
                  <c:v>182</c:v>
                </c:pt>
                <c:pt idx="25">
                  <c:v>189</c:v>
                </c:pt>
                <c:pt idx="26">
                  <c:v>196</c:v>
                </c:pt>
                <c:pt idx="27">
                  <c:v>203</c:v>
                </c:pt>
                <c:pt idx="28">
                  <c:v>211</c:v>
                </c:pt>
                <c:pt idx="29">
                  <c:v>218</c:v>
                </c:pt>
                <c:pt idx="30">
                  <c:v>225</c:v>
                </c:pt>
                <c:pt idx="31">
                  <c:v>232</c:v>
                </c:pt>
                <c:pt idx="32">
                  <c:v>239</c:v>
                </c:pt>
                <c:pt idx="33">
                  <c:v>247</c:v>
                </c:pt>
                <c:pt idx="34">
                  <c:v>254</c:v>
                </c:pt>
                <c:pt idx="35">
                  <c:v>261</c:v>
                </c:pt>
                <c:pt idx="36">
                  <c:v>268</c:v>
                </c:pt>
                <c:pt idx="37">
                  <c:v>276</c:v>
                </c:pt>
                <c:pt idx="38">
                  <c:v>283</c:v>
                </c:pt>
                <c:pt idx="39">
                  <c:v>290</c:v>
                </c:pt>
                <c:pt idx="40">
                  <c:v>297</c:v>
                </c:pt>
                <c:pt idx="41">
                  <c:v>305</c:v>
                </c:pt>
                <c:pt idx="42">
                  <c:v>312</c:v>
                </c:pt>
                <c:pt idx="43">
                  <c:v>319</c:v>
                </c:pt>
                <c:pt idx="44">
                  <c:v>326</c:v>
                </c:pt>
                <c:pt idx="45">
                  <c:v>333</c:v>
                </c:pt>
                <c:pt idx="46">
                  <c:v>341</c:v>
                </c:pt>
                <c:pt idx="47">
                  <c:v>348</c:v>
                </c:pt>
                <c:pt idx="48">
                  <c:v>355</c:v>
                </c:pt>
                <c:pt idx="49">
                  <c:v>362</c:v>
                </c:pt>
                <c:pt idx="50">
                  <c:v>370</c:v>
                </c:pt>
                <c:pt idx="51">
                  <c:v>377</c:v>
                </c:pt>
                <c:pt idx="52">
                  <c:v>384</c:v>
                </c:pt>
                <c:pt idx="53">
                  <c:v>391</c:v>
                </c:pt>
                <c:pt idx="54">
                  <c:v>398</c:v>
                </c:pt>
                <c:pt idx="55">
                  <c:v>406</c:v>
                </c:pt>
                <c:pt idx="56">
                  <c:v>413</c:v>
                </c:pt>
                <c:pt idx="57">
                  <c:v>420</c:v>
                </c:pt>
                <c:pt idx="58">
                  <c:v>427</c:v>
                </c:pt>
                <c:pt idx="59">
                  <c:v>435</c:v>
                </c:pt>
                <c:pt idx="60">
                  <c:v>442</c:v>
                </c:pt>
                <c:pt idx="61">
                  <c:v>449</c:v>
                </c:pt>
                <c:pt idx="62">
                  <c:v>456</c:v>
                </c:pt>
                <c:pt idx="63">
                  <c:v>464</c:v>
                </c:pt>
                <c:pt idx="64">
                  <c:v>471</c:v>
                </c:pt>
                <c:pt idx="65">
                  <c:v>478</c:v>
                </c:pt>
                <c:pt idx="66">
                  <c:v>485</c:v>
                </c:pt>
                <c:pt idx="67">
                  <c:v>492</c:v>
                </c:pt>
                <c:pt idx="68">
                  <c:v>500</c:v>
                </c:pt>
                <c:pt idx="69">
                  <c:v>507</c:v>
                </c:pt>
                <c:pt idx="70">
                  <c:v>514</c:v>
                </c:pt>
                <c:pt idx="71">
                  <c:v>521</c:v>
                </c:pt>
                <c:pt idx="72">
                  <c:v>529</c:v>
                </c:pt>
                <c:pt idx="73">
                  <c:v>536</c:v>
                </c:pt>
                <c:pt idx="74">
                  <c:v>543</c:v>
                </c:pt>
                <c:pt idx="75">
                  <c:v>550</c:v>
                </c:pt>
                <c:pt idx="76">
                  <c:v>557</c:v>
                </c:pt>
                <c:pt idx="77">
                  <c:v>565</c:v>
                </c:pt>
                <c:pt idx="78">
                  <c:v>572</c:v>
                </c:pt>
                <c:pt idx="79">
                  <c:v>579</c:v>
                </c:pt>
                <c:pt idx="80">
                  <c:v>586</c:v>
                </c:pt>
                <c:pt idx="81">
                  <c:v>594</c:v>
                </c:pt>
                <c:pt idx="82">
                  <c:v>601</c:v>
                </c:pt>
                <c:pt idx="83">
                  <c:v>608</c:v>
                </c:pt>
                <c:pt idx="84">
                  <c:v>615</c:v>
                </c:pt>
                <c:pt idx="85">
                  <c:v>623</c:v>
                </c:pt>
                <c:pt idx="86">
                  <c:v>630</c:v>
                </c:pt>
                <c:pt idx="87">
                  <c:v>637</c:v>
                </c:pt>
                <c:pt idx="88">
                  <c:v>644</c:v>
                </c:pt>
                <c:pt idx="89">
                  <c:v>651</c:v>
                </c:pt>
                <c:pt idx="90">
                  <c:v>659</c:v>
                </c:pt>
                <c:pt idx="91">
                  <c:v>666</c:v>
                </c:pt>
                <c:pt idx="92">
                  <c:v>673</c:v>
                </c:pt>
                <c:pt idx="93">
                  <c:v>680</c:v>
                </c:pt>
                <c:pt idx="94">
                  <c:v>688</c:v>
                </c:pt>
                <c:pt idx="95">
                  <c:v>695</c:v>
                </c:pt>
                <c:pt idx="96">
                  <c:v>702</c:v>
                </c:pt>
                <c:pt idx="97">
                  <c:v>709</c:v>
                </c:pt>
                <c:pt idx="98">
                  <c:v>716</c:v>
                </c:pt>
                <c:pt idx="99">
                  <c:v>724</c:v>
                </c:pt>
                <c:pt idx="100">
                  <c:v>731</c:v>
                </c:pt>
                <c:pt idx="101">
                  <c:v>738</c:v>
                </c:pt>
                <c:pt idx="102">
                  <c:v>745</c:v>
                </c:pt>
                <c:pt idx="103">
                  <c:v>753</c:v>
                </c:pt>
                <c:pt idx="104">
                  <c:v>760</c:v>
                </c:pt>
                <c:pt idx="105">
                  <c:v>767</c:v>
                </c:pt>
                <c:pt idx="106">
                  <c:v>774</c:v>
                </c:pt>
                <c:pt idx="107">
                  <c:v>782</c:v>
                </c:pt>
                <c:pt idx="108">
                  <c:v>789</c:v>
                </c:pt>
                <c:pt idx="109">
                  <c:v>796</c:v>
                </c:pt>
                <c:pt idx="110">
                  <c:v>803</c:v>
                </c:pt>
                <c:pt idx="111">
                  <c:v>810</c:v>
                </c:pt>
                <c:pt idx="112">
                  <c:v>818</c:v>
                </c:pt>
                <c:pt idx="113">
                  <c:v>825</c:v>
                </c:pt>
                <c:pt idx="114">
                  <c:v>832</c:v>
                </c:pt>
                <c:pt idx="115">
                  <c:v>839</c:v>
                </c:pt>
                <c:pt idx="116">
                  <c:v>847</c:v>
                </c:pt>
                <c:pt idx="117">
                  <c:v>854</c:v>
                </c:pt>
                <c:pt idx="118">
                  <c:v>861</c:v>
                </c:pt>
              </c:numCache>
            </c:numRef>
          </c:xVal>
          <c:yVal>
            <c:numRef>
              <c:f>'Chart Data'!$Z$2:$Z$120</c:f>
              <c:numCache>
                <c:formatCode>General</c:formatCode>
                <c:ptCount val="119"/>
                <c:pt idx="0">
                  <c:v>1.0853211</c:v>
                </c:pt>
                <c:pt idx="1">
                  <c:v>1.084362</c:v>
                </c:pt>
                <c:pt idx="2">
                  <c:v>1.0863546</c:v>
                </c:pt>
                <c:pt idx="3">
                  <c:v>1.0867822</c:v>
                </c:pt>
                <c:pt idx="4">
                  <c:v>1.0868845</c:v>
                </c:pt>
                <c:pt idx="5">
                  <c:v>1.0870183</c:v>
                </c:pt>
                <c:pt idx="6">
                  <c:v>1.0871048</c:v>
                </c:pt>
                <c:pt idx="7">
                  <c:v>1.0870382</c:v>
                </c:pt>
                <c:pt idx="8">
                  <c:v>1.0870402</c:v>
                </c:pt>
                <c:pt idx="9">
                  <c:v>1.0871114</c:v>
                </c:pt>
                <c:pt idx="10">
                  <c:v>1.0869174</c:v>
                </c:pt>
                <c:pt idx="11">
                  <c:v>1.0866562</c:v>
                </c:pt>
                <c:pt idx="12">
                  <c:v>1.0864272</c:v>
                </c:pt>
                <c:pt idx="13">
                  <c:v>1.0862727</c:v>
                </c:pt>
                <c:pt idx="14">
                  <c:v>1.0860479</c:v>
                </c:pt>
                <c:pt idx="15">
                  <c:v>1.0858008</c:v>
                </c:pt>
                <c:pt idx="16">
                  <c:v>1.0855954</c:v>
                </c:pt>
                <c:pt idx="17">
                  <c:v>1.085326</c:v>
                </c:pt>
                <c:pt idx="18">
                  <c:v>1.0851481</c:v>
                </c:pt>
                <c:pt idx="19">
                  <c:v>1.0848571</c:v>
                </c:pt>
                <c:pt idx="20">
                  <c:v>1.0845495</c:v>
                </c:pt>
                <c:pt idx="21">
                  <c:v>1.0843536</c:v>
                </c:pt>
                <c:pt idx="22">
                  <c:v>1.0840526</c:v>
                </c:pt>
                <c:pt idx="23">
                  <c:v>1.0837775</c:v>
                </c:pt>
                <c:pt idx="24">
                  <c:v>1.0835145</c:v>
                </c:pt>
                <c:pt idx="25">
                  <c:v>1.0832417</c:v>
                </c:pt>
                <c:pt idx="26">
                  <c:v>1.0834385</c:v>
                </c:pt>
                <c:pt idx="27">
                  <c:v>1.0825433</c:v>
                </c:pt>
                <c:pt idx="28">
                  <c:v>1.0823127</c:v>
                </c:pt>
                <c:pt idx="29">
                  <c:v>1.0818295</c:v>
                </c:pt>
                <c:pt idx="30">
                  <c:v>1.082399</c:v>
                </c:pt>
                <c:pt idx="31">
                  <c:v>1.0812615</c:v>
                </c:pt>
                <c:pt idx="32">
                  <c:v>1.0809878</c:v>
                </c:pt>
                <c:pt idx="33">
                  <c:v>1.0804806</c:v>
                </c:pt>
                <c:pt idx="34">
                  <c:v>1.0806258</c:v>
                </c:pt>
                <c:pt idx="35">
                  <c:v>1.0797557</c:v>
                </c:pt>
                <c:pt idx="36">
                  <c:v>1.0795623</c:v>
                </c:pt>
                <c:pt idx="37">
                  <c:v>1.0791088</c:v>
                </c:pt>
                <c:pt idx="38">
                  <c:v>1.0792465</c:v>
                </c:pt>
                <c:pt idx="39">
                  <c:v>1.0783399</c:v>
                </c:pt>
                <c:pt idx="40">
                  <c:v>1.0779935</c:v>
                </c:pt>
                <c:pt idx="41">
                  <c:v>1.0776021</c:v>
                </c:pt>
                <c:pt idx="42">
                  <c:v>1.0778736</c:v>
                </c:pt>
                <c:pt idx="43">
                  <c:v>1.0768052</c:v>
                </c:pt>
                <c:pt idx="44">
                  <c:v>1.0763288</c:v>
                </c:pt>
                <c:pt idx="45">
                  <c:v>1.0758785</c:v>
                </c:pt>
                <c:pt idx="46">
                  <c:v>1.0758694</c:v>
                </c:pt>
                <c:pt idx="47">
                  <c:v>1.0749967</c:v>
                </c:pt>
                <c:pt idx="48">
                  <c:v>1.0757414</c:v>
                </c:pt>
                <c:pt idx="49">
                  <c:v>1.0760864</c:v>
                </c:pt>
                <c:pt idx="50">
                  <c:v>1.0766515</c:v>
                </c:pt>
                <c:pt idx="51">
                  <c:v>1.0751016</c:v>
                </c:pt>
                <c:pt idx="52">
                  <c:v>1.0747812</c:v>
                </c:pt>
                <c:pt idx="53">
                  <c:v>1.0743437</c:v>
                </c:pt>
                <c:pt idx="54">
                  <c:v>1.0746859</c:v>
                </c:pt>
                <c:pt idx="55">
                  <c:v>1.0720161</c:v>
                </c:pt>
                <c:pt idx="56">
                  <c:v>1.0730468</c:v>
                </c:pt>
                <c:pt idx="57">
                  <c:v>1.0725062</c:v>
                </c:pt>
                <c:pt idx="58">
                  <c:v>1.0727129</c:v>
                </c:pt>
                <c:pt idx="59">
                  <c:v>1.0712312</c:v>
                </c:pt>
                <c:pt idx="60">
                  <c:v>1.0711181</c:v>
                </c:pt>
                <c:pt idx="61">
                  <c:v>1.0704132</c:v>
                </c:pt>
                <c:pt idx="62">
                  <c:v>1.0704104</c:v>
                </c:pt>
                <c:pt idx="63">
                  <c:v>1.0690219</c:v>
                </c:pt>
                <c:pt idx="64">
                  <c:v>1.0684714</c:v>
                </c:pt>
                <c:pt idx="65">
                  <c:v>1.0680211</c:v>
                </c:pt>
                <c:pt idx="66">
                  <c:v>1.0679965</c:v>
                </c:pt>
                <c:pt idx="67">
                  <c:v>1.0668826</c:v>
                </c:pt>
                <c:pt idx="68">
                  <c:v>1.0661627</c:v>
                </c:pt>
                <c:pt idx="69">
                  <c:v>1.0659434</c:v>
                </c:pt>
                <c:pt idx="70">
                  <c:v>1.0655572</c:v>
                </c:pt>
                <c:pt idx="71">
                  <c:v>1.0639913</c:v>
                </c:pt>
                <c:pt idx="72">
                  <c:v>1.0618112</c:v>
                </c:pt>
                <c:pt idx="73">
                  <c:v>1.0614083</c:v>
                </c:pt>
                <c:pt idx="74">
                  <c:v>1.0608242</c:v>
                </c:pt>
                <c:pt idx="75">
                  <c:v>1.0596046</c:v>
                </c:pt>
                <c:pt idx="76">
                  <c:v>1.0589864</c:v>
                </c:pt>
                <c:pt idx="77">
                  <c:v>1.058067</c:v>
                </c:pt>
                <c:pt idx="78">
                  <c:v>1.0571154</c:v>
                </c:pt>
                <c:pt idx="79">
                  <c:v>1.0559757</c:v>
                </c:pt>
                <c:pt idx="80">
                  <c:v>1.0550946</c:v>
                </c:pt>
                <c:pt idx="81">
                  <c:v>1.0538504</c:v>
                </c:pt>
                <c:pt idx="82">
                  <c:v>1.0531735</c:v>
                </c:pt>
                <c:pt idx="83">
                  <c:v>1.0514752</c:v>
                </c:pt>
                <c:pt idx="84">
                  <c:v>1.0503019</c:v>
                </c:pt>
                <c:pt idx="85">
                  <c:v>1.0488176</c:v>
                </c:pt>
                <c:pt idx="86">
                  <c:v>1.0471584</c:v>
                </c:pt>
                <c:pt idx="87">
                  <c:v>1.0454568</c:v>
                </c:pt>
                <c:pt idx="88">
                  <c:v>1.0439087</c:v>
                </c:pt>
                <c:pt idx="89">
                  <c:v>1.0419055</c:v>
                </c:pt>
                <c:pt idx="90">
                  <c:v>1.0402201</c:v>
                </c:pt>
                <c:pt idx="91">
                  <c:v>1.0383941</c:v>
                </c:pt>
                <c:pt idx="92">
                  <c:v>1.035431</c:v>
                </c:pt>
                <c:pt idx="93">
                  <c:v>1.033428</c:v>
                </c:pt>
                <c:pt idx="94">
                  <c:v>1.0305549</c:v>
                </c:pt>
                <c:pt idx="95">
                  <c:v>1.0278519</c:v>
                </c:pt>
                <c:pt idx="96">
                  <c:v>1.0244479</c:v>
                </c:pt>
                <c:pt idx="97">
                  <c:v>1.0207722</c:v>
                </c:pt>
                <c:pt idx="98">
                  <c:v>1.0165142</c:v>
                </c:pt>
                <c:pt idx="99">
                  <c:v>1.0114722</c:v>
                </c:pt>
                <c:pt idx="100">
                  <c:v>1.0069913</c:v>
                </c:pt>
                <c:pt idx="101">
                  <c:v>1.0013015</c:v>
                </c:pt>
                <c:pt idx="102">
                  <c:v>0.9952358</c:v>
                </c:pt>
                <c:pt idx="103">
                  <c:v>0.98788083</c:v>
                </c:pt>
                <c:pt idx="104">
                  <c:v>0.98231697</c:v>
                </c:pt>
                <c:pt idx="105">
                  <c:v>0.97557694</c:v>
                </c:pt>
                <c:pt idx="106">
                  <c:v>0.96964592</c:v>
                </c:pt>
                <c:pt idx="107">
                  <c:v>0.96181035</c:v>
                </c:pt>
                <c:pt idx="108">
                  <c:v>0.95487291</c:v>
                </c:pt>
                <c:pt idx="109">
                  <c:v>0.94808805</c:v>
                </c:pt>
                <c:pt idx="110">
                  <c:v>0.94175875</c:v>
                </c:pt>
                <c:pt idx="111">
                  <c:v>0.93516856</c:v>
                </c:pt>
                <c:pt idx="112">
                  <c:v>0.92697322</c:v>
                </c:pt>
                <c:pt idx="113">
                  <c:v>0.9195776</c:v>
                </c:pt>
                <c:pt idx="114">
                  <c:v>0.912</c:v>
                </c:pt>
                <c:pt idx="115">
                  <c:v>0.90538442</c:v>
                </c:pt>
                <c:pt idx="116">
                  <c:v>0.89667124</c:v>
                </c:pt>
                <c:pt idx="117">
                  <c:v>0.88866979</c:v>
                </c:pt>
                <c:pt idx="118">
                  <c:v>0.88096577</c:v>
                </c:pt>
              </c:numCache>
            </c:numRef>
          </c:yVal>
        </c:ser>
        <c:ser>
          <c:idx val="13"/>
          <c:order val="13"/>
          <c:tx>
            <c:v>Batch1_cell_017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Data'!$AA$2:$AA$120</c:f>
              <c:numCache>
                <c:formatCode>General</c:formatCode>
                <c:ptCount val="119"/>
                <c:pt idx="0">
                  <c:v>8</c:v>
                </c:pt>
                <c:pt idx="1">
                  <c:v>15</c:v>
                </c:pt>
                <c:pt idx="2">
                  <c:v>23</c:v>
                </c:pt>
                <c:pt idx="3">
                  <c:v>30</c:v>
                </c:pt>
                <c:pt idx="4">
                  <c:v>37</c:v>
                </c:pt>
                <c:pt idx="5">
                  <c:v>44</c:v>
                </c:pt>
                <c:pt idx="6">
                  <c:v>51</c:v>
                </c:pt>
                <c:pt idx="7">
                  <c:v>58</c:v>
                </c:pt>
                <c:pt idx="8">
                  <c:v>66</c:v>
                </c:pt>
                <c:pt idx="9">
                  <c:v>73</c:v>
                </c:pt>
                <c:pt idx="10">
                  <c:v>80</c:v>
                </c:pt>
                <c:pt idx="11">
                  <c:v>87</c:v>
                </c:pt>
                <c:pt idx="12">
                  <c:v>94</c:v>
                </c:pt>
                <c:pt idx="13">
                  <c:v>102</c:v>
                </c:pt>
                <c:pt idx="14">
                  <c:v>109</c:v>
                </c:pt>
                <c:pt idx="15">
                  <c:v>116</c:v>
                </c:pt>
                <c:pt idx="16">
                  <c:v>123</c:v>
                </c:pt>
                <c:pt idx="17">
                  <c:v>130</c:v>
                </c:pt>
                <c:pt idx="18">
                  <c:v>138</c:v>
                </c:pt>
                <c:pt idx="19">
                  <c:v>145</c:v>
                </c:pt>
                <c:pt idx="20">
                  <c:v>152</c:v>
                </c:pt>
                <c:pt idx="21">
                  <c:v>159</c:v>
                </c:pt>
                <c:pt idx="22">
                  <c:v>166</c:v>
                </c:pt>
                <c:pt idx="23">
                  <c:v>173</c:v>
                </c:pt>
                <c:pt idx="24">
                  <c:v>181</c:v>
                </c:pt>
                <c:pt idx="25">
                  <c:v>188</c:v>
                </c:pt>
                <c:pt idx="26">
                  <c:v>195</c:v>
                </c:pt>
                <c:pt idx="27">
                  <c:v>202</c:v>
                </c:pt>
                <c:pt idx="28">
                  <c:v>209</c:v>
                </c:pt>
                <c:pt idx="29">
                  <c:v>217</c:v>
                </c:pt>
                <c:pt idx="30">
                  <c:v>224</c:v>
                </c:pt>
                <c:pt idx="31">
                  <c:v>231</c:v>
                </c:pt>
                <c:pt idx="32">
                  <c:v>238</c:v>
                </c:pt>
                <c:pt idx="33">
                  <c:v>245</c:v>
                </c:pt>
                <c:pt idx="34">
                  <c:v>252</c:v>
                </c:pt>
                <c:pt idx="35">
                  <c:v>260</c:v>
                </c:pt>
                <c:pt idx="36">
                  <c:v>267</c:v>
                </c:pt>
                <c:pt idx="37">
                  <c:v>274</c:v>
                </c:pt>
                <c:pt idx="38">
                  <c:v>281</c:v>
                </c:pt>
                <c:pt idx="39">
                  <c:v>288</c:v>
                </c:pt>
                <c:pt idx="40">
                  <c:v>296</c:v>
                </c:pt>
                <c:pt idx="41">
                  <c:v>303</c:v>
                </c:pt>
                <c:pt idx="42">
                  <c:v>310</c:v>
                </c:pt>
                <c:pt idx="43">
                  <c:v>317</c:v>
                </c:pt>
                <c:pt idx="44">
                  <c:v>324</c:v>
                </c:pt>
                <c:pt idx="45">
                  <c:v>332</c:v>
                </c:pt>
                <c:pt idx="46">
                  <c:v>339</c:v>
                </c:pt>
                <c:pt idx="47">
                  <c:v>346</c:v>
                </c:pt>
                <c:pt idx="48">
                  <c:v>353</c:v>
                </c:pt>
                <c:pt idx="49">
                  <c:v>360</c:v>
                </c:pt>
                <c:pt idx="50">
                  <c:v>367</c:v>
                </c:pt>
                <c:pt idx="51">
                  <c:v>375</c:v>
                </c:pt>
                <c:pt idx="52">
                  <c:v>382</c:v>
                </c:pt>
                <c:pt idx="53">
                  <c:v>389</c:v>
                </c:pt>
                <c:pt idx="54">
                  <c:v>396</c:v>
                </c:pt>
                <c:pt idx="55">
                  <c:v>403</c:v>
                </c:pt>
                <c:pt idx="56">
                  <c:v>411</c:v>
                </c:pt>
                <c:pt idx="57">
                  <c:v>418</c:v>
                </c:pt>
                <c:pt idx="58">
                  <c:v>425</c:v>
                </c:pt>
                <c:pt idx="59">
                  <c:v>432</c:v>
                </c:pt>
                <c:pt idx="60">
                  <c:v>439</c:v>
                </c:pt>
                <c:pt idx="61">
                  <c:v>446</c:v>
                </c:pt>
                <c:pt idx="62">
                  <c:v>454</c:v>
                </c:pt>
                <c:pt idx="63">
                  <c:v>461</c:v>
                </c:pt>
                <c:pt idx="64">
                  <c:v>468</c:v>
                </c:pt>
                <c:pt idx="65">
                  <c:v>475</c:v>
                </c:pt>
                <c:pt idx="66">
                  <c:v>482</c:v>
                </c:pt>
                <c:pt idx="67">
                  <c:v>490</c:v>
                </c:pt>
                <c:pt idx="68">
                  <c:v>497</c:v>
                </c:pt>
                <c:pt idx="69">
                  <c:v>504</c:v>
                </c:pt>
                <c:pt idx="70">
                  <c:v>511</c:v>
                </c:pt>
                <c:pt idx="71">
                  <c:v>518</c:v>
                </c:pt>
                <c:pt idx="72">
                  <c:v>525</c:v>
                </c:pt>
                <c:pt idx="73">
                  <c:v>533</c:v>
                </c:pt>
                <c:pt idx="74">
                  <c:v>540</c:v>
                </c:pt>
                <c:pt idx="75">
                  <c:v>547</c:v>
                </c:pt>
                <c:pt idx="76">
                  <c:v>554</c:v>
                </c:pt>
                <c:pt idx="77">
                  <c:v>561</c:v>
                </c:pt>
                <c:pt idx="78">
                  <c:v>569</c:v>
                </c:pt>
                <c:pt idx="79">
                  <c:v>576</c:v>
                </c:pt>
                <c:pt idx="80">
                  <c:v>583</c:v>
                </c:pt>
                <c:pt idx="81">
                  <c:v>590</c:v>
                </c:pt>
                <c:pt idx="82">
                  <c:v>597</c:v>
                </c:pt>
                <c:pt idx="83">
                  <c:v>605</c:v>
                </c:pt>
                <c:pt idx="84">
                  <c:v>612</c:v>
                </c:pt>
                <c:pt idx="85">
                  <c:v>619</c:v>
                </c:pt>
                <c:pt idx="86">
                  <c:v>626</c:v>
                </c:pt>
                <c:pt idx="87">
                  <c:v>633</c:v>
                </c:pt>
                <c:pt idx="88">
                  <c:v>640</c:v>
                </c:pt>
                <c:pt idx="89">
                  <c:v>648</c:v>
                </c:pt>
                <c:pt idx="90">
                  <c:v>655</c:v>
                </c:pt>
                <c:pt idx="91">
                  <c:v>662</c:v>
                </c:pt>
                <c:pt idx="92">
                  <c:v>669</c:v>
                </c:pt>
                <c:pt idx="93">
                  <c:v>676</c:v>
                </c:pt>
                <c:pt idx="94">
                  <c:v>684</c:v>
                </c:pt>
                <c:pt idx="95">
                  <c:v>691</c:v>
                </c:pt>
                <c:pt idx="96">
                  <c:v>698</c:v>
                </c:pt>
                <c:pt idx="97">
                  <c:v>705</c:v>
                </c:pt>
                <c:pt idx="98">
                  <c:v>712</c:v>
                </c:pt>
                <c:pt idx="99">
                  <c:v>719</c:v>
                </c:pt>
                <c:pt idx="100">
                  <c:v>727</c:v>
                </c:pt>
                <c:pt idx="101">
                  <c:v>734</c:v>
                </c:pt>
                <c:pt idx="102">
                  <c:v>741</c:v>
                </c:pt>
                <c:pt idx="103">
                  <c:v>748</c:v>
                </c:pt>
                <c:pt idx="104">
                  <c:v>755</c:v>
                </c:pt>
                <c:pt idx="105">
                  <c:v>763</c:v>
                </c:pt>
                <c:pt idx="106">
                  <c:v>770</c:v>
                </c:pt>
                <c:pt idx="107">
                  <c:v>777</c:v>
                </c:pt>
                <c:pt idx="108">
                  <c:v>784</c:v>
                </c:pt>
                <c:pt idx="109">
                  <c:v>791</c:v>
                </c:pt>
                <c:pt idx="110">
                  <c:v>799</c:v>
                </c:pt>
                <c:pt idx="111">
                  <c:v>806</c:v>
                </c:pt>
                <c:pt idx="112">
                  <c:v>813</c:v>
                </c:pt>
                <c:pt idx="113">
                  <c:v>820</c:v>
                </c:pt>
                <c:pt idx="114">
                  <c:v>827</c:v>
                </c:pt>
                <c:pt idx="115">
                  <c:v>834</c:v>
                </c:pt>
                <c:pt idx="116">
                  <c:v>842</c:v>
                </c:pt>
                <c:pt idx="117">
                  <c:v>849</c:v>
                </c:pt>
                <c:pt idx="118">
                  <c:v>856</c:v>
                </c:pt>
              </c:numCache>
            </c:numRef>
          </c:xVal>
          <c:yVal>
            <c:numRef>
              <c:f>'Chart Data'!$AB$2:$AB$120</c:f>
              <c:numCache>
                <c:formatCode>General</c:formatCode>
                <c:ptCount val="119"/>
                <c:pt idx="0">
                  <c:v>1.0753995</c:v>
                </c:pt>
                <c:pt idx="1">
                  <c:v>1.076528</c:v>
                </c:pt>
                <c:pt idx="2">
                  <c:v>1.0771536</c:v>
                </c:pt>
                <c:pt idx="3">
                  <c:v>1.0774695</c:v>
                </c:pt>
                <c:pt idx="4">
                  <c:v>1.0774944</c:v>
                </c:pt>
                <c:pt idx="5">
                  <c:v>1.0775139</c:v>
                </c:pt>
                <c:pt idx="6">
                  <c:v>1.0775217</c:v>
                </c:pt>
                <c:pt idx="7">
                  <c:v>1.0779672</c:v>
                </c:pt>
                <c:pt idx="8">
                  <c:v>1.0775563</c:v>
                </c:pt>
                <c:pt idx="9">
                  <c:v>1.0775043</c:v>
                </c:pt>
                <c:pt idx="10">
                  <c:v>1.0773714</c:v>
                </c:pt>
                <c:pt idx="11">
                  <c:v>1.0771426</c:v>
                </c:pt>
                <c:pt idx="12">
                  <c:v>1.0770836</c:v>
                </c:pt>
                <c:pt idx="13">
                  <c:v>1.0769624</c:v>
                </c:pt>
                <c:pt idx="14">
                  <c:v>1.0767155</c:v>
                </c:pt>
                <c:pt idx="15">
                  <c:v>1.0766295</c:v>
                </c:pt>
                <c:pt idx="16">
                  <c:v>1.0764914</c:v>
                </c:pt>
                <c:pt idx="17">
                  <c:v>1.0761917</c:v>
                </c:pt>
                <c:pt idx="18">
                  <c:v>1.0759351</c:v>
                </c:pt>
                <c:pt idx="19">
                  <c:v>1.0757445</c:v>
                </c:pt>
                <c:pt idx="20">
                  <c:v>1.0755312</c:v>
                </c:pt>
                <c:pt idx="21">
                  <c:v>1.0753692</c:v>
                </c:pt>
                <c:pt idx="22">
                  <c:v>1.0751048</c:v>
                </c:pt>
                <c:pt idx="23">
                  <c:v>1.0749377</c:v>
                </c:pt>
                <c:pt idx="24">
                  <c:v>1.075135</c:v>
                </c:pt>
                <c:pt idx="25">
                  <c:v>1.0743847</c:v>
                </c:pt>
                <c:pt idx="26">
                  <c:v>1.0742083</c:v>
                </c:pt>
                <c:pt idx="27">
                  <c:v>1.0739354</c:v>
                </c:pt>
                <c:pt idx="28">
                  <c:v>1.0744767</c:v>
                </c:pt>
                <c:pt idx="29">
                  <c:v>1.0732894</c:v>
                </c:pt>
                <c:pt idx="30">
                  <c:v>1.0731664</c:v>
                </c:pt>
                <c:pt idx="31">
                  <c:v>1.0726514</c:v>
                </c:pt>
                <c:pt idx="32">
                  <c:v>1.0729229</c:v>
                </c:pt>
                <c:pt idx="33">
                  <c:v>1.0721029</c:v>
                </c:pt>
                <c:pt idx="34">
                  <c:v>1.0718517</c:v>
                </c:pt>
                <c:pt idx="35">
                  <c:v>1.071409</c:v>
                </c:pt>
                <c:pt idx="36">
                  <c:v>1.0716094</c:v>
                </c:pt>
                <c:pt idx="37">
                  <c:v>1.0707184</c:v>
                </c:pt>
                <c:pt idx="38">
                  <c:v>1.0704299</c:v>
                </c:pt>
                <c:pt idx="39">
                  <c:v>1.0700266</c:v>
                </c:pt>
                <c:pt idx="40">
                  <c:v>1.070436</c:v>
                </c:pt>
                <c:pt idx="41">
                  <c:v>1.069312</c:v>
                </c:pt>
                <c:pt idx="42">
                  <c:v>1.0690324</c:v>
                </c:pt>
                <c:pt idx="43">
                  <c:v>1.0686613</c:v>
                </c:pt>
                <c:pt idx="44">
                  <c:v>1.0686804</c:v>
                </c:pt>
                <c:pt idx="45">
                  <c:v>1.0678252</c:v>
                </c:pt>
                <c:pt idx="46">
                  <c:v>1.0690296</c:v>
                </c:pt>
                <c:pt idx="47">
                  <c:v>1.069224</c:v>
                </c:pt>
                <c:pt idx="48">
                  <c:v>1.0696062</c:v>
                </c:pt>
                <c:pt idx="49">
                  <c:v>1.0680865</c:v>
                </c:pt>
                <c:pt idx="50">
                  <c:v>1.0677722</c:v>
                </c:pt>
                <c:pt idx="51">
                  <c:v>1.0675753</c:v>
                </c:pt>
                <c:pt idx="52">
                  <c:v>1.0675197</c:v>
                </c:pt>
                <c:pt idx="53">
                  <c:v>1.0663319</c:v>
                </c:pt>
                <c:pt idx="54">
                  <c:v>1.0661905</c:v>
                </c:pt>
                <c:pt idx="55">
                  <c:v>1.0657275</c:v>
                </c:pt>
                <c:pt idx="56">
                  <c:v>1.065508</c:v>
                </c:pt>
                <c:pt idx="57">
                  <c:v>1.0644801</c:v>
                </c:pt>
                <c:pt idx="58">
                  <c:v>1.0643609</c:v>
                </c:pt>
                <c:pt idx="59">
                  <c:v>1.0639052</c:v>
                </c:pt>
                <c:pt idx="60">
                  <c:v>1.0635996</c:v>
                </c:pt>
                <c:pt idx="61">
                  <c:v>1.0624909</c:v>
                </c:pt>
                <c:pt idx="62">
                  <c:v>1.0621758</c:v>
                </c:pt>
                <c:pt idx="63">
                  <c:v>1.0617429</c:v>
                </c:pt>
                <c:pt idx="64">
                  <c:v>1.0609959</c:v>
                </c:pt>
                <c:pt idx="65">
                  <c:v>1.0602436</c:v>
                </c:pt>
                <c:pt idx="66">
                  <c:v>1.0596455</c:v>
                </c:pt>
                <c:pt idx="67">
                  <c:v>1.0596594</c:v>
                </c:pt>
                <c:pt idx="68">
                  <c:v>1.058989</c:v>
                </c:pt>
                <c:pt idx="69">
                  <c:v>1.0561864</c:v>
                </c:pt>
                <c:pt idx="70">
                  <c:v>1.0551366</c:v>
                </c:pt>
                <c:pt idx="71">
                  <c:v>1.0547402</c:v>
                </c:pt>
                <c:pt idx="72">
                  <c:v>1.0542259</c:v>
                </c:pt>
                <c:pt idx="73">
                  <c:v>1.0527856</c:v>
                </c:pt>
                <c:pt idx="74">
                  <c:v>1.0521568</c:v>
                </c:pt>
                <c:pt idx="75">
                  <c:v>1.0515568</c:v>
                </c:pt>
                <c:pt idx="76">
                  <c:v>1.0504271</c:v>
                </c:pt>
                <c:pt idx="77">
                  <c:v>1.0493979</c:v>
                </c:pt>
                <c:pt idx="78">
                  <c:v>1.0482842</c:v>
                </c:pt>
                <c:pt idx="79">
                  <c:v>1.0476733</c:v>
                </c:pt>
                <c:pt idx="80">
                  <c:v>1.0462656</c:v>
                </c:pt>
                <c:pt idx="81">
                  <c:v>1.0449898</c:v>
                </c:pt>
                <c:pt idx="82">
                  <c:v>1.0438652</c:v>
                </c:pt>
                <c:pt idx="83">
                  <c:v>1.0428194</c:v>
                </c:pt>
                <c:pt idx="84">
                  <c:v>1.0410764</c:v>
                </c:pt>
                <c:pt idx="85">
                  <c:v>1.0395561</c:v>
                </c:pt>
                <c:pt idx="86">
                  <c:v>1.0378007</c:v>
                </c:pt>
                <c:pt idx="87">
                  <c:v>1.0365423</c:v>
                </c:pt>
                <c:pt idx="88">
                  <c:v>1.0347335</c:v>
                </c:pt>
                <c:pt idx="89">
                  <c:v>1.0322007</c:v>
                </c:pt>
                <c:pt idx="90">
                  <c:v>1.0307602</c:v>
                </c:pt>
                <c:pt idx="91">
                  <c:v>1.0285314</c:v>
                </c:pt>
                <c:pt idx="92">
                  <c:v>1.0257922</c:v>
                </c:pt>
                <c:pt idx="93">
                  <c:v>1.0237565</c:v>
                </c:pt>
                <c:pt idx="94">
                  <c:v>1.0203239</c:v>
                </c:pt>
                <c:pt idx="95">
                  <c:v>1.0168617</c:v>
                </c:pt>
                <c:pt idx="96">
                  <c:v>1.0135546</c:v>
                </c:pt>
                <c:pt idx="97">
                  <c:v>1.009825</c:v>
                </c:pt>
                <c:pt idx="98">
                  <c:v>1.0051008</c:v>
                </c:pt>
                <c:pt idx="99">
                  <c:v>1.0005286</c:v>
                </c:pt>
                <c:pt idx="100">
                  <c:v>0.99518567</c:v>
                </c:pt>
                <c:pt idx="101">
                  <c:v>0.98952377</c:v>
                </c:pt>
                <c:pt idx="102">
                  <c:v>0.984851</c:v>
                </c:pt>
                <c:pt idx="103">
                  <c:v>0.9787702</c:v>
                </c:pt>
                <c:pt idx="104">
                  <c:v>0.97374338</c:v>
                </c:pt>
                <c:pt idx="105">
                  <c:v>0.96606803</c:v>
                </c:pt>
                <c:pt idx="106">
                  <c:v>0.95995569</c:v>
                </c:pt>
                <c:pt idx="107">
                  <c:v>0.95417196</c:v>
                </c:pt>
                <c:pt idx="108">
                  <c:v>0.94860554</c:v>
                </c:pt>
                <c:pt idx="109">
                  <c:v>0.94259155</c:v>
                </c:pt>
                <c:pt idx="110">
                  <c:v>0.93533969</c:v>
                </c:pt>
                <c:pt idx="111">
                  <c:v>0.92924827</c:v>
                </c:pt>
                <c:pt idx="112">
                  <c:v>0.92270803</c:v>
                </c:pt>
                <c:pt idx="113">
                  <c:v>0.91721904</c:v>
                </c:pt>
                <c:pt idx="114">
                  <c:v>0.91035813</c:v>
                </c:pt>
                <c:pt idx="115">
                  <c:v>0.90420389</c:v>
                </c:pt>
                <c:pt idx="116">
                  <c:v>0.89641523</c:v>
                </c:pt>
                <c:pt idx="117">
                  <c:v>0.88985854</c:v>
                </c:pt>
                <c:pt idx="118">
                  <c:v>0.8832469</c:v>
                </c:pt>
              </c:numCache>
            </c:numRef>
          </c:yVal>
        </c:ser>
        <c:ser>
          <c:idx val="14"/>
          <c:order val="14"/>
          <c:tx>
            <c:v>Batch1_cell_018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18</c:v>
                </c:pt>
                <c:pt idx="3">
                  <c:v>24</c:v>
                </c:pt>
                <c:pt idx="4">
                  <c:v>30</c:v>
                </c:pt>
                <c:pt idx="5">
                  <c:v>36</c:v>
                </c:pt>
                <c:pt idx="6">
                  <c:v>42</c:v>
                </c:pt>
                <c:pt idx="7">
                  <c:v>47</c:v>
                </c:pt>
                <c:pt idx="8">
                  <c:v>53</c:v>
                </c:pt>
                <c:pt idx="9">
                  <c:v>59</c:v>
                </c:pt>
                <c:pt idx="10">
                  <c:v>65</c:v>
                </c:pt>
                <c:pt idx="11">
                  <c:v>70</c:v>
                </c:pt>
                <c:pt idx="12">
                  <c:v>76</c:v>
                </c:pt>
                <c:pt idx="13">
                  <c:v>82</c:v>
                </c:pt>
                <c:pt idx="14">
                  <c:v>88</c:v>
                </c:pt>
                <c:pt idx="15">
                  <c:v>94</c:v>
                </c:pt>
                <c:pt idx="16">
                  <c:v>99</c:v>
                </c:pt>
                <c:pt idx="17">
                  <c:v>105</c:v>
                </c:pt>
                <c:pt idx="18">
                  <c:v>111</c:v>
                </c:pt>
                <c:pt idx="19">
                  <c:v>117</c:v>
                </c:pt>
                <c:pt idx="20">
                  <c:v>123</c:v>
                </c:pt>
                <c:pt idx="21">
                  <c:v>128</c:v>
                </c:pt>
                <c:pt idx="22">
                  <c:v>134</c:v>
                </c:pt>
                <c:pt idx="23">
                  <c:v>140</c:v>
                </c:pt>
                <c:pt idx="24">
                  <c:v>146</c:v>
                </c:pt>
                <c:pt idx="25">
                  <c:v>152</c:v>
                </c:pt>
                <c:pt idx="26">
                  <c:v>157</c:v>
                </c:pt>
                <c:pt idx="27">
                  <c:v>163</c:v>
                </c:pt>
                <c:pt idx="28">
                  <c:v>169</c:v>
                </c:pt>
                <c:pt idx="29">
                  <c:v>175</c:v>
                </c:pt>
                <c:pt idx="30">
                  <c:v>180</c:v>
                </c:pt>
                <c:pt idx="31">
                  <c:v>186</c:v>
                </c:pt>
                <c:pt idx="32">
                  <c:v>192</c:v>
                </c:pt>
                <c:pt idx="33">
                  <c:v>198</c:v>
                </c:pt>
                <c:pt idx="34">
                  <c:v>204</c:v>
                </c:pt>
                <c:pt idx="35">
                  <c:v>209</c:v>
                </c:pt>
                <c:pt idx="36">
                  <c:v>215</c:v>
                </c:pt>
                <c:pt idx="37">
                  <c:v>221</c:v>
                </c:pt>
                <c:pt idx="38">
                  <c:v>227</c:v>
                </c:pt>
                <c:pt idx="39">
                  <c:v>233</c:v>
                </c:pt>
                <c:pt idx="40">
                  <c:v>238</c:v>
                </c:pt>
                <c:pt idx="41">
                  <c:v>244</c:v>
                </c:pt>
                <c:pt idx="42">
                  <c:v>250</c:v>
                </c:pt>
                <c:pt idx="43">
                  <c:v>256</c:v>
                </c:pt>
                <c:pt idx="44">
                  <c:v>262</c:v>
                </c:pt>
                <c:pt idx="45">
                  <c:v>267</c:v>
                </c:pt>
                <c:pt idx="46">
                  <c:v>273</c:v>
                </c:pt>
                <c:pt idx="47">
                  <c:v>279</c:v>
                </c:pt>
                <c:pt idx="48">
                  <c:v>285</c:v>
                </c:pt>
                <c:pt idx="49">
                  <c:v>290</c:v>
                </c:pt>
                <c:pt idx="50">
                  <c:v>296</c:v>
                </c:pt>
                <c:pt idx="51">
                  <c:v>302</c:v>
                </c:pt>
                <c:pt idx="52">
                  <c:v>308</c:v>
                </c:pt>
                <c:pt idx="53">
                  <c:v>314</c:v>
                </c:pt>
                <c:pt idx="54">
                  <c:v>319</c:v>
                </c:pt>
                <c:pt idx="55">
                  <c:v>325</c:v>
                </c:pt>
                <c:pt idx="56">
                  <c:v>331</c:v>
                </c:pt>
                <c:pt idx="57">
                  <c:v>337</c:v>
                </c:pt>
                <c:pt idx="58">
                  <c:v>343</c:v>
                </c:pt>
                <c:pt idx="59">
                  <c:v>348</c:v>
                </c:pt>
                <c:pt idx="60">
                  <c:v>354</c:v>
                </c:pt>
                <c:pt idx="61">
                  <c:v>360</c:v>
                </c:pt>
                <c:pt idx="62">
                  <c:v>366</c:v>
                </c:pt>
                <c:pt idx="63">
                  <c:v>372</c:v>
                </c:pt>
                <c:pt idx="64">
                  <c:v>377</c:v>
                </c:pt>
                <c:pt idx="65">
                  <c:v>383</c:v>
                </c:pt>
                <c:pt idx="66">
                  <c:v>389</c:v>
                </c:pt>
                <c:pt idx="67">
                  <c:v>395</c:v>
                </c:pt>
                <c:pt idx="68">
                  <c:v>401</c:v>
                </c:pt>
                <c:pt idx="69">
                  <c:v>406</c:v>
                </c:pt>
                <c:pt idx="70">
                  <c:v>412</c:v>
                </c:pt>
                <c:pt idx="71">
                  <c:v>418</c:v>
                </c:pt>
                <c:pt idx="72">
                  <c:v>424</c:v>
                </c:pt>
                <c:pt idx="73">
                  <c:v>429</c:v>
                </c:pt>
                <c:pt idx="74">
                  <c:v>435</c:v>
                </c:pt>
                <c:pt idx="75">
                  <c:v>441</c:v>
                </c:pt>
                <c:pt idx="76">
                  <c:v>447</c:v>
                </c:pt>
                <c:pt idx="77">
                  <c:v>453</c:v>
                </c:pt>
                <c:pt idx="78">
                  <c:v>458</c:v>
                </c:pt>
                <c:pt idx="79">
                  <c:v>464</c:v>
                </c:pt>
                <c:pt idx="80">
                  <c:v>470</c:v>
                </c:pt>
                <c:pt idx="81">
                  <c:v>476</c:v>
                </c:pt>
                <c:pt idx="82">
                  <c:v>482</c:v>
                </c:pt>
                <c:pt idx="83">
                  <c:v>487</c:v>
                </c:pt>
                <c:pt idx="84">
                  <c:v>493</c:v>
                </c:pt>
                <c:pt idx="85">
                  <c:v>499</c:v>
                </c:pt>
                <c:pt idx="86">
                  <c:v>505</c:v>
                </c:pt>
                <c:pt idx="87">
                  <c:v>511</c:v>
                </c:pt>
                <c:pt idx="88">
                  <c:v>516</c:v>
                </c:pt>
                <c:pt idx="89">
                  <c:v>522</c:v>
                </c:pt>
                <c:pt idx="90">
                  <c:v>528</c:v>
                </c:pt>
                <c:pt idx="91">
                  <c:v>534</c:v>
                </c:pt>
                <c:pt idx="92">
                  <c:v>539</c:v>
                </c:pt>
                <c:pt idx="93">
                  <c:v>545</c:v>
                </c:pt>
                <c:pt idx="94">
                  <c:v>551</c:v>
                </c:pt>
                <c:pt idx="95">
                  <c:v>557</c:v>
                </c:pt>
                <c:pt idx="96">
                  <c:v>563</c:v>
                </c:pt>
                <c:pt idx="97">
                  <c:v>568</c:v>
                </c:pt>
                <c:pt idx="98">
                  <c:v>574</c:v>
                </c:pt>
                <c:pt idx="99">
                  <c:v>580</c:v>
                </c:pt>
                <c:pt idx="100">
                  <c:v>586</c:v>
                </c:pt>
                <c:pt idx="101">
                  <c:v>592</c:v>
                </c:pt>
                <c:pt idx="102">
                  <c:v>597</c:v>
                </c:pt>
                <c:pt idx="103">
                  <c:v>603</c:v>
                </c:pt>
                <c:pt idx="104">
                  <c:v>609</c:v>
                </c:pt>
                <c:pt idx="105">
                  <c:v>615</c:v>
                </c:pt>
                <c:pt idx="106">
                  <c:v>621</c:v>
                </c:pt>
                <c:pt idx="107">
                  <c:v>626</c:v>
                </c:pt>
                <c:pt idx="108">
                  <c:v>632</c:v>
                </c:pt>
                <c:pt idx="109">
                  <c:v>638</c:v>
                </c:pt>
                <c:pt idx="110">
                  <c:v>644</c:v>
                </c:pt>
                <c:pt idx="111">
                  <c:v>649</c:v>
                </c:pt>
                <c:pt idx="112">
                  <c:v>655</c:v>
                </c:pt>
                <c:pt idx="113">
                  <c:v>661</c:v>
                </c:pt>
                <c:pt idx="114">
                  <c:v>667</c:v>
                </c:pt>
                <c:pt idx="115">
                  <c:v>673</c:v>
                </c:pt>
                <c:pt idx="116">
                  <c:v>678</c:v>
                </c:pt>
                <c:pt idx="117">
                  <c:v>684</c:v>
                </c:pt>
                <c:pt idx="118">
                  <c:v>690</c:v>
                </c:pt>
              </c:numCache>
            </c:numRef>
          </c:xVal>
          <c:yVal>
            <c:numRef>
              <c:f>'Chart Data'!$AD$2:$AD$120</c:f>
              <c:numCache>
                <c:formatCode>General</c:formatCode>
                <c:ptCount val="119"/>
                <c:pt idx="0">
                  <c:v>1.068862</c:v>
                </c:pt>
                <c:pt idx="1">
                  <c:v>1.0698236</c:v>
                </c:pt>
                <c:pt idx="2">
                  <c:v>1.0700723</c:v>
                </c:pt>
                <c:pt idx="3">
                  <c:v>1.0700165</c:v>
                </c:pt>
                <c:pt idx="4">
                  <c:v>1.0698504</c:v>
                </c:pt>
                <c:pt idx="5">
                  <c:v>1.0696011</c:v>
                </c:pt>
                <c:pt idx="6">
                  <c:v>1.0694627</c:v>
                </c:pt>
                <c:pt idx="7">
                  <c:v>1.0690894</c:v>
                </c:pt>
                <c:pt idx="8">
                  <c:v>1.0675288</c:v>
                </c:pt>
                <c:pt idx="9">
                  <c:v>1.0683942</c:v>
                </c:pt>
                <c:pt idx="10">
                  <c:v>1.0679131</c:v>
                </c:pt>
                <c:pt idx="11">
                  <c:v>1.0674714</c:v>
                </c:pt>
                <c:pt idx="12">
                  <c:v>1.0669148</c:v>
                </c:pt>
                <c:pt idx="13">
                  <c:v>1.0663667</c:v>
                </c:pt>
                <c:pt idx="14">
                  <c:v>1.065811</c:v>
                </c:pt>
                <c:pt idx="15">
                  <c:v>1.0651042</c:v>
                </c:pt>
                <c:pt idx="16">
                  <c:v>1.0646114</c:v>
                </c:pt>
                <c:pt idx="17">
                  <c:v>1.0639834</c:v>
                </c:pt>
                <c:pt idx="18">
                  <c:v>1.0632008</c:v>
                </c:pt>
                <c:pt idx="19">
                  <c:v>1.0626279</c:v>
                </c:pt>
                <c:pt idx="20">
                  <c:v>1.0618163</c:v>
                </c:pt>
                <c:pt idx="21">
                  <c:v>1.0612184</c:v>
                </c:pt>
                <c:pt idx="22">
                  <c:v>1.0603961</c:v>
                </c:pt>
                <c:pt idx="23">
                  <c:v>1.0595865</c:v>
                </c:pt>
                <c:pt idx="24">
                  <c:v>1.0588032</c:v>
                </c:pt>
                <c:pt idx="25">
                  <c:v>1.0578343</c:v>
                </c:pt>
                <c:pt idx="26">
                  <c:v>1.0572844</c:v>
                </c:pt>
                <c:pt idx="27">
                  <c:v>1.0563419</c:v>
                </c:pt>
                <c:pt idx="28">
                  <c:v>1.0556222</c:v>
                </c:pt>
                <c:pt idx="29">
                  <c:v>1.054543</c:v>
                </c:pt>
                <c:pt idx="30">
                  <c:v>1.0544393</c:v>
                </c:pt>
                <c:pt idx="31">
                  <c:v>1.05327</c:v>
                </c:pt>
                <c:pt idx="32">
                  <c:v>1.0523962</c:v>
                </c:pt>
                <c:pt idx="33">
                  <c:v>1.0518937</c:v>
                </c:pt>
                <c:pt idx="34">
                  <c:v>1.0507782</c:v>
                </c:pt>
                <c:pt idx="35">
                  <c:v>1.0507981</c:v>
                </c:pt>
                <c:pt idx="36">
                  <c:v>1.0494475</c:v>
                </c:pt>
                <c:pt idx="37">
                  <c:v>1.0487095</c:v>
                </c:pt>
                <c:pt idx="38">
                  <c:v>1.0483683</c:v>
                </c:pt>
                <c:pt idx="39">
                  <c:v>1.047305</c:v>
                </c:pt>
                <c:pt idx="40">
                  <c:v>1.046997</c:v>
                </c:pt>
                <c:pt idx="41">
                  <c:v>1.046036</c:v>
                </c:pt>
                <c:pt idx="42">
                  <c:v>1.0453411</c:v>
                </c:pt>
                <c:pt idx="43">
                  <c:v>1.0450213</c:v>
                </c:pt>
                <c:pt idx="44">
                  <c:v>1.0439508</c:v>
                </c:pt>
                <c:pt idx="45">
                  <c:v>1.0439287</c:v>
                </c:pt>
                <c:pt idx="46">
                  <c:v>1.0427364</c:v>
                </c:pt>
                <c:pt idx="47">
                  <c:v>1.0420038</c:v>
                </c:pt>
                <c:pt idx="48">
                  <c:v>1.0412769</c:v>
                </c:pt>
                <c:pt idx="49">
                  <c:v>1.0406716</c:v>
                </c:pt>
                <c:pt idx="50">
                  <c:v>1.04053</c:v>
                </c:pt>
                <c:pt idx="51">
                  <c:v>1.0387524</c:v>
                </c:pt>
                <c:pt idx="52">
                  <c:v>1.0384952</c:v>
                </c:pt>
                <c:pt idx="53">
                  <c:v>1.038029</c:v>
                </c:pt>
                <c:pt idx="54">
                  <c:v>1.0377668</c:v>
                </c:pt>
                <c:pt idx="55">
                  <c:v>1.0367575</c:v>
                </c:pt>
                <c:pt idx="56">
                  <c:v>1.0362668</c:v>
                </c:pt>
                <c:pt idx="57">
                  <c:v>1.0357708</c:v>
                </c:pt>
                <c:pt idx="58">
                  <c:v>1.0361764</c:v>
                </c:pt>
                <c:pt idx="59">
                  <c:v>1.0346718</c:v>
                </c:pt>
                <c:pt idx="60">
                  <c:v>1.0357764</c:v>
                </c:pt>
                <c:pt idx="61">
                  <c:v>1.0336783</c:v>
                </c:pt>
                <c:pt idx="62">
                  <c:v>1.0332664</c:v>
                </c:pt>
                <c:pt idx="63">
                  <c:v>1.0322808</c:v>
                </c:pt>
                <c:pt idx="64">
                  <c:v>1.0324769</c:v>
                </c:pt>
                <c:pt idx="65">
                  <c:v>1.0314116</c:v>
                </c:pt>
                <c:pt idx="66">
                  <c:v>1.0303704</c:v>
                </c:pt>
                <c:pt idx="67">
                  <c:v>1.0305462</c:v>
                </c:pt>
                <c:pt idx="68">
                  <c:v>1.0292703</c:v>
                </c:pt>
                <c:pt idx="69">
                  <c:v>1.0287755</c:v>
                </c:pt>
                <c:pt idx="70">
                  <c:v>1.0287014</c:v>
                </c:pt>
                <c:pt idx="71">
                  <c:v>1.0273081</c:v>
                </c:pt>
                <c:pt idx="72">
                  <c:v>1.0267711</c:v>
                </c:pt>
                <c:pt idx="73">
                  <c:v>1.0256525</c:v>
                </c:pt>
                <c:pt idx="74">
                  <c:v>1.0251144</c:v>
                </c:pt>
                <c:pt idx="75">
                  <c:v>1.0251082</c:v>
                </c:pt>
                <c:pt idx="76">
                  <c:v>1.0242447</c:v>
                </c:pt>
                <c:pt idx="77">
                  <c:v>1.0230721</c:v>
                </c:pt>
                <c:pt idx="78">
                  <c:v>1.0222</c:v>
                </c:pt>
                <c:pt idx="79">
                  <c:v>1.021467</c:v>
                </c:pt>
                <c:pt idx="80">
                  <c:v>1.0202591</c:v>
                </c:pt>
                <c:pt idx="81">
                  <c:v>1.0200067</c:v>
                </c:pt>
                <c:pt idx="82">
                  <c:v>1.016948</c:v>
                </c:pt>
                <c:pt idx="83">
                  <c:v>1.0169576</c:v>
                </c:pt>
                <c:pt idx="84">
                  <c:v>1.0160257</c:v>
                </c:pt>
                <c:pt idx="85">
                  <c:v>1.0151595</c:v>
                </c:pt>
                <c:pt idx="86">
                  <c:v>1.0144398</c:v>
                </c:pt>
                <c:pt idx="87">
                  <c:v>1.0125654</c:v>
                </c:pt>
                <c:pt idx="88">
                  <c:v>1.0082052</c:v>
                </c:pt>
                <c:pt idx="89">
                  <c:v>1.0087426</c:v>
                </c:pt>
                <c:pt idx="90">
                  <c:v>1.0067928</c:v>
                </c:pt>
                <c:pt idx="91">
                  <c:v>1.0060065</c:v>
                </c:pt>
                <c:pt idx="92">
                  <c:v>1.0039227</c:v>
                </c:pt>
                <c:pt idx="93">
                  <c:v>1.0018573</c:v>
                </c:pt>
                <c:pt idx="94">
                  <c:v>1.0000492</c:v>
                </c:pt>
                <c:pt idx="95">
                  <c:v>0.99708861</c:v>
                </c:pt>
                <c:pt idx="96">
                  <c:v>0.99538356</c:v>
                </c:pt>
                <c:pt idx="97">
                  <c:v>0.99326247</c:v>
                </c:pt>
                <c:pt idx="98">
                  <c:v>0.99097502</c:v>
                </c:pt>
                <c:pt idx="99">
                  <c:v>0.98794019</c:v>
                </c:pt>
                <c:pt idx="100">
                  <c:v>0.98459613</c:v>
                </c:pt>
                <c:pt idx="101">
                  <c:v>0.98124343</c:v>
                </c:pt>
                <c:pt idx="102">
                  <c:v>0.97799402</c:v>
                </c:pt>
                <c:pt idx="103">
                  <c:v>0.97333145</c:v>
                </c:pt>
                <c:pt idx="104">
                  <c:v>0.96828747</c:v>
                </c:pt>
                <c:pt idx="105">
                  <c:v>0.96302754</c:v>
                </c:pt>
                <c:pt idx="106">
                  <c:v>0.95762807</c:v>
                </c:pt>
                <c:pt idx="107">
                  <c:v>0.95202148</c:v>
                </c:pt>
                <c:pt idx="108">
                  <c:v>0.94415778</c:v>
                </c:pt>
                <c:pt idx="109">
                  <c:v>0.93719655</c:v>
                </c:pt>
                <c:pt idx="110">
                  <c:v>0.93048489</c:v>
                </c:pt>
                <c:pt idx="111">
                  <c:v>0.92459172</c:v>
                </c:pt>
                <c:pt idx="112">
                  <c:v>0.91763759</c:v>
                </c:pt>
                <c:pt idx="113">
                  <c:v>0.91116947</c:v>
                </c:pt>
                <c:pt idx="114">
                  <c:v>0.90471947</c:v>
                </c:pt>
                <c:pt idx="115">
                  <c:v>0.89382702</c:v>
                </c:pt>
                <c:pt idx="116">
                  <c:v>0.89347458</c:v>
                </c:pt>
                <c:pt idx="117">
                  <c:v>0.88732493</c:v>
                </c:pt>
                <c:pt idx="118">
                  <c:v>0.88114411</c:v>
                </c:pt>
              </c:numCache>
            </c:numRef>
          </c:yVal>
        </c:ser>
        <c:ser>
          <c:idx val="15"/>
          <c:order val="15"/>
          <c:tx>
            <c:v>Batch1_cell_019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Data'!$AE$2:$AE$120</c:f>
              <c:numCache>
                <c:formatCode>General</c:formatCode>
                <c:ptCount val="119"/>
                <c:pt idx="0">
                  <c:v>8</c:v>
                </c:pt>
                <c:pt idx="1">
                  <c:v>14</c:v>
                </c:pt>
                <c:pt idx="2">
                  <c:v>21</c:v>
                </c:pt>
                <c:pt idx="3">
                  <c:v>27</c:v>
                </c:pt>
                <c:pt idx="4">
                  <c:v>34</c:v>
                </c:pt>
                <c:pt idx="5">
                  <c:v>41</c:v>
                </c:pt>
                <c:pt idx="6">
                  <c:v>47</c:v>
                </c:pt>
                <c:pt idx="7">
                  <c:v>54</c:v>
                </c:pt>
                <c:pt idx="8">
                  <c:v>60</c:v>
                </c:pt>
                <c:pt idx="9">
                  <c:v>67</c:v>
                </c:pt>
                <c:pt idx="10">
                  <c:v>74</c:v>
                </c:pt>
                <c:pt idx="11">
                  <c:v>80</c:v>
                </c:pt>
                <c:pt idx="12">
                  <c:v>87</c:v>
                </c:pt>
                <c:pt idx="13">
                  <c:v>93</c:v>
                </c:pt>
                <c:pt idx="14">
                  <c:v>100</c:v>
                </c:pt>
                <c:pt idx="15">
                  <c:v>107</c:v>
                </c:pt>
                <c:pt idx="16">
                  <c:v>113</c:v>
                </c:pt>
                <c:pt idx="17">
                  <c:v>120</c:v>
                </c:pt>
                <c:pt idx="18">
                  <c:v>126</c:v>
                </c:pt>
                <c:pt idx="19">
                  <c:v>133</c:v>
                </c:pt>
                <c:pt idx="20">
                  <c:v>140</c:v>
                </c:pt>
                <c:pt idx="21">
                  <c:v>146</c:v>
                </c:pt>
                <c:pt idx="22">
                  <c:v>153</c:v>
                </c:pt>
                <c:pt idx="23">
                  <c:v>160</c:v>
                </c:pt>
                <c:pt idx="24">
                  <c:v>166</c:v>
                </c:pt>
                <c:pt idx="25">
                  <c:v>173</c:v>
                </c:pt>
                <c:pt idx="26">
                  <c:v>179</c:v>
                </c:pt>
                <c:pt idx="27">
                  <c:v>186</c:v>
                </c:pt>
                <c:pt idx="28">
                  <c:v>193</c:v>
                </c:pt>
                <c:pt idx="29">
                  <c:v>199</c:v>
                </c:pt>
                <c:pt idx="30">
                  <c:v>206</c:v>
                </c:pt>
                <c:pt idx="31">
                  <c:v>212</c:v>
                </c:pt>
                <c:pt idx="32">
                  <c:v>219</c:v>
                </c:pt>
                <c:pt idx="33">
                  <c:v>226</c:v>
                </c:pt>
                <c:pt idx="34">
                  <c:v>232</c:v>
                </c:pt>
                <c:pt idx="35">
                  <c:v>239</c:v>
                </c:pt>
                <c:pt idx="36">
                  <c:v>245</c:v>
                </c:pt>
                <c:pt idx="37">
                  <c:v>252</c:v>
                </c:pt>
                <c:pt idx="38">
                  <c:v>259</c:v>
                </c:pt>
                <c:pt idx="39">
                  <c:v>265</c:v>
                </c:pt>
                <c:pt idx="40">
                  <c:v>272</c:v>
                </c:pt>
                <c:pt idx="41">
                  <c:v>278</c:v>
                </c:pt>
                <c:pt idx="42">
                  <c:v>285</c:v>
                </c:pt>
                <c:pt idx="43">
                  <c:v>292</c:v>
                </c:pt>
                <c:pt idx="44">
                  <c:v>298</c:v>
                </c:pt>
                <c:pt idx="45">
                  <c:v>305</c:v>
                </c:pt>
                <c:pt idx="46">
                  <c:v>311</c:v>
                </c:pt>
                <c:pt idx="47">
                  <c:v>318</c:v>
                </c:pt>
                <c:pt idx="48">
                  <c:v>325</c:v>
                </c:pt>
                <c:pt idx="49">
                  <c:v>331</c:v>
                </c:pt>
                <c:pt idx="50">
                  <c:v>338</c:v>
                </c:pt>
                <c:pt idx="51">
                  <c:v>344</c:v>
                </c:pt>
                <c:pt idx="52">
                  <c:v>351</c:v>
                </c:pt>
                <c:pt idx="53">
                  <c:v>358</c:v>
                </c:pt>
                <c:pt idx="54">
                  <c:v>364</c:v>
                </c:pt>
                <c:pt idx="55">
                  <c:v>371</c:v>
                </c:pt>
                <c:pt idx="56">
                  <c:v>377</c:v>
                </c:pt>
                <c:pt idx="57">
                  <c:v>384</c:v>
                </c:pt>
                <c:pt idx="58">
                  <c:v>391</c:v>
                </c:pt>
                <c:pt idx="59">
                  <c:v>397</c:v>
                </c:pt>
                <c:pt idx="60">
                  <c:v>404</c:v>
                </c:pt>
                <c:pt idx="61">
                  <c:v>411</c:v>
                </c:pt>
                <c:pt idx="62">
                  <c:v>417</c:v>
                </c:pt>
                <c:pt idx="63">
                  <c:v>424</c:v>
                </c:pt>
                <c:pt idx="64">
                  <c:v>430</c:v>
                </c:pt>
                <c:pt idx="65">
                  <c:v>437</c:v>
                </c:pt>
                <c:pt idx="66">
                  <c:v>444</c:v>
                </c:pt>
                <c:pt idx="67">
                  <c:v>450</c:v>
                </c:pt>
                <c:pt idx="68">
                  <c:v>457</c:v>
                </c:pt>
                <c:pt idx="69">
                  <c:v>463</c:v>
                </c:pt>
                <c:pt idx="70">
                  <c:v>470</c:v>
                </c:pt>
                <c:pt idx="71">
                  <c:v>477</c:v>
                </c:pt>
                <c:pt idx="72">
                  <c:v>483</c:v>
                </c:pt>
                <c:pt idx="73">
                  <c:v>490</c:v>
                </c:pt>
                <c:pt idx="74">
                  <c:v>496</c:v>
                </c:pt>
                <c:pt idx="75">
                  <c:v>503</c:v>
                </c:pt>
                <c:pt idx="76">
                  <c:v>510</c:v>
                </c:pt>
                <c:pt idx="77">
                  <c:v>516</c:v>
                </c:pt>
                <c:pt idx="78">
                  <c:v>523</c:v>
                </c:pt>
                <c:pt idx="79">
                  <c:v>529</c:v>
                </c:pt>
                <c:pt idx="80">
                  <c:v>536</c:v>
                </c:pt>
                <c:pt idx="81">
                  <c:v>543</c:v>
                </c:pt>
                <c:pt idx="82">
                  <c:v>549</c:v>
                </c:pt>
                <c:pt idx="83">
                  <c:v>556</c:v>
                </c:pt>
                <c:pt idx="84">
                  <c:v>562</c:v>
                </c:pt>
                <c:pt idx="85">
                  <c:v>569</c:v>
                </c:pt>
                <c:pt idx="86">
                  <c:v>576</c:v>
                </c:pt>
                <c:pt idx="87">
                  <c:v>582</c:v>
                </c:pt>
                <c:pt idx="88">
                  <c:v>589</c:v>
                </c:pt>
                <c:pt idx="89">
                  <c:v>595</c:v>
                </c:pt>
                <c:pt idx="90">
                  <c:v>602</c:v>
                </c:pt>
                <c:pt idx="91">
                  <c:v>609</c:v>
                </c:pt>
                <c:pt idx="92">
                  <c:v>615</c:v>
                </c:pt>
                <c:pt idx="93">
                  <c:v>622</c:v>
                </c:pt>
                <c:pt idx="94">
                  <c:v>628</c:v>
                </c:pt>
                <c:pt idx="95">
                  <c:v>635</c:v>
                </c:pt>
                <c:pt idx="96">
                  <c:v>642</c:v>
                </c:pt>
                <c:pt idx="97">
                  <c:v>648</c:v>
                </c:pt>
                <c:pt idx="98">
                  <c:v>655</c:v>
                </c:pt>
                <c:pt idx="99">
                  <c:v>662</c:v>
                </c:pt>
                <c:pt idx="100">
                  <c:v>668</c:v>
                </c:pt>
                <c:pt idx="101">
                  <c:v>675</c:v>
                </c:pt>
                <c:pt idx="102">
                  <c:v>681</c:v>
                </c:pt>
                <c:pt idx="103">
                  <c:v>688</c:v>
                </c:pt>
                <c:pt idx="104">
                  <c:v>695</c:v>
                </c:pt>
                <c:pt idx="105">
                  <c:v>701</c:v>
                </c:pt>
                <c:pt idx="106">
                  <c:v>708</c:v>
                </c:pt>
                <c:pt idx="107">
                  <c:v>714</c:v>
                </c:pt>
                <c:pt idx="108">
                  <c:v>721</c:v>
                </c:pt>
                <c:pt idx="109">
                  <c:v>728</c:v>
                </c:pt>
                <c:pt idx="110">
                  <c:v>734</c:v>
                </c:pt>
                <c:pt idx="111">
                  <c:v>741</c:v>
                </c:pt>
                <c:pt idx="112">
                  <c:v>747</c:v>
                </c:pt>
                <c:pt idx="113">
                  <c:v>754</c:v>
                </c:pt>
                <c:pt idx="114">
                  <c:v>761</c:v>
                </c:pt>
                <c:pt idx="115">
                  <c:v>767</c:v>
                </c:pt>
                <c:pt idx="116">
                  <c:v>774</c:v>
                </c:pt>
                <c:pt idx="117">
                  <c:v>780</c:v>
                </c:pt>
                <c:pt idx="118">
                  <c:v>787</c:v>
                </c:pt>
              </c:numCache>
            </c:numRef>
          </c:xVal>
          <c:yVal>
            <c:numRef>
              <c:f>'Chart Data'!$AF$2:$AF$120</c:f>
              <c:numCache>
                <c:formatCode>General</c:formatCode>
                <c:ptCount val="119"/>
                <c:pt idx="0">
                  <c:v>1.0882633</c:v>
                </c:pt>
                <c:pt idx="1">
                  <c:v>1.0889733</c:v>
                </c:pt>
                <c:pt idx="2">
                  <c:v>1.0890421</c:v>
                </c:pt>
                <c:pt idx="3">
                  <c:v>1.0890085</c:v>
                </c:pt>
                <c:pt idx="4">
                  <c:v>1.0889271</c:v>
                </c:pt>
                <c:pt idx="5">
                  <c:v>1.0890152</c:v>
                </c:pt>
                <c:pt idx="6">
                  <c:v>1.0888164</c:v>
                </c:pt>
                <c:pt idx="7">
                  <c:v>1.0890024</c:v>
                </c:pt>
                <c:pt idx="8">
                  <c:v>1.0886723</c:v>
                </c:pt>
                <c:pt idx="9">
                  <c:v>1.0884622</c:v>
                </c:pt>
                <c:pt idx="10">
                  <c:v>1.0881995</c:v>
                </c:pt>
                <c:pt idx="11">
                  <c:v>1.088057</c:v>
                </c:pt>
                <c:pt idx="12">
                  <c:v>1.0877154</c:v>
                </c:pt>
                <c:pt idx="13">
                  <c:v>1.0873662</c:v>
                </c:pt>
                <c:pt idx="14">
                  <c:v>1.0870851</c:v>
                </c:pt>
                <c:pt idx="15">
                  <c:v>1.0867389</c:v>
                </c:pt>
                <c:pt idx="16">
                  <c:v>1.0862293</c:v>
                </c:pt>
                <c:pt idx="17">
                  <c:v>1.0859848</c:v>
                </c:pt>
                <c:pt idx="18">
                  <c:v>1.0857749</c:v>
                </c:pt>
                <c:pt idx="19">
                  <c:v>1.0852261</c:v>
                </c:pt>
                <c:pt idx="20">
                  <c:v>1.0846874</c:v>
                </c:pt>
                <c:pt idx="21">
                  <c:v>1.0845033</c:v>
                </c:pt>
                <c:pt idx="22">
                  <c:v>1.0838983</c:v>
                </c:pt>
                <c:pt idx="23">
                  <c:v>1.0835317</c:v>
                </c:pt>
                <c:pt idx="24">
                  <c:v>1.0830746</c:v>
                </c:pt>
                <c:pt idx="25">
                  <c:v>1.0826759</c:v>
                </c:pt>
                <c:pt idx="26">
                  <c:v>1.0814284</c:v>
                </c:pt>
                <c:pt idx="27">
                  <c:v>1.0817223</c:v>
                </c:pt>
                <c:pt idx="28">
                  <c:v>1.0811179</c:v>
                </c:pt>
                <c:pt idx="29">
                  <c:v>1.0811006</c:v>
                </c:pt>
                <c:pt idx="30">
                  <c:v>1.0806891</c:v>
                </c:pt>
                <c:pt idx="31">
                  <c:v>1.0803511</c:v>
                </c:pt>
                <c:pt idx="32">
                  <c:v>1.0792129</c:v>
                </c:pt>
                <c:pt idx="33">
                  <c:v>1.0789239</c:v>
                </c:pt>
                <c:pt idx="34">
                  <c:v>1.0781127</c:v>
                </c:pt>
                <c:pt idx="35">
                  <c:v>1.0779785</c:v>
                </c:pt>
                <c:pt idx="36">
                  <c:v>1.0770854</c:v>
                </c:pt>
                <c:pt idx="37">
                  <c:v>1.0765026</c:v>
                </c:pt>
                <c:pt idx="38">
                  <c:v>1.0758983</c:v>
                </c:pt>
                <c:pt idx="39">
                  <c:v>1.0758475</c:v>
                </c:pt>
                <c:pt idx="40">
                  <c:v>1.074877</c:v>
                </c:pt>
                <c:pt idx="41">
                  <c:v>1.0743166</c:v>
                </c:pt>
                <c:pt idx="42">
                  <c:v>1.0738889</c:v>
                </c:pt>
                <c:pt idx="43">
                  <c:v>1.0735927</c:v>
                </c:pt>
                <c:pt idx="44">
                  <c:v>1.0730169</c:v>
                </c:pt>
                <c:pt idx="45">
                  <c:v>1.0709567</c:v>
                </c:pt>
                <c:pt idx="46">
                  <c:v>1.0716001</c:v>
                </c:pt>
                <c:pt idx="47">
                  <c:v>1.0709547</c:v>
                </c:pt>
                <c:pt idx="48">
                  <c:v>1.0706943</c:v>
                </c:pt>
                <c:pt idx="49">
                  <c:v>1.0698743</c:v>
                </c:pt>
                <c:pt idx="50">
                  <c:v>1.0694335</c:v>
                </c:pt>
                <c:pt idx="51">
                  <c:v>1.069791</c:v>
                </c:pt>
                <c:pt idx="52">
                  <c:v>1.0704039</c:v>
                </c:pt>
                <c:pt idx="53">
                  <c:v>1.0687077</c:v>
                </c:pt>
                <c:pt idx="54">
                  <c:v>1.0680726</c:v>
                </c:pt>
                <c:pt idx="55">
                  <c:v>1.0674429</c:v>
                </c:pt>
                <c:pt idx="56">
                  <c:v>1.0674288</c:v>
                </c:pt>
                <c:pt idx="57">
                  <c:v>1.0665464</c:v>
                </c:pt>
                <c:pt idx="58">
                  <c:v>1.0652678</c:v>
                </c:pt>
                <c:pt idx="59">
                  <c:v>1.0646977</c:v>
                </c:pt>
                <c:pt idx="60">
                  <c:v>1.064527</c:v>
                </c:pt>
                <c:pt idx="61">
                  <c:v>1.0641366</c:v>
                </c:pt>
                <c:pt idx="62">
                  <c:v>1.0625374</c:v>
                </c:pt>
                <c:pt idx="63">
                  <c:v>1.0620267</c:v>
                </c:pt>
                <c:pt idx="64">
                  <c:v>1.0613266</c:v>
                </c:pt>
                <c:pt idx="65">
                  <c:v>1.0602461</c:v>
                </c:pt>
                <c:pt idx="66">
                  <c:v>1.0593686</c:v>
                </c:pt>
                <c:pt idx="67">
                  <c:v>1.0580764</c:v>
                </c:pt>
                <c:pt idx="68">
                  <c:v>1.058165</c:v>
                </c:pt>
                <c:pt idx="69">
                  <c:v>1.0577836</c:v>
                </c:pt>
                <c:pt idx="70">
                  <c:v>1.0557337</c:v>
                </c:pt>
                <c:pt idx="71">
                  <c:v>1.0549389</c:v>
                </c:pt>
                <c:pt idx="72">
                  <c:v>1.0546201</c:v>
                </c:pt>
                <c:pt idx="73">
                  <c:v>1.0541373</c:v>
                </c:pt>
                <c:pt idx="74">
                  <c:v>1.0537195</c:v>
                </c:pt>
                <c:pt idx="75">
                  <c:v>1.0500335</c:v>
                </c:pt>
                <c:pt idx="76">
                  <c:v>1.0491924</c:v>
                </c:pt>
                <c:pt idx="77">
                  <c:v>1.0472336</c:v>
                </c:pt>
                <c:pt idx="78">
                  <c:v>1.0472535</c:v>
                </c:pt>
                <c:pt idx="79">
                  <c:v>1.0449383</c:v>
                </c:pt>
                <c:pt idx="80">
                  <c:v>1.0432488</c:v>
                </c:pt>
                <c:pt idx="81">
                  <c:v>1.04196</c:v>
                </c:pt>
                <c:pt idx="82">
                  <c:v>1.0409074</c:v>
                </c:pt>
                <c:pt idx="83">
                  <c:v>1.0385691</c:v>
                </c:pt>
                <c:pt idx="84">
                  <c:v>1.0371169</c:v>
                </c:pt>
                <c:pt idx="85">
                  <c:v>1.0340418</c:v>
                </c:pt>
                <c:pt idx="86">
                  <c:v>1.0332178</c:v>
                </c:pt>
                <c:pt idx="87">
                  <c:v>1.0309314</c:v>
                </c:pt>
                <c:pt idx="88">
                  <c:v>1.0285501</c:v>
                </c:pt>
                <c:pt idx="89">
                  <c:v>1.0262213</c:v>
                </c:pt>
                <c:pt idx="90">
                  <c:v>1.0236779</c:v>
                </c:pt>
                <c:pt idx="91">
                  <c:v>1.0209109</c:v>
                </c:pt>
                <c:pt idx="92">
                  <c:v>1.0173928</c:v>
                </c:pt>
                <c:pt idx="93">
                  <c:v>1.0135298</c:v>
                </c:pt>
                <c:pt idx="94">
                  <c:v>1.0096285</c:v>
                </c:pt>
                <c:pt idx="95">
                  <c:v>1.0056304</c:v>
                </c:pt>
                <c:pt idx="96">
                  <c:v>1.0009023</c:v>
                </c:pt>
                <c:pt idx="97">
                  <c:v>0.99626392</c:v>
                </c:pt>
                <c:pt idx="98">
                  <c:v>0.99124277</c:v>
                </c:pt>
                <c:pt idx="99">
                  <c:v>0.98528969</c:v>
                </c:pt>
                <c:pt idx="100">
                  <c:v>0.98063916</c:v>
                </c:pt>
                <c:pt idx="101">
                  <c:v>0.97557557</c:v>
                </c:pt>
                <c:pt idx="102">
                  <c:v>0.97069687</c:v>
                </c:pt>
                <c:pt idx="103">
                  <c:v>0.96561164</c:v>
                </c:pt>
                <c:pt idx="104">
                  <c:v>0.96011829</c:v>
                </c:pt>
                <c:pt idx="105">
                  <c:v>0.95562661</c:v>
                </c:pt>
                <c:pt idx="106">
                  <c:v>0.94996643</c:v>
                </c:pt>
                <c:pt idx="107">
                  <c:v>0.9451685</c:v>
                </c:pt>
                <c:pt idx="108">
                  <c:v>0.93949878</c:v>
                </c:pt>
                <c:pt idx="109">
                  <c:v>0.93421531</c:v>
                </c:pt>
                <c:pt idx="110">
                  <c:v>0.9287048</c:v>
                </c:pt>
                <c:pt idx="111">
                  <c:v>0.92330718</c:v>
                </c:pt>
                <c:pt idx="112">
                  <c:v>0.91749144</c:v>
                </c:pt>
                <c:pt idx="113">
                  <c:v>0.91207612</c:v>
                </c:pt>
                <c:pt idx="114">
                  <c:v>0.906501</c:v>
                </c:pt>
                <c:pt idx="115">
                  <c:v>0.90062577</c:v>
                </c:pt>
                <c:pt idx="116">
                  <c:v>0.8937965</c:v>
                </c:pt>
                <c:pt idx="117">
                  <c:v>0.8881135</c:v>
                </c:pt>
                <c:pt idx="118">
                  <c:v>0.88093972</c:v>
                </c:pt>
              </c:numCache>
            </c:numRef>
          </c:yVal>
        </c:ser>
        <c:ser>
          <c:idx val="16"/>
          <c:order val="16"/>
          <c:tx>
            <c:v>Batch1_cell_020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Data'!$AG$2:$AG$120</c:f>
              <c:numCache>
                <c:formatCode>General</c:formatCode>
                <c:ptCount val="119"/>
                <c:pt idx="0">
                  <c:v>5</c:v>
                </c:pt>
                <c:pt idx="1">
                  <c:v>10</c:v>
                </c:pt>
                <c:pt idx="2">
                  <c:v>14</c:v>
                </c:pt>
                <c:pt idx="3">
                  <c:v>19</c:v>
                </c:pt>
                <c:pt idx="4">
                  <c:v>23</c:v>
                </c:pt>
                <c:pt idx="5">
                  <c:v>28</c:v>
                </c:pt>
                <c:pt idx="6">
                  <c:v>32</c:v>
                </c:pt>
                <c:pt idx="7">
                  <c:v>37</c:v>
                </c:pt>
                <c:pt idx="8">
                  <c:v>41</c:v>
                </c:pt>
                <c:pt idx="9">
                  <c:v>46</c:v>
                </c:pt>
                <c:pt idx="10">
                  <c:v>50</c:v>
                </c:pt>
                <c:pt idx="11">
                  <c:v>55</c:v>
                </c:pt>
                <c:pt idx="12">
                  <c:v>59</c:v>
                </c:pt>
                <c:pt idx="13">
                  <c:v>64</c:v>
                </c:pt>
                <c:pt idx="14">
                  <c:v>68</c:v>
                </c:pt>
                <c:pt idx="15">
                  <c:v>73</c:v>
                </c:pt>
                <c:pt idx="16">
                  <c:v>77</c:v>
                </c:pt>
                <c:pt idx="17">
                  <c:v>81</c:v>
                </c:pt>
                <c:pt idx="18">
                  <c:v>86</c:v>
                </c:pt>
                <c:pt idx="19">
                  <c:v>90</c:v>
                </c:pt>
                <c:pt idx="20">
                  <c:v>95</c:v>
                </c:pt>
                <c:pt idx="21">
                  <c:v>99</c:v>
                </c:pt>
                <c:pt idx="22">
                  <c:v>104</c:v>
                </c:pt>
                <c:pt idx="23">
                  <c:v>108</c:v>
                </c:pt>
                <c:pt idx="24">
                  <c:v>113</c:v>
                </c:pt>
                <c:pt idx="25">
                  <c:v>117</c:v>
                </c:pt>
                <c:pt idx="26">
                  <c:v>122</c:v>
                </c:pt>
                <c:pt idx="27">
                  <c:v>126</c:v>
                </c:pt>
                <c:pt idx="28">
                  <c:v>131</c:v>
                </c:pt>
                <c:pt idx="29">
                  <c:v>135</c:v>
                </c:pt>
                <c:pt idx="30">
                  <c:v>140</c:v>
                </c:pt>
                <c:pt idx="31">
                  <c:v>144</c:v>
                </c:pt>
                <c:pt idx="32">
                  <c:v>149</c:v>
                </c:pt>
                <c:pt idx="33">
                  <c:v>153</c:v>
                </c:pt>
                <c:pt idx="34">
                  <c:v>157</c:v>
                </c:pt>
                <c:pt idx="35">
                  <c:v>162</c:v>
                </c:pt>
                <c:pt idx="36">
                  <c:v>166</c:v>
                </c:pt>
                <c:pt idx="37">
                  <c:v>171</c:v>
                </c:pt>
                <c:pt idx="38">
                  <c:v>175</c:v>
                </c:pt>
                <c:pt idx="39">
                  <c:v>180</c:v>
                </c:pt>
                <c:pt idx="40">
                  <c:v>184</c:v>
                </c:pt>
                <c:pt idx="41">
                  <c:v>189</c:v>
                </c:pt>
                <c:pt idx="42">
                  <c:v>193</c:v>
                </c:pt>
                <c:pt idx="43">
                  <c:v>198</c:v>
                </c:pt>
                <c:pt idx="44">
                  <c:v>202</c:v>
                </c:pt>
                <c:pt idx="45">
                  <c:v>207</c:v>
                </c:pt>
                <c:pt idx="46">
                  <c:v>211</c:v>
                </c:pt>
                <c:pt idx="47">
                  <c:v>216</c:v>
                </c:pt>
                <c:pt idx="48">
                  <c:v>220</c:v>
                </c:pt>
                <c:pt idx="49">
                  <c:v>225</c:v>
                </c:pt>
                <c:pt idx="50">
                  <c:v>229</c:v>
                </c:pt>
                <c:pt idx="51">
                  <c:v>233</c:v>
                </c:pt>
                <c:pt idx="52">
                  <c:v>238</c:v>
                </c:pt>
                <c:pt idx="53">
                  <c:v>242</c:v>
                </c:pt>
                <c:pt idx="54">
                  <c:v>247</c:v>
                </c:pt>
                <c:pt idx="55">
                  <c:v>251</c:v>
                </c:pt>
                <c:pt idx="56">
                  <c:v>256</c:v>
                </c:pt>
                <c:pt idx="57">
                  <c:v>260</c:v>
                </c:pt>
                <c:pt idx="58">
                  <c:v>265</c:v>
                </c:pt>
                <c:pt idx="59">
                  <c:v>269</c:v>
                </c:pt>
                <c:pt idx="60">
                  <c:v>274</c:v>
                </c:pt>
                <c:pt idx="61">
                  <c:v>278</c:v>
                </c:pt>
                <c:pt idx="62">
                  <c:v>283</c:v>
                </c:pt>
                <c:pt idx="63">
                  <c:v>287</c:v>
                </c:pt>
                <c:pt idx="64">
                  <c:v>292</c:v>
                </c:pt>
                <c:pt idx="65">
                  <c:v>296</c:v>
                </c:pt>
                <c:pt idx="66">
                  <c:v>301</c:v>
                </c:pt>
                <c:pt idx="67">
                  <c:v>305</c:v>
                </c:pt>
                <c:pt idx="68">
                  <c:v>309</c:v>
                </c:pt>
                <c:pt idx="69">
                  <c:v>314</c:v>
                </c:pt>
                <c:pt idx="70">
                  <c:v>318</c:v>
                </c:pt>
                <c:pt idx="71">
                  <c:v>323</c:v>
                </c:pt>
                <c:pt idx="72">
                  <c:v>327</c:v>
                </c:pt>
                <c:pt idx="73">
                  <c:v>332</c:v>
                </c:pt>
                <c:pt idx="74">
                  <c:v>336</c:v>
                </c:pt>
                <c:pt idx="75">
                  <c:v>341</c:v>
                </c:pt>
                <c:pt idx="76">
                  <c:v>345</c:v>
                </c:pt>
                <c:pt idx="77">
                  <c:v>350</c:v>
                </c:pt>
                <c:pt idx="78">
                  <c:v>354</c:v>
                </c:pt>
                <c:pt idx="79">
                  <c:v>359</c:v>
                </c:pt>
                <c:pt idx="80">
                  <c:v>363</c:v>
                </c:pt>
                <c:pt idx="81">
                  <c:v>368</c:v>
                </c:pt>
                <c:pt idx="82">
                  <c:v>372</c:v>
                </c:pt>
                <c:pt idx="83">
                  <c:v>377</c:v>
                </c:pt>
                <c:pt idx="84">
                  <c:v>381</c:v>
                </c:pt>
                <c:pt idx="85">
                  <c:v>385</c:v>
                </c:pt>
                <c:pt idx="86">
                  <c:v>390</c:v>
                </c:pt>
                <c:pt idx="87">
                  <c:v>394</c:v>
                </c:pt>
                <c:pt idx="88">
                  <c:v>399</c:v>
                </c:pt>
                <c:pt idx="89">
                  <c:v>403</c:v>
                </c:pt>
                <c:pt idx="90">
                  <c:v>408</c:v>
                </c:pt>
                <c:pt idx="91">
                  <c:v>412</c:v>
                </c:pt>
                <c:pt idx="92">
                  <c:v>417</c:v>
                </c:pt>
                <c:pt idx="93">
                  <c:v>421</c:v>
                </c:pt>
                <c:pt idx="94">
                  <c:v>426</c:v>
                </c:pt>
                <c:pt idx="95">
                  <c:v>430</c:v>
                </c:pt>
                <c:pt idx="96">
                  <c:v>435</c:v>
                </c:pt>
                <c:pt idx="97">
                  <c:v>439</c:v>
                </c:pt>
                <c:pt idx="98">
                  <c:v>444</c:v>
                </c:pt>
                <c:pt idx="99">
                  <c:v>448</c:v>
                </c:pt>
                <c:pt idx="100">
                  <c:v>453</c:v>
                </c:pt>
                <c:pt idx="101">
                  <c:v>457</c:v>
                </c:pt>
                <c:pt idx="102">
                  <c:v>461</c:v>
                </c:pt>
                <c:pt idx="103">
                  <c:v>466</c:v>
                </c:pt>
                <c:pt idx="104">
                  <c:v>470</c:v>
                </c:pt>
                <c:pt idx="105">
                  <c:v>475</c:v>
                </c:pt>
                <c:pt idx="106">
                  <c:v>479</c:v>
                </c:pt>
                <c:pt idx="107">
                  <c:v>484</c:v>
                </c:pt>
                <c:pt idx="108">
                  <c:v>488</c:v>
                </c:pt>
                <c:pt idx="109">
                  <c:v>493</c:v>
                </c:pt>
                <c:pt idx="110">
                  <c:v>497</c:v>
                </c:pt>
                <c:pt idx="111">
                  <c:v>502</c:v>
                </c:pt>
                <c:pt idx="112">
                  <c:v>506</c:v>
                </c:pt>
                <c:pt idx="113">
                  <c:v>511</c:v>
                </c:pt>
                <c:pt idx="114">
                  <c:v>515</c:v>
                </c:pt>
                <c:pt idx="115">
                  <c:v>520</c:v>
                </c:pt>
                <c:pt idx="116">
                  <c:v>524</c:v>
                </c:pt>
                <c:pt idx="117">
                  <c:v>529</c:v>
                </c:pt>
                <c:pt idx="118">
                  <c:v>533</c:v>
                </c:pt>
              </c:numCache>
            </c:numRef>
          </c:xVal>
          <c:yVal>
            <c:numRef>
              <c:f>'Chart Data'!$AH$2:$AH$120</c:f>
              <c:numCache>
                <c:formatCode>General</c:formatCode>
                <c:ptCount val="119"/>
                <c:pt idx="0">
                  <c:v>1.0750004</c:v>
                </c:pt>
                <c:pt idx="1">
                  <c:v>1.0757242</c:v>
                </c:pt>
                <c:pt idx="2">
                  <c:v>1.0733308</c:v>
                </c:pt>
                <c:pt idx="3">
                  <c:v>1.0742134</c:v>
                </c:pt>
                <c:pt idx="4">
                  <c:v>1.0740335</c:v>
                </c:pt>
                <c:pt idx="5">
                  <c:v>1.0737063</c:v>
                </c:pt>
                <c:pt idx="6">
                  <c:v>1.0733368</c:v>
                </c:pt>
                <c:pt idx="7">
                  <c:v>1.0727948</c:v>
                </c:pt>
                <c:pt idx="8">
                  <c:v>1.072214</c:v>
                </c:pt>
                <c:pt idx="9">
                  <c:v>1.071607</c:v>
                </c:pt>
                <c:pt idx="10">
                  <c:v>1.0709916</c:v>
                </c:pt>
                <c:pt idx="11">
                  <c:v>1.0702653</c:v>
                </c:pt>
                <c:pt idx="12">
                  <c:v>1.0695163</c:v>
                </c:pt>
                <c:pt idx="13">
                  <c:v>1.0685072</c:v>
                </c:pt>
                <c:pt idx="14">
                  <c:v>1.0677018</c:v>
                </c:pt>
                <c:pt idx="15">
                  <c:v>1.0673591</c:v>
                </c:pt>
                <c:pt idx="16">
                  <c:v>1.0661353</c:v>
                </c:pt>
                <c:pt idx="17">
                  <c:v>1.0654674</c:v>
                </c:pt>
                <c:pt idx="18">
                  <c:v>1.0644661</c:v>
                </c:pt>
                <c:pt idx="19">
                  <c:v>1.0636089</c:v>
                </c:pt>
                <c:pt idx="20">
                  <c:v>1.0624748</c:v>
                </c:pt>
                <c:pt idx="21">
                  <c:v>1.0614847</c:v>
                </c:pt>
                <c:pt idx="22">
                  <c:v>1.0603108</c:v>
                </c:pt>
                <c:pt idx="23">
                  <c:v>1.0593348</c:v>
                </c:pt>
                <c:pt idx="24">
                  <c:v>1.058201</c:v>
                </c:pt>
                <c:pt idx="25">
                  <c:v>1.0571884</c:v>
                </c:pt>
                <c:pt idx="26">
                  <c:v>1.0559883</c:v>
                </c:pt>
                <c:pt idx="27">
                  <c:v>1.0550857</c:v>
                </c:pt>
                <c:pt idx="28">
                  <c:v>1.053912</c:v>
                </c:pt>
                <c:pt idx="29">
                  <c:v>1.0529788</c:v>
                </c:pt>
                <c:pt idx="30">
                  <c:v>1.0515742</c:v>
                </c:pt>
                <c:pt idx="31">
                  <c:v>1.0507442</c:v>
                </c:pt>
                <c:pt idx="32">
                  <c:v>1.0493796</c:v>
                </c:pt>
                <c:pt idx="33">
                  <c:v>1.0483327</c:v>
                </c:pt>
                <c:pt idx="34">
                  <c:v>1.0470918</c:v>
                </c:pt>
                <c:pt idx="35">
                  <c:v>1.04554</c:v>
                </c:pt>
                <c:pt idx="36">
                  <c:v>1.0448866</c:v>
                </c:pt>
                <c:pt idx="37">
                  <c:v>1.0433724</c:v>
                </c:pt>
                <c:pt idx="38">
                  <c:v>1.0424112</c:v>
                </c:pt>
                <c:pt idx="39">
                  <c:v>1.0411444</c:v>
                </c:pt>
                <c:pt idx="40">
                  <c:v>1.0399308</c:v>
                </c:pt>
                <c:pt idx="41">
                  <c:v>1.0386019</c:v>
                </c:pt>
                <c:pt idx="42">
                  <c:v>1.0373009</c:v>
                </c:pt>
                <c:pt idx="43">
                  <c:v>1.0361351</c:v>
                </c:pt>
                <c:pt idx="44">
                  <c:v>1.0353382</c:v>
                </c:pt>
                <c:pt idx="45">
                  <c:v>1.0336615</c:v>
                </c:pt>
                <c:pt idx="46">
                  <c:v>1.0328425</c:v>
                </c:pt>
                <c:pt idx="47">
                  <c:v>1.0307609</c:v>
                </c:pt>
                <c:pt idx="48">
                  <c:v>1.0294591</c:v>
                </c:pt>
                <c:pt idx="49">
                  <c:v>1.0282871</c:v>
                </c:pt>
                <c:pt idx="50">
                  <c:v>1.0281192</c:v>
                </c:pt>
                <c:pt idx="51">
                  <c:v>1.026855</c:v>
                </c:pt>
                <c:pt idx="52">
                  <c:v>1.0247376</c:v>
                </c:pt>
                <c:pt idx="53">
                  <c:v>1.0242959</c:v>
                </c:pt>
                <c:pt idx="54">
                  <c:v>1.0223839</c:v>
                </c:pt>
                <c:pt idx="55">
                  <c:v>1.0206741</c:v>
                </c:pt>
                <c:pt idx="56">
                  <c:v>1.0197228</c:v>
                </c:pt>
                <c:pt idx="57">
                  <c:v>1.0186024</c:v>
                </c:pt>
                <c:pt idx="58">
                  <c:v>1.017038</c:v>
                </c:pt>
                <c:pt idx="59">
                  <c:v>1.0162039</c:v>
                </c:pt>
                <c:pt idx="60">
                  <c:v>1.0143094</c:v>
                </c:pt>
                <c:pt idx="61">
                  <c:v>1.0132066</c:v>
                </c:pt>
                <c:pt idx="62">
                  <c:v>1.0119441</c:v>
                </c:pt>
                <c:pt idx="63">
                  <c:v>1.0106105</c:v>
                </c:pt>
                <c:pt idx="64">
                  <c:v>1.0095162</c:v>
                </c:pt>
                <c:pt idx="65">
                  <c:v>1.007581</c:v>
                </c:pt>
                <c:pt idx="66">
                  <c:v>1.006428</c:v>
                </c:pt>
                <c:pt idx="67">
                  <c:v>1.005584</c:v>
                </c:pt>
                <c:pt idx="68">
                  <c:v>1.0040368</c:v>
                </c:pt>
                <c:pt idx="69">
                  <c:v>1.0026002</c:v>
                </c:pt>
                <c:pt idx="70">
                  <c:v>1.0009795</c:v>
                </c:pt>
                <c:pt idx="71">
                  <c:v>0.99997455</c:v>
                </c:pt>
                <c:pt idx="72">
                  <c:v>0.99829513</c:v>
                </c:pt>
                <c:pt idx="73">
                  <c:v>0.99724329</c:v>
                </c:pt>
                <c:pt idx="74">
                  <c:v>0.99612767</c:v>
                </c:pt>
                <c:pt idx="75">
                  <c:v>0.99384665</c:v>
                </c:pt>
                <c:pt idx="76">
                  <c:v>0.9926613</c:v>
                </c:pt>
                <c:pt idx="77">
                  <c:v>0.99077535</c:v>
                </c:pt>
                <c:pt idx="78">
                  <c:v>0.98954862</c:v>
                </c:pt>
                <c:pt idx="79">
                  <c:v>0.98818398</c:v>
                </c:pt>
                <c:pt idx="80">
                  <c:v>0.98598272</c:v>
                </c:pt>
                <c:pt idx="81">
                  <c:v>0.98408502</c:v>
                </c:pt>
                <c:pt idx="82">
                  <c:v>0.98249471</c:v>
                </c:pt>
                <c:pt idx="83">
                  <c:v>0.98160136</c:v>
                </c:pt>
                <c:pt idx="84">
                  <c:v>0.97988319</c:v>
                </c:pt>
                <c:pt idx="85">
                  <c:v>0.97874343</c:v>
                </c:pt>
                <c:pt idx="86">
                  <c:v>0.97850871</c:v>
                </c:pt>
                <c:pt idx="87">
                  <c:v>0.97670734</c:v>
                </c:pt>
                <c:pt idx="88">
                  <c:v>0.97473323</c:v>
                </c:pt>
                <c:pt idx="89">
                  <c:v>0.97283965</c:v>
                </c:pt>
                <c:pt idx="90">
                  <c:v>0.97067034</c:v>
                </c:pt>
                <c:pt idx="91">
                  <c:v>0.96904254</c:v>
                </c:pt>
                <c:pt idx="92">
                  <c:v>0.96675056</c:v>
                </c:pt>
                <c:pt idx="93">
                  <c:v>0.96532851</c:v>
                </c:pt>
                <c:pt idx="94">
                  <c:v>0.96384239</c:v>
                </c:pt>
                <c:pt idx="95">
                  <c:v>0.96106911</c:v>
                </c:pt>
                <c:pt idx="96">
                  <c:v>0.95807165</c:v>
                </c:pt>
                <c:pt idx="97">
                  <c:v>0.95661366</c:v>
                </c:pt>
                <c:pt idx="98">
                  <c:v>0.95422435</c:v>
                </c:pt>
                <c:pt idx="99">
                  <c:v>0.95186043</c:v>
                </c:pt>
                <c:pt idx="100">
                  <c:v>0.94949889</c:v>
                </c:pt>
                <c:pt idx="101">
                  <c:v>0.94722074</c:v>
                </c:pt>
                <c:pt idx="102">
                  <c:v>0.94534999</c:v>
                </c:pt>
                <c:pt idx="103">
                  <c:v>0.94188195</c:v>
                </c:pt>
                <c:pt idx="104">
                  <c:v>0.93822837</c:v>
                </c:pt>
                <c:pt idx="105">
                  <c:v>0.93535888</c:v>
                </c:pt>
                <c:pt idx="106">
                  <c:v>0.93279862</c:v>
                </c:pt>
                <c:pt idx="107">
                  <c:v>0.92851925</c:v>
                </c:pt>
                <c:pt idx="108">
                  <c:v>0.92596281</c:v>
                </c:pt>
                <c:pt idx="109">
                  <c:v>0.9226054</c:v>
                </c:pt>
                <c:pt idx="110">
                  <c:v>0.91915387</c:v>
                </c:pt>
                <c:pt idx="111">
                  <c:v>0.91383302</c:v>
                </c:pt>
                <c:pt idx="112">
                  <c:v>0.91050011</c:v>
                </c:pt>
                <c:pt idx="113">
                  <c:v>0.90586394</c:v>
                </c:pt>
                <c:pt idx="114">
                  <c:v>0.90187591</c:v>
                </c:pt>
                <c:pt idx="115">
                  <c:v>0.89638388</c:v>
                </c:pt>
                <c:pt idx="116">
                  <c:v>0.89215106</c:v>
                </c:pt>
                <c:pt idx="117">
                  <c:v>0.88645399</c:v>
                </c:pt>
                <c:pt idx="118">
                  <c:v>0.88078493</c:v>
                </c:pt>
              </c:numCache>
            </c:numRef>
          </c:yVal>
        </c:ser>
        <c:ser>
          <c:idx val="17"/>
          <c:order val="17"/>
          <c:tx>
            <c:v>Batch1_cell_021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Data'!$AI$2:$AI$120</c:f>
              <c:numCache>
                <c:formatCode>General</c:formatCode>
                <c:ptCount val="119"/>
                <c:pt idx="0">
                  <c:v>6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24</c:v>
                </c:pt>
                <c:pt idx="5">
                  <c:v>29</c:v>
                </c:pt>
                <c:pt idx="6">
                  <c:v>34</c:v>
                </c:pt>
                <c:pt idx="7">
                  <c:v>38</c:v>
                </c:pt>
                <c:pt idx="8">
                  <c:v>43</c:v>
                </c:pt>
                <c:pt idx="9">
                  <c:v>48</c:v>
                </c:pt>
                <c:pt idx="10">
                  <c:v>52</c:v>
                </c:pt>
                <c:pt idx="11">
                  <c:v>57</c:v>
                </c:pt>
                <c:pt idx="12">
                  <c:v>62</c:v>
                </c:pt>
                <c:pt idx="13">
                  <c:v>67</c:v>
                </c:pt>
                <c:pt idx="14">
                  <c:v>71</c:v>
                </c:pt>
                <c:pt idx="15">
                  <c:v>76</c:v>
                </c:pt>
                <c:pt idx="16">
                  <c:v>81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99</c:v>
                </c:pt>
                <c:pt idx="21">
                  <c:v>104</c:v>
                </c:pt>
                <c:pt idx="22">
                  <c:v>109</c:v>
                </c:pt>
                <c:pt idx="23">
                  <c:v>113</c:v>
                </c:pt>
                <c:pt idx="24">
                  <c:v>118</c:v>
                </c:pt>
                <c:pt idx="25">
                  <c:v>123</c:v>
                </c:pt>
                <c:pt idx="26">
                  <c:v>127</c:v>
                </c:pt>
                <c:pt idx="27">
                  <c:v>132</c:v>
                </c:pt>
                <c:pt idx="28">
                  <c:v>137</c:v>
                </c:pt>
                <c:pt idx="29">
                  <c:v>141</c:v>
                </c:pt>
                <c:pt idx="30">
                  <c:v>146</c:v>
                </c:pt>
                <c:pt idx="31">
                  <c:v>151</c:v>
                </c:pt>
                <c:pt idx="32">
                  <c:v>155</c:v>
                </c:pt>
                <c:pt idx="33">
                  <c:v>160</c:v>
                </c:pt>
                <c:pt idx="34">
                  <c:v>165</c:v>
                </c:pt>
                <c:pt idx="35">
                  <c:v>170</c:v>
                </c:pt>
                <c:pt idx="36">
                  <c:v>174</c:v>
                </c:pt>
                <c:pt idx="37">
                  <c:v>179</c:v>
                </c:pt>
                <c:pt idx="38">
                  <c:v>184</c:v>
                </c:pt>
                <c:pt idx="39">
                  <c:v>188</c:v>
                </c:pt>
                <c:pt idx="40">
                  <c:v>193</c:v>
                </c:pt>
                <c:pt idx="41">
                  <c:v>198</c:v>
                </c:pt>
                <c:pt idx="42">
                  <c:v>202</c:v>
                </c:pt>
                <c:pt idx="43">
                  <c:v>207</c:v>
                </c:pt>
                <c:pt idx="44">
                  <c:v>212</c:v>
                </c:pt>
                <c:pt idx="45">
                  <c:v>216</c:v>
                </c:pt>
                <c:pt idx="46">
                  <c:v>221</c:v>
                </c:pt>
                <c:pt idx="47">
                  <c:v>226</c:v>
                </c:pt>
                <c:pt idx="48">
                  <c:v>230</c:v>
                </c:pt>
                <c:pt idx="49">
                  <c:v>235</c:v>
                </c:pt>
                <c:pt idx="50">
                  <c:v>240</c:v>
                </c:pt>
                <c:pt idx="51">
                  <c:v>244</c:v>
                </c:pt>
                <c:pt idx="52">
                  <c:v>249</c:v>
                </c:pt>
                <c:pt idx="53">
                  <c:v>254</c:v>
                </c:pt>
                <c:pt idx="54">
                  <c:v>258</c:v>
                </c:pt>
                <c:pt idx="55">
                  <c:v>263</c:v>
                </c:pt>
                <c:pt idx="56">
                  <c:v>268</c:v>
                </c:pt>
                <c:pt idx="57">
                  <c:v>272</c:v>
                </c:pt>
                <c:pt idx="58">
                  <c:v>277</c:v>
                </c:pt>
                <c:pt idx="59">
                  <c:v>282</c:v>
                </c:pt>
                <c:pt idx="60">
                  <c:v>287</c:v>
                </c:pt>
                <c:pt idx="61">
                  <c:v>291</c:v>
                </c:pt>
                <c:pt idx="62">
                  <c:v>296</c:v>
                </c:pt>
                <c:pt idx="63">
                  <c:v>301</c:v>
                </c:pt>
                <c:pt idx="64">
                  <c:v>305</c:v>
                </c:pt>
                <c:pt idx="65">
                  <c:v>310</c:v>
                </c:pt>
                <c:pt idx="66">
                  <c:v>315</c:v>
                </c:pt>
                <c:pt idx="67">
                  <c:v>319</c:v>
                </c:pt>
                <c:pt idx="68">
                  <c:v>324</c:v>
                </c:pt>
                <c:pt idx="69">
                  <c:v>329</c:v>
                </c:pt>
                <c:pt idx="70">
                  <c:v>333</c:v>
                </c:pt>
                <c:pt idx="71">
                  <c:v>338</c:v>
                </c:pt>
                <c:pt idx="72">
                  <c:v>343</c:v>
                </c:pt>
                <c:pt idx="73">
                  <c:v>347</c:v>
                </c:pt>
                <c:pt idx="74">
                  <c:v>352</c:v>
                </c:pt>
                <c:pt idx="75">
                  <c:v>357</c:v>
                </c:pt>
                <c:pt idx="76">
                  <c:v>361</c:v>
                </c:pt>
                <c:pt idx="77">
                  <c:v>366</c:v>
                </c:pt>
                <c:pt idx="78">
                  <c:v>371</c:v>
                </c:pt>
                <c:pt idx="79">
                  <c:v>375</c:v>
                </c:pt>
                <c:pt idx="80">
                  <c:v>380</c:v>
                </c:pt>
                <c:pt idx="81">
                  <c:v>385</c:v>
                </c:pt>
                <c:pt idx="82">
                  <c:v>389</c:v>
                </c:pt>
                <c:pt idx="83">
                  <c:v>394</c:v>
                </c:pt>
                <c:pt idx="84">
                  <c:v>399</c:v>
                </c:pt>
                <c:pt idx="85">
                  <c:v>404</c:v>
                </c:pt>
                <c:pt idx="86">
                  <c:v>408</c:v>
                </c:pt>
                <c:pt idx="87">
                  <c:v>413</c:v>
                </c:pt>
                <c:pt idx="88">
                  <c:v>418</c:v>
                </c:pt>
                <c:pt idx="89">
                  <c:v>422</c:v>
                </c:pt>
                <c:pt idx="90">
                  <c:v>427</c:v>
                </c:pt>
                <c:pt idx="91">
                  <c:v>432</c:v>
                </c:pt>
                <c:pt idx="92">
                  <c:v>436</c:v>
                </c:pt>
                <c:pt idx="93">
                  <c:v>441</c:v>
                </c:pt>
                <c:pt idx="94">
                  <c:v>446</c:v>
                </c:pt>
                <c:pt idx="95">
                  <c:v>450</c:v>
                </c:pt>
                <c:pt idx="96">
                  <c:v>455</c:v>
                </c:pt>
                <c:pt idx="97">
                  <c:v>460</c:v>
                </c:pt>
                <c:pt idx="98">
                  <c:v>464</c:v>
                </c:pt>
                <c:pt idx="99">
                  <c:v>469</c:v>
                </c:pt>
                <c:pt idx="100">
                  <c:v>474</c:v>
                </c:pt>
                <c:pt idx="101">
                  <c:v>478</c:v>
                </c:pt>
                <c:pt idx="102">
                  <c:v>483</c:v>
                </c:pt>
                <c:pt idx="103">
                  <c:v>488</c:v>
                </c:pt>
                <c:pt idx="104">
                  <c:v>492</c:v>
                </c:pt>
                <c:pt idx="105">
                  <c:v>497</c:v>
                </c:pt>
                <c:pt idx="106">
                  <c:v>502</c:v>
                </c:pt>
                <c:pt idx="107">
                  <c:v>507</c:v>
                </c:pt>
                <c:pt idx="108">
                  <c:v>511</c:v>
                </c:pt>
                <c:pt idx="109">
                  <c:v>516</c:v>
                </c:pt>
                <c:pt idx="110">
                  <c:v>521</c:v>
                </c:pt>
                <c:pt idx="111">
                  <c:v>525</c:v>
                </c:pt>
                <c:pt idx="112">
                  <c:v>530</c:v>
                </c:pt>
                <c:pt idx="113">
                  <c:v>535</c:v>
                </c:pt>
                <c:pt idx="114">
                  <c:v>539</c:v>
                </c:pt>
                <c:pt idx="115">
                  <c:v>544</c:v>
                </c:pt>
                <c:pt idx="116">
                  <c:v>549</c:v>
                </c:pt>
                <c:pt idx="117">
                  <c:v>553</c:v>
                </c:pt>
                <c:pt idx="118">
                  <c:v>558</c:v>
                </c:pt>
              </c:numCache>
            </c:numRef>
          </c:xVal>
          <c:yVal>
            <c:numRef>
              <c:f>'Chart Data'!$AJ$2:$AJ$120</c:f>
              <c:numCache>
                <c:formatCode>General</c:formatCode>
                <c:ptCount val="119"/>
                <c:pt idx="0">
                  <c:v>1.0851753</c:v>
                </c:pt>
                <c:pt idx="1">
                  <c:v>1.0858023</c:v>
                </c:pt>
                <c:pt idx="2">
                  <c:v>1.0841919</c:v>
                </c:pt>
                <c:pt idx="3">
                  <c:v>1.08462</c:v>
                </c:pt>
                <c:pt idx="4">
                  <c:v>1.0847434</c:v>
                </c:pt>
                <c:pt idx="5">
                  <c:v>1.0848097</c:v>
                </c:pt>
                <c:pt idx="6">
                  <c:v>1.0844665</c:v>
                </c:pt>
                <c:pt idx="7">
                  <c:v>1.0843236</c:v>
                </c:pt>
                <c:pt idx="8">
                  <c:v>1.0839336</c:v>
                </c:pt>
                <c:pt idx="9">
                  <c:v>1.0837706</c:v>
                </c:pt>
                <c:pt idx="10">
                  <c:v>1.0832673</c:v>
                </c:pt>
                <c:pt idx="11">
                  <c:v>1.0824648</c:v>
                </c:pt>
                <c:pt idx="12">
                  <c:v>1.0817163</c:v>
                </c:pt>
                <c:pt idx="13">
                  <c:v>1.0810775</c:v>
                </c:pt>
                <c:pt idx="14">
                  <c:v>1.0810663</c:v>
                </c:pt>
                <c:pt idx="15">
                  <c:v>1.0800942</c:v>
                </c:pt>
                <c:pt idx="16">
                  <c:v>1.0795494</c:v>
                </c:pt>
                <c:pt idx="17">
                  <c:v>1.0790009</c:v>
                </c:pt>
                <c:pt idx="18">
                  <c:v>1.0783319</c:v>
                </c:pt>
                <c:pt idx="19">
                  <c:v>1.0775657</c:v>
                </c:pt>
                <c:pt idx="20">
                  <c:v>1.0769062</c:v>
                </c:pt>
                <c:pt idx="21">
                  <c:v>1.0760784</c:v>
                </c:pt>
                <c:pt idx="22">
                  <c:v>1.0753214</c:v>
                </c:pt>
                <c:pt idx="23">
                  <c:v>1.0747309</c:v>
                </c:pt>
                <c:pt idx="24">
                  <c:v>1.0738741</c:v>
                </c:pt>
                <c:pt idx="25">
                  <c:v>1.0731279</c:v>
                </c:pt>
                <c:pt idx="26">
                  <c:v>1.0724895</c:v>
                </c:pt>
                <c:pt idx="27">
                  <c:v>1.0717373</c:v>
                </c:pt>
                <c:pt idx="28">
                  <c:v>1.0708625</c:v>
                </c:pt>
                <c:pt idx="29">
                  <c:v>1.0701652</c:v>
                </c:pt>
                <c:pt idx="30">
                  <c:v>1.0692236</c:v>
                </c:pt>
                <c:pt idx="31">
                  <c:v>1.068357</c:v>
                </c:pt>
                <c:pt idx="32">
                  <c:v>1.0676268</c:v>
                </c:pt>
                <c:pt idx="33">
                  <c:v>1.0666336</c:v>
                </c:pt>
                <c:pt idx="34">
                  <c:v>1.0658094</c:v>
                </c:pt>
                <c:pt idx="35">
                  <c:v>1.064784</c:v>
                </c:pt>
                <c:pt idx="36">
                  <c:v>1.0641166</c:v>
                </c:pt>
                <c:pt idx="37">
                  <c:v>1.0631467</c:v>
                </c:pt>
                <c:pt idx="38">
                  <c:v>1.062165</c:v>
                </c:pt>
                <c:pt idx="39">
                  <c:v>1.0616161</c:v>
                </c:pt>
                <c:pt idx="40">
                  <c:v>1.0602962</c:v>
                </c:pt>
                <c:pt idx="41">
                  <c:v>1.0598843</c:v>
                </c:pt>
                <c:pt idx="42">
                  <c:v>1.0590073</c:v>
                </c:pt>
                <c:pt idx="43">
                  <c:v>1.0579079</c:v>
                </c:pt>
                <c:pt idx="44">
                  <c:v>1.0566677</c:v>
                </c:pt>
                <c:pt idx="45">
                  <c:v>1.0562</c:v>
                </c:pt>
                <c:pt idx="46">
                  <c:v>1.055138</c:v>
                </c:pt>
                <c:pt idx="47">
                  <c:v>1.0546967</c:v>
                </c:pt>
                <c:pt idx="48">
                  <c:v>1.0534339</c:v>
                </c:pt>
                <c:pt idx="49">
                  <c:v>1.0525686</c:v>
                </c:pt>
                <c:pt idx="50">
                  <c:v>1.0514261</c:v>
                </c:pt>
                <c:pt idx="51">
                  <c:v>1.0507672</c:v>
                </c:pt>
                <c:pt idx="52">
                  <c:v>1.0498624</c:v>
                </c:pt>
                <c:pt idx="53">
                  <c:v>1.0487605</c:v>
                </c:pt>
                <c:pt idx="54">
                  <c:v>1.048243</c:v>
                </c:pt>
                <c:pt idx="55">
                  <c:v>1.0458262</c:v>
                </c:pt>
                <c:pt idx="56">
                  <c:v>1.0456318</c:v>
                </c:pt>
                <c:pt idx="57">
                  <c:v>1.0446849</c:v>
                </c:pt>
                <c:pt idx="58">
                  <c:v>1.0437239</c:v>
                </c:pt>
                <c:pt idx="59">
                  <c:v>1.0427336</c:v>
                </c:pt>
                <c:pt idx="60">
                  <c:v>1.0414617</c:v>
                </c:pt>
                <c:pt idx="61">
                  <c:v>1.0409849</c:v>
                </c:pt>
                <c:pt idx="62">
                  <c:v>1.0396458</c:v>
                </c:pt>
                <c:pt idx="63">
                  <c:v>1.0387024</c:v>
                </c:pt>
                <c:pt idx="64">
                  <c:v>1.0374607</c:v>
                </c:pt>
                <c:pt idx="65">
                  <c:v>1.0359271</c:v>
                </c:pt>
                <c:pt idx="66">
                  <c:v>1.0349572</c:v>
                </c:pt>
                <c:pt idx="67">
                  <c:v>1.0344373</c:v>
                </c:pt>
                <c:pt idx="68">
                  <c:v>1.0331609</c:v>
                </c:pt>
                <c:pt idx="69">
                  <c:v>1.0313189</c:v>
                </c:pt>
                <c:pt idx="70">
                  <c:v>1.0300926</c:v>
                </c:pt>
                <c:pt idx="71">
                  <c:v>1.0292333</c:v>
                </c:pt>
                <c:pt idx="72">
                  <c:v>1.0278751</c:v>
                </c:pt>
                <c:pt idx="73">
                  <c:v>1.0265294</c:v>
                </c:pt>
                <c:pt idx="74">
                  <c:v>1.0245148</c:v>
                </c:pt>
                <c:pt idx="75">
                  <c:v>1.023459</c:v>
                </c:pt>
                <c:pt idx="76">
                  <c:v>1.0222268</c:v>
                </c:pt>
                <c:pt idx="77">
                  <c:v>1.0215538</c:v>
                </c:pt>
                <c:pt idx="78">
                  <c:v>1.0201451</c:v>
                </c:pt>
                <c:pt idx="79">
                  <c:v>1.0203799</c:v>
                </c:pt>
                <c:pt idx="80">
                  <c:v>1.0190074</c:v>
                </c:pt>
                <c:pt idx="81">
                  <c:v>1.017094</c:v>
                </c:pt>
                <c:pt idx="82">
                  <c:v>1.0158024</c:v>
                </c:pt>
                <c:pt idx="83">
                  <c:v>1.0140682</c:v>
                </c:pt>
                <c:pt idx="84">
                  <c:v>1.0127738</c:v>
                </c:pt>
                <c:pt idx="85">
                  <c:v>1.0104769</c:v>
                </c:pt>
                <c:pt idx="86">
                  <c:v>1.00968</c:v>
                </c:pt>
                <c:pt idx="87">
                  <c:v>1.0082626</c:v>
                </c:pt>
                <c:pt idx="88">
                  <c:v>1.0058844</c:v>
                </c:pt>
                <c:pt idx="89">
                  <c:v>1.004421</c:v>
                </c:pt>
                <c:pt idx="90">
                  <c:v>1.00234</c:v>
                </c:pt>
                <c:pt idx="91">
                  <c:v>0.99983704</c:v>
                </c:pt>
                <c:pt idx="92">
                  <c:v>0.99834919</c:v>
                </c:pt>
                <c:pt idx="93">
                  <c:v>0.99655765</c:v>
                </c:pt>
                <c:pt idx="94">
                  <c:v>0.9934935</c:v>
                </c:pt>
                <c:pt idx="95">
                  <c:v>0.99229598</c:v>
                </c:pt>
                <c:pt idx="96">
                  <c:v>0.98892701</c:v>
                </c:pt>
                <c:pt idx="97">
                  <c:v>0.98617512</c:v>
                </c:pt>
                <c:pt idx="98">
                  <c:v>0.98378527</c:v>
                </c:pt>
                <c:pt idx="99">
                  <c:v>0.98139352</c:v>
                </c:pt>
                <c:pt idx="100">
                  <c:v>0.97874415</c:v>
                </c:pt>
                <c:pt idx="101">
                  <c:v>0.9759618</c:v>
                </c:pt>
                <c:pt idx="102">
                  <c:v>0.97242379</c:v>
                </c:pt>
                <c:pt idx="103">
                  <c:v>0.9687131</c:v>
                </c:pt>
                <c:pt idx="104">
                  <c:v>0.96524197</c:v>
                </c:pt>
                <c:pt idx="105">
                  <c:v>0.96124268</c:v>
                </c:pt>
                <c:pt idx="106">
                  <c:v>0.95741415</c:v>
                </c:pt>
                <c:pt idx="107">
                  <c:v>0.95313966</c:v>
                </c:pt>
                <c:pt idx="108">
                  <c:v>0.94944376</c:v>
                </c:pt>
                <c:pt idx="109">
                  <c:v>0.94404697</c:v>
                </c:pt>
                <c:pt idx="110">
                  <c:v>0.93848813</c:v>
                </c:pt>
                <c:pt idx="111">
                  <c:v>0.93311048</c:v>
                </c:pt>
                <c:pt idx="112">
                  <c:v>0.927185</c:v>
                </c:pt>
                <c:pt idx="113">
                  <c:v>0.9204917</c:v>
                </c:pt>
                <c:pt idx="114">
                  <c:v>0.91497356</c:v>
                </c:pt>
                <c:pt idx="115">
                  <c:v>0.90776378</c:v>
                </c:pt>
                <c:pt idx="116">
                  <c:v>0.8991726</c:v>
                </c:pt>
                <c:pt idx="117">
                  <c:v>0.89115596</c:v>
                </c:pt>
                <c:pt idx="118">
                  <c:v>0.88016534</c:v>
                </c:pt>
              </c:numCache>
            </c:numRef>
          </c:yVal>
        </c:ser>
        <c:ser>
          <c:idx val="18"/>
          <c:order val="18"/>
          <c:tx>
            <c:v>Batch1_cell_023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Data'!$AK$2:$AK$120</c:f>
              <c:numCache>
                <c:formatCode>General</c:formatCode>
                <c:ptCount val="119"/>
                <c:pt idx="0">
                  <c:v>10</c:v>
                </c:pt>
                <c:pt idx="1">
                  <c:v>18</c:v>
                </c:pt>
                <c:pt idx="2">
                  <c:v>27</c:v>
                </c:pt>
                <c:pt idx="3">
                  <c:v>35</c:v>
                </c:pt>
                <c:pt idx="4">
                  <c:v>44</c:v>
                </c:pt>
                <c:pt idx="5">
                  <c:v>52</c:v>
                </c:pt>
                <c:pt idx="6">
                  <c:v>61</c:v>
                </c:pt>
                <c:pt idx="7">
                  <c:v>69</c:v>
                </c:pt>
                <c:pt idx="8">
                  <c:v>78</c:v>
                </c:pt>
                <c:pt idx="9">
                  <c:v>86</c:v>
                </c:pt>
                <c:pt idx="10">
                  <c:v>95</c:v>
                </c:pt>
                <c:pt idx="11">
                  <c:v>103</c:v>
                </c:pt>
                <c:pt idx="12">
                  <c:v>112</c:v>
                </c:pt>
                <c:pt idx="13">
                  <c:v>120</c:v>
                </c:pt>
                <c:pt idx="14">
                  <c:v>129</c:v>
                </c:pt>
                <c:pt idx="15">
                  <c:v>137</c:v>
                </c:pt>
                <c:pt idx="16">
                  <c:v>146</c:v>
                </c:pt>
                <c:pt idx="17">
                  <c:v>154</c:v>
                </c:pt>
                <c:pt idx="18">
                  <c:v>163</c:v>
                </c:pt>
                <c:pt idx="19">
                  <c:v>171</c:v>
                </c:pt>
                <c:pt idx="20">
                  <c:v>180</c:v>
                </c:pt>
                <c:pt idx="21">
                  <c:v>188</c:v>
                </c:pt>
                <c:pt idx="22">
                  <c:v>197</c:v>
                </c:pt>
                <c:pt idx="23">
                  <c:v>205</c:v>
                </c:pt>
                <c:pt idx="24">
                  <c:v>214</c:v>
                </c:pt>
                <c:pt idx="25">
                  <c:v>222</c:v>
                </c:pt>
                <c:pt idx="26">
                  <c:v>231</c:v>
                </c:pt>
                <c:pt idx="27">
                  <c:v>239</c:v>
                </c:pt>
                <c:pt idx="28">
                  <c:v>248</c:v>
                </c:pt>
                <c:pt idx="29">
                  <c:v>256</c:v>
                </c:pt>
                <c:pt idx="30">
                  <c:v>265</c:v>
                </c:pt>
                <c:pt idx="31">
                  <c:v>273</c:v>
                </c:pt>
                <c:pt idx="32">
                  <c:v>282</c:v>
                </c:pt>
                <c:pt idx="33">
                  <c:v>290</c:v>
                </c:pt>
                <c:pt idx="34">
                  <c:v>299</c:v>
                </c:pt>
                <c:pt idx="35">
                  <c:v>307</c:v>
                </c:pt>
                <c:pt idx="36">
                  <c:v>316</c:v>
                </c:pt>
                <c:pt idx="37">
                  <c:v>324</c:v>
                </c:pt>
                <c:pt idx="38">
                  <c:v>333</c:v>
                </c:pt>
                <c:pt idx="39">
                  <c:v>341</c:v>
                </c:pt>
                <c:pt idx="40">
                  <c:v>350</c:v>
                </c:pt>
                <c:pt idx="41">
                  <c:v>358</c:v>
                </c:pt>
                <c:pt idx="42">
                  <c:v>367</c:v>
                </c:pt>
                <c:pt idx="43">
                  <c:v>375</c:v>
                </c:pt>
                <c:pt idx="44">
                  <c:v>384</c:v>
                </c:pt>
                <c:pt idx="45">
                  <c:v>392</c:v>
                </c:pt>
                <c:pt idx="46">
                  <c:v>401</c:v>
                </c:pt>
                <c:pt idx="47">
                  <c:v>409</c:v>
                </c:pt>
                <c:pt idx="48">
                  <c:v>418</c:v>
                </c:pt>
                <c:pt idx="49">
                  <c:v>426</c:v>
                </c:pt>
                <c:pt idx="50">
                  <c:v>435</c:v>
                </c:pt>
                <c:pt idx="51">
                  <c:v>443</c:v>
                </c:pt>
                <c:pt idx="52">
                  <c:v>452</c:v>
                </c:pt>
                <c:pt idx="53">
                  <c:v>460</c:v>
                </c:pt>
                <c:pt idx="54">
                  <c:v>469</c:v>
                </c:pt>
                <c:pt idx="55">
                  <c:v>477</c:v>
                </c:pt>
                <c:pt idx="56">
                  <c:v>486</c:v>
                </c:pt>
                <c:pt idx="57">
                  <c:v>494</c:v>
                </c:pt>
                <c:pt idx="58">
                  <c:v>503</c:v>
                </c:pt>
                <c:pt idx="59">
                  <c:v>511</c:v>
                </c:pt>
                <c:pt idx="60">
                  <c:v>520</c:v>
                </c:pt>
                <c:pt idx="61">
                  <c:v>528</c:v>
                </c:pt>
                <c:pt idx="62">
                  <c:v>537</c:v>
                </c:pt>
                <c:pt idx="63">
                  <c:v>545</c:v>
                </c:pt>
                <c:pt idx="64">
                  <c:v>554</c:v>
                </c:pt>
                <c:pt idx="65">
                  <c:v>562</c:v>
                </c:pt>
                <c:pt idx="66">
                  <c:v>571</c:v>
                </c:pt>
                <c:pt idx="67">
                  <c:v>579</c:v>
                </c:pt>
                <c:pt idx="68">
                  <c:v>588</c:v>
                </c:pt>
                <c:pt idx="69">
                  <c:v>596</c:v>
                </c:pt>
                <c:pt idx="70">
                  <c:v>605</c:v>
                </c:pt>
                <c:pt idx="71">
                  <c:v>613</c:v>
                </c:pt>
                <c:pt idx="72">
                  <c:v>622</c:v>
                </c:pt>
                <c:pt idx="73">
                  <c:v>630</c:v>
                </c:pt>
                <c:pt idx="74">
                  <c:v>639</c:v>
                </c:pt>
                <c:pt idx="75">
                  <c:v>647</c:v>
                </c:pt>
                <c:pt idx="76">
                  <c:v>656</c:v>
                </c:pt>
                <c:pt idx="77">
                  <c:v>664</c:v>
                </c:pt>
                <c:pt idx="78">
                  <c:v>673</c:v>
                </c:pt>
                <c:pt idx="79">
                  <c:v>681</c:v>
                </c:pt>
                <c:pt idx="80">
                  <c:v>690</c:v>
                </c:pt>
                <c:pt idx="81">
                  <c:v>698</c:v>
                </c:pt>
                <c:pt idx="82">
                  <c:v>707</c:v>
                </c:pt>
                <c:pt idx="83">
                  <c:v>715</c:v>
                </c:pt>
                <c:pt idx="84">
                  <c:v>724</c:v>
                </c:pt>
                <c:pt idx="85">
                  <c:v>732</c:v>
                </c:pt>
                <c:pt idx="86">
                  <c:v>741</c:v>
                </c:pt>
                <c:pt idx="87">
                  <c:v>749</c:v>
                </c:pt>
                <c:pt idx="88">
                  <c:v>758</c:v>
                </c:pt>
                <c:pt idx="89">
                  <c:v>766</c:v>
                </c:pt>
                <c:pt idx="90">
                  <c:v>775</c:v>
                </c:pt>
                <c:pt idx="91">
                  <c:v>783</c:v>
                </c:pt>
                <c:pt idx="92">
                  <c:v>792</c:v>
                </c:pt>
                <c:pt idx="93">
                  <c:v>800</c:v>
                </c:pt>
                <c:pt idx="94">
                  <c:v>809</c:v>
                </c:pt>
                <c:pt idx="95">
                  <c:v>817</c:v>
                </c:pt>
                <c:pt idx="96">
                  <c:v>826</c:v>
                </c:pt>
                <c:pt idx="97">
                  <c:v>834</c:v>
                </c:pt>
                <c:pt idx="98">
                  <c:v>843</c:v>
                </c:pt>
                <c:pt idx="99">
                  <c:v>851</c:v>
                </c:pt>
                <c:pt idx="100">
                  <c:v>860</c:v>
                </c:pt>
                <c:pt idx="101">
                  <c:v>868</c:v>
                </c:pt>
                <c:pt idx="102">
                  <c:v>877</c:v>
                </c:pt>
                <c:pt idx="103">
                  <c:v>885</c:v>
                </c:pt>
                <c:pt idx="104">
                  <c:v>894</c:v>
                </c:pt>
                <c:pt idx="105">
                  <c:v>902</c:v>
                </c:pt>
                <c:pt idx="106">
                  <c:v>911</c:v>
                </c:pt>
                <c:pt idx="107">
                  <c:v>919</c:v>
                </c:pt>
                <c:pt idx="108">
                  <c:v>928</c:v>
                </c:pt>
                <c:pt idx="109">
                  <c:v>936</c:v>
                </c:pt>
                <c:pt idx="110">
                  <c:v>945</c:v>
                </c:pt>
                <c:pt idx="111">
                  <c:v>953</c:v>
                </c:pt>
                <c:pt idx="112">
                  <c:v>962</c:v>
                </c:pt>
                <c:pt idx="113">
                  <c:v>970</c:v>
                </c:pt>
                <c:pt idx="114">
                  <c:v>979</c:v>
                </c:pt>
                <c:pt idx="115">
                  <c:v>987</c:v>
                </c:pt>
                <c:pt idx="116">
                  <c:v>996</c:v>
                </c:pt>
                <c:pt idx="117">
                  <c:v>1004</c:v>
                </c:pt>
                <c:pt idx="118">
                  <c:v>1013</c:v>
                </c:pt>
              </c:numCache>
            </c:numRef>
          </c:xVal>
          <c:yVal>
            <c:numRef>
              <c:f>'Chart Data'!$AL$2:$AL$120</c:f>
              <c:numCache>
                <c:formatCode>General</c:formatCode>
                <c:ptCount val="119"/>
                <c:pt idx="0">
                  <c:v>1.0826545</c:v>
                </c:pt>
                <c:pt idx="1">
                  <c:v>1.0829991</c:v>
                </c:pt>
                <c:pt idx="2">
                  <c:v>1.0829712</c:v>
                </c:pt>
                <c:pt idx="3">
                  <c:v>1.0829011</c:v>
                </c:pt>
                <c:pt idx="4">
                  <c:v>1.0828303</c:v>
                </c:pt>
                <c:pt idx="5">
                  <c:v>1.0836648</c:v>
                </c:pt>
                <c:pt idx="6">
                  <c:v>1.082581</c:v>
                </c:pt>
                <c:pt idx="7">
                  <c:v>1.0823755</c:v>
                </c:pt>
                <c:pt idx="8">
                  <c:v>1.0821228</c:v>
                </c:pt>
                <c:pt idx="9">
                  <c:v>1.0819641</c:v>
                </c:pt>
                <c:pt idx="10">
                  <c:v>1.0817955</c:v>
                </c:pt>
                <c:pt idx="11">
                  <c:v>1.0815909</c:v>
                </c:pt>
                <c:pt idx="12">
                  <c:v>1.0813452</c:v>
                </c:pt>
                <c:pt idx="13">
                  <c:v>1.0811275</c:v>
                </c:pt>
                <c:pt idx="14">
                  <c:v>1.0809356</c:v>
                </c:pt>
                <c:pt idx="15">
                  <c:v>1.0806836</c:v>
                </c:pt>
                <c:pt idx="16">
                  <c:v>1.0804243</c:v>
                </c:pt>
                <c:pt idx="17">
                  <c:v>1.0801535</c:v>
                </c:pt>
                <c:pt idx="18">
                  <c:v>1.0800011</c:v>
                </c:pt>
                <c:pt idx="19">
                  <c:v>1.079855</c:v>
                </c:pt>
                <c:pt idx="20">
                  <c:v>1.0792279</c:v>
                </c:pt>
                <c:pt idx="21">
                  <c:v>1.0789376</c:v>
                </c:pt>
                <c:pt idx="22">
                  <c:v>1.0786418</c:v>
                </c:pt>
                <c:pt idx="23">
                  <c:v>1.0790286</c:v>
                </c:pt>
                <c:pt idx="24">
                  <c:v>1.0780333</c:v>
                </c:pt>
                <c:pt idx="25">
                  <c:v>1.077956</c:v>
                </c:pt>
                <c:pt idx="26">
                  <c:v>1.077861</c:v>
                </c:pt>
                <c:pt idx="27">
                  <c:v>1.0770404</c:v>
                </c:pt>
                <c:pt idx="28">
                  <c:v>1.0771447</c:v>
                </c:pt>
                <c:pt idx="29">
                  <c:v>1.0768461</c:v>
                </c:pt>
                <c:pt idx="30">
                  <c:v>1.0760478</c:v>
                </c:pt>
                <c:pt idx="31">
                  <c:v>1.075667</c:v>
                </c:pt>
                <c:pt idx="32">
                  <c:v>1.0754684</c:v>
                </c:pt>
                <c:pt idx="33">
                  <c:v>1.0751464</c:v>
                </c:pt>
                <c:pt idx="34">
                  <c:v>1.0745785</c:v>
                </c:pt>
                <c:pt idx="35">
                  <c:v>1.0742017</c:v>
                </c:pt>
                <c:pt idx="36">
                  <c:v>1.0741464</c:v>
                </c:pt>
                <c:pt idx="37">
                  <c:v>1.0733517</c:v>
                </c:pt>
                <c:pt idx="38">
                  <c:v>1.0743234</c:v>
                </c:pt>
                <c:pt idx="39">
                  <c:v>1.0748165</c:v>
                </c:pt>
                <c:pt idx="40">
                  <c:v>1.0735379</c:v>
                </c:pt>
                <c:pt idx="41">
                  <c:v>1.0731074</c:v>
                </c:pt>
                <c:pt idx="42">
                  <c:v>1.0731952</c:v>
                </c:pt>
                <c:pt idx="43">
                  <c:v>1.0721135</c:v>
                </c:pt>
                <c:pt idx="44">
                  <c:v>1.071699</c:v>
                </c:pt>
                <c:pt idx="45">
                  <c:v>1.0712402</c:v>
                </c:pt>
                <c:pt idx="46">
                  <c:v>1.0712199</c:v>
                </c:pt>
                <c:pt idx="47">
                  <c:v>1.0702721</c:v>
                </c:pt>
                <c:pt idx="48">
                  <c:v>1.0687773</c:v>
                </c:pt>
                <c:pt idx="49">
                  <c:v>1.0701809</c:v>
                </c:pt>
                <c:pt idx="50">
                  <c:v>1.0684401</c:v>
                </c:pt>
                <c:pt idx="51">
                  <c:v>1.0681833</c:v>
                </c:pt>
                <c:pt idx="52">
                  <c:v>1.0681442</c:v>
                </c:pt>
                <c:pt idx="53">
                  <c:v>1.0665535</c:v>
                </c:pt>
                <c:pt idx="54">
                  <c:v>1.0659479</c:v>
                </c:pt>
                <c:pt idx="55">
                  <c:v>1.0659354</c:v>
                </c:pt>
                <c:pt idx="56">
                  <c:v>1.0659355</c:v>
                </c:pt>
                <c:pt idx="57">
                  <c:v>1.0637472</c:v>
                </c:pt>
                <c:pt idx="58">
                  <c:v>1.0625387</c:v>
                </c:pt>
                <c:pt idx="59">
                  <c:v>1.0628315</c:v>
                </c:pt>
                <c:pt idx="60">
                  <c:v>1.0617362</c:v>
                </c:pt>
                <c:pt idx="61">
                  <c:v>1.0610224</c:v>
                </c:pt>
                <c:pt idx="62">
                  <c:v>1.0606191</c:v>
                </c:pt>
                <c:pt idx="63">
                  <c:v>1.0599071</c:v>
                </c:pt>
                <c:pt idx="64">
                  <c:v>1.0587792</c:v>
                </c:pt>
                <c:pt idx="65">
                  <c:v>1.0577155</c:v>
                </c:pt>
                <c:pt idx="66">
                  <c:v>1.0576854</c:v>
                </c:pt>
                <c:pt idx="67">
                  <c:v>1.0566913</c:v>
                </c:pt>
                <c:pt idx="68">
                  <c:v>1.0560074</c:v>
                </c:pt>
                <c:pt idx="69">
                  <c:v>1.0559319</c:v>
                </c:pt>
                <c:pt idx="70">
                  <c:v>1.0543756</c:v>
                </c:pt>
                <c:pt idx="71">
                  <c:v>1.0535027</c:v>
                </c:pt>
                <c:pt idx="72">
                  <c:v>1.0526837</c:v>
                </c:pt>
                <c:pt idx="73">
                  <c:v>1.0518667</c:v>
                </c:pt>
                <c:pt idx="74">
                  <c:v>1.0503329</c:v>
                </c:pt>
                <c:pt idx="75">
                  <c:v>1.0496535</c:v>
                </c:pt>
                <c:pt idx="76">
                  <c:v>1.0486071</c:v>
                </c:pt>
                <c:pt idx="77">
                  <c:v>1.0472645</c:v>
                </c:pt>
                <c:pt idx="78">
                  <c:v>1.0455179</c:v>
                </c:pt>
                <c:pt idx="79">
                  <c:v>1.0446281</c:v>
                </c:pt>
                <c:pt idx="80">
                  <c:v>1.0429742</c:v>
                </c:pt>
                <c:pt idx="81">
                  <c:v>1.0420325</c:v>
                </c:pt>
                <c:pt idx="82">
                  <c:v>1.0403903</c:v>
                </c:pt>
                <c:pt idx="83">
                  <c:v>1.039282</c:v>
                </c:pt>
                <c:pt idx="84">
                  <c:v>1.0375904</c:v>
                </c:pt>
                <c:pt idx="85">
                  <c:v>1.0364815</c:v>
                </c:pt>
                <c:pt idx="86">
                  <c:v>1.0350422</c:v>
                </c:pt>
                <c:pt idx="87">
                  <c:v>1.0330017</c:v>
                </c:pt>
                <c:pt idx="88">
                  <c:v>1.0304303</c:v>
                </c:pt>
                <c:pt idx="89">
                  <c:v>1.0288663</c:v>
                </c:pt>
                <c:pt idx="90">
                  <c:v>1.0266817</c:v>
                </c:pt>
                <c:pt idx="91">
                  <c:v>1.0241256</c:v>
                </c:pt>
                <c:pt idx="92">
                  <c:v>1.0216728</c:v>
                </c:pt>
                <c:pt idx="93">
                  <c:v>1.0196865</c:v>
                </c:pt>
                <c:pt idx="94">
                  <c:v>1.0161649</c:v>
                </c:pt>
                <c:pt idx="95">
                  <c:v>1.0129892</c:v>
                </c:pt>
                <c:pt idx="96">
                  <c:v>1.009588</c:v>
                </c:pt>
                <c:pt idx="97">
                  <c:v>1.0068074</c:v>
                </c:pt>
                <c:pt idx="98">
                  <c:v>1.0019888</c:v>
                </c:pt>
                <c:pt idx="99">
                  <c:v>0.99795395</c:v>
                </c:pt>
                <c:pt idx="100">
                  <c:v>0.99386173</c:v>
                </c:pt>
                <c:pt idx="101">
                  <c:v>0.98898983</c:v>
                </c:pt>
                <c:pt idx="102">
                  <c:v>0.98422968</c:v>
                </c:pt>
                <c:pt idx="103">
                  <c:v>0.97942138</c:v>
                </c:pt>
                <c:pt idx="104">
                  <c:v>0.98256969</c:v>
                </c:pt>
                <c:pt idx="105">
                  <c:v>0.96912885</c:v>
                </c:pt>
                <c:pt idx="106">
                  <c:v>0.96259838</c:v>
                </c:pt>
                <c:pt idx="107">
                  <c:v>0.95823097</c:v>
                </c:pt>
                <c:pt idx="108">
                  <c:v>0.95147884</c:v>
                </c:pt>
                <c:pt idx="109">
                  <c:v>0.94617516</c:v>
                </c:pt>
                <c:pt idx="110">
                  <c:v>0.94024491</c:v>
                </c:pt>
                <c:pt idx="111">
                  <c:v>0.93578756</c:v>
                </c:pt>
                <c:pt idx="112">
                  <c:v>0.92872316</c:v>
                </c:pt>
                <c:pt idx="113">
                  <c:v>0.9218182</c:v>
                </c:pt>
                <c:pt idx="114">
                  <c:v>0.91509187</c:v>
                </c:pt>
                <c:pt idx="115">
                  <c:v>0.90816903</c:v>
                </c:pt>
                <c:pt idx="116">
                  <c:v>0.89819497</c:v>
                </c:pt>
                <c:pt idx="117">
                  <c:v>0.89012432</c:v>
                </c:pt>
                <c:pt idx="118">
                  <c:v>0.88066453</c:v>
                </c:pt>
              </c:numCache>
            </c:numRef>
          </c:yVal>
        </c:ser>
        <c:ser>
          <c:idx val="19"/>
          <c:order val="19"/>
          <c:tx>
            <c:v>Batch1_cell_024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Data'!$AM$2:$AM$120</c:f>
              <c:numCache>
                <c:formatCode>General</c:formatCode>
                <c:ptCount val="119"/>
                <c:pt idx="0">
                  <c:v>10</c:v>
                </c:pt>
                <c:pt idx="1">
                  <c:v>18</c:v>
                </c:pt>
                <c:pt idx="2">
                  <c:v>27</c:v>
                </c:pt>
                <c:pt idx="3">
                  <c:v>35</c:v>
                </c:pt>
                <c:pt idx="4">
                  <c:v>44</c:v>
                </c:pt>
                <c:pt idx="5">
                  <c:v>52</c:v>
                </c:pt>
                <c:pt idx="6">
                  <c:v>61</c:v>
                </c:pt>
                <c:pt idx="7">
                  <c:v>69</c:v>
                </c:pt>
                <c:pt idx="8">
                  <c:v>78</c:v>
                </c:pt>
                <c:pt idx="9">
                  <c:v>86</c:v>
                </c:pt>
                <c:pt idx="10">
                  <c:v>95</c:v>
                </c:pt>
                <c:pt idx="11">
                  <c:v>103</c:v>
                </c:pt>
                <c:pt idx="12">
                  <c:v>112</c:v>
                </c:pt>
                <c:pt idx="13">
                  <c:v>120</c:v>
                </c:pt>
                <c:pt idx="14">
                  <c:v>129</c:v>
                </c:pt>
                <c:pt idx="15">
                  <c:v>137</c:v>
                </c:pt>
                <c:pt idx="16">
                  <c:v>146</c:v>
                </c:pt>
                <c:pt idx="17">
                  <c:v>155</c:v>
                </c:pt>
                <c:pt idx="18">
                  <c:v>163</c:v>
                </c:pt>
                <c:pt idx="19">
                  <c:v>172</c:v>
                </c:pt>
                <c:pt idx="20">
                  <c:v>180</c:v>
                </c:pt>
                <c:pt idx="21">
                  <c:v>189</c:v>
                </c:pt>
                <c:pt idx="22">
                  <c:v>197</c:v>
                </c:pt>
                <c:pt idx="23">
                  <c:v>206</c:v>
                </c:pt>
                <c:pt idx="24">
                  <c:v>214</c:v>
                </c:pt>
                <c:pt idx="25">
                  <c:v>223</c:v>
                </c:pt>
                <c:pt idx="26">
                  <c:v>231</c:v>
                </c:pt>
                <c:pt idx="27">
                  <c:v>240</c:v>
                </c:pt>
                <c:pt idx="28">
                  <c:v>248</c:v>
                </c:pt>
                <c:pt idx="29">
                  <c:v>257</c:v>
                </c:pt>
                <c:pt idx="30">
                  <c:v>265</c:v>
                </c:pt>
                <c:pt idx="31">
                  <c:v>274</c:v>
                </c:pt>
                <c:pt idx="32">
                  <c:v>282</c:v>
                </c:pt>
                <c:pt idx="33">
                  <c:v>291</c:v>
                </c:pt>
                <c:pt idx="34">
                  <c:v>300</c:v>
                </c:pt>
                <c:pt idx="35">
                  <c:v>308</c:v>
                </c:pt>
                <c:pt idx="36">
                  <c:v>317</c:v>
                </c:pt>
                <c:pt idx="37">
                  <c:v>325</c:v>
                </c:pt>
                <c:pt idx="38">
                  <c:v>334</c:v>
                </c:pt>
                <c:pt idx="39">
                  <c:v>342</c:v>
                </c:pt>
                <c:pt idx="40">
                  <c:v>351</c:v>
                </c:pt>
                <c:pt idx="41">
                  <c:v>359</c:v>
                </c:pt>
                <c:pt idx="42">
                  <c:v>368</c:v>
                </c:pt>
                <c:pt idx="43">
                  <c:v>376</c:v>
                </c:pt>
                <c:pt idx="44">
                  <c:v>385</c:v>
                </c:pt>
                <c:pt idx="45">
                  <c:v>393</c:v>
                </c:pt>
                <c:pt idx="46">
                  <c:v>402</c:v>
                </c:pt>
                <c:pt idx="47">
                  <c:v>410</c:v>
                </c:pt>
                <c:pt idx="48">
                  <c:v>419</c:v>
                </c:pt>
                <c:pt idx="49">
                  <c:v>427</c:v>
                </c:pt>
                <c:pt idx="50">
                  <c:v>436</c:v>
                </c:pt>
                <c:pt idx="51">
                  <c:v>445</c:v>
                </c:pt>
                <c:pt idx="52">
                  <c:v>453</c:v>
                </c:pt>
                <c:pt idx="53">
                  <c:v>462</c:v>
                </c:pt>
                <c:pt idx="54">
                  <c:v>470</c:v>
                </c:pt>
                <c:pt idx="55">
                  <c:v>479</c:v>
                </c:pt>
                <c:pt idx="56">
                  <c:v>487</c:v>
                </c:pt>
                <c:pt idx="57">
                  <c:v>496</c:v>
                </c:pt>
                <c:pt idx="58">
                  <c:v>504</c:v>
                </c:pt>
                <c:pt idx="59">
                  <c:v>513</c:v>
                </c:pt>
                <c:pt idx="60">
                  <c:v>521</c:v>
                </c:pt>
                <c:pt idx="61">
                  <c:v>530</c:v>
                </c:pt>
                <c:pt idx="62">
                  <c:v>538</c:v>
                </c:pt>
                <c:pt idx="63">
                  <c:v>547</c:v>
                </c:pt>
                <c:pt idx="64">
                  <c:v>555</c:v>
                </c:pt>
                <c:pt idx="65">
                  <c:v>564</c:v>
                </c:pt>
                <c:pt idx="66">
                  <c:v>572</c:v>
                </c:pt>
                <c:pt idx="67">
                  <c:v>581</c:v>
                </c:pt>
                <c:pt idx="68">
                  <c:v>590</c:v>
                </c:pt>
                <c:pt idx="69">
                  <c:v>598</c:v>
                </c:pt>
                <c:pt idx="70">
                  <c:v>607</c:v>
                </c:pt>
                <c:pt idx="71">
                  <c:v>615</c:v>
                </c:pt>
                <c:pt idx="72">
                  <c:v>624</c:v>
                </c:pt>
                <c:pt idx="73">
                  <c:v>632</c:v>
                </c:pt>
                <c:pt idx="74">
                  <c:v>641</c:v>
                </c:pt>
                <c:pt idx="75">
                  <c:v>649</c:v>
                </c:pt>
                <c:pt idx="76">
                  <c:v>658</c:v>
                </c:pt>
                <c:pt idx="77">
                  <c:v>666</c:v>
                </c:pt>
                <c:pt idx="78">
                  <c:v>675</c:v>
                </c:pt>
                <c:pt idx="79">
                  <c:v>683</c:v>
                </c:pt>
                <c:pt idx="80">
                  <c:v>692</c:v>
                </c:pt>
                <c:pt idx="81">
                  <c:v>700</c:v>
                </c:pt>
                <c:pt idx="82">
                  <c:v>709</c:v>
                </c:pt>
                <c:pt idx="83">
                  <c:v>717</c:v>
                </c:pt>
                <c:pt idx="84">
                  <c:v>726</c:v>
                </c:pt>
                <c:pt idx="85">
                  <c:v>735</c:v>
                </c:pt>
                <c:pt idx="86">
                  <c:v>743</c:v>
                </c:pt>
                <c:pt idx="87">
                  <c:v>752</c:v>
                </c:pt>
                <c:pt idx="88">
                  <c:v>760</c:v>
                </c:pt>
                <c:pt idx="89">
                  <c:v>769</c:v>
                </c:pt>
                <c:pt idx="90">
                  <c:v>777</c:v>
                </c:pt>
                <c:pt idx="91">
                  <c:v>786</c:v>
                </c:pt>
                <c:pt idx="92">
                  <c:v>794</c:v>
                </c:pt>
                <c:pt idx="93">
                  <c:v>803</c:v>
                </c:pt>
                <c:pt idx="94">
                  <c:v>811</c:v>
                </c:pt>
                <c:pt idx="95">
                  <c:v>820</c:v>
                </c:pt>
                <c:pt idx="96">
                  <c:v>828</c:v>
                </c:pt>
                <c:pt idx="97">
                  <c:v>837</c:v>
                </c:pt>
                <c:pt idx="98">
                  <c:v>845</c:v>
                </c:pt>
                <c:pt idx="99">
                  <c:v>854</c:v>
                </c:pt>
                <c:pt idx="100">
                  <c:v>862</c:v>
                </c:pt>
                <c:pt idx="101">
                  <c:v>871</c:v>
                </c:pt>
                <c:pt idx="102">
                  <c:v>880</c:v>
                </c:pt>
                <c:pt idx="103">
                  <c:v>888</c:v>
                </c:pt>
                <c:pt idx="104">
                  <c:v>897</c:v>
                </c:pt>
                <c:pt idx="105">
                  <c:v>905</c:v>
                </c:pt>
                <c:pt idx="106">
                  <c:v>914</c:v>
                </c:pt>
                <c:pt idx="107">
                  <c:v>922</c:v>
                </c:pt>
                <c:pt idx="108">
                  <c:v>931</c:v>
                </c:pt>
                <c:pt idx="109">
                  <c:v>939</c:v>
                </c:pt>
                <c:pt idx="110">
                  <c:v>948</c:v>
                </c:pt>
                <c:pt idx="111">
                  <c:v>956</c:v>
                </c:pt>
                <c:pt idx="112">
                  <c:v>965</c:v>
                </c:pt>
                <c:pt idx="113">
                  <c:v>973</c:v>
                </c:pt>
                <c:pt idx="114">
                  <c:v>982</c:v>
                </c:pt>
                <c:pt idx="115">
                  <c:v>990</c:v>
                </c:pt>
                <c:pt idx="116">
                  <c:v>999</c:v>
                </c:pt>
                <c:pt idx="117">
                  <c:v>1007</c:v>
                </c:pt>
                <c:pt idx="118">
                  <c:v>1016</c:v>
                </c:pt>
              </c:numCache>
            </c:numRef>
          </c:xVal>
          <c:yVal>
            <c:numRef>
              <c:f>'Chart Data'!$AN$2:$AN$120</c:f>
              <c:numCache>
                <c:formatCode>General</c:formatCode>
                <c:ptCount val="119"/>
                <c:pt idx="0">
                  <c:v>1.077704</c:v>
                </c:pt>
                <c:pt idx="1">
                  <c:v>1.0782306</c:v>
                </c:pt>
                <c:pt idx="2">
                  <c:v>1.0782204</c:v>
                </c:pt>
                <c:pt idx="3">
                  <c:v>1.0786314</c:v>
                </c:pt>
                <c:pt idx="4">
                  <c:v>1.0773627</c:v>
                </c:pt>
                <c:pt idx="5">
                  <c:v>1.0788484</c:v>
                </c:pt>
                <c:pt idx="6">
                  <c:v>1.0785013</c:v>
                </c:pt>
                <c:pt idx="7">
                  <c:v>1.078287</c:v>
                </c:pt>
                <c:pt idx="8">
                  <c:v>1.0782045</c:v>
                </c:pt>
                <c:pt idx="9">
                  <c:v>1.0779146</c:v>
                </c:pt>
                <c:pt idx="10">
                  <c:v>1.0777301</c:v>
                </c:pt>
                <c:pt idx="11">
                  <c:v>1.0774758</c:v>
                </c:pt>
                <c:pt idx="12">
                  <c:v>1.0772142</c:v>
                </c:pt>
                <c:pt idx="13">
                  <c:v>1.0771409</c:v>
                </c:pt>
                <c:pt idx="14">
                  <c:v>1.0767193</c:v>
                </c:pt>
                <c:pt idx="15">
                  <c:v>1.0762643</c:v>
                </c:pt>
                <c:pt idx="16">
                  <c:v>1.0760748</c:v>
                </c:pt>
                <c:pt idx="17">
                  <c:v>1.0759243</c:v>
                </c:pt>
                <c:pt idx="18">
                  <c:v>1.0756094</c:v>
                </c:pt>
                <c:pt idx="19">
                  <c:v>1.0755279</c:v>
                </c:pt>
                <c:pt idx="20">
                  <c:v>1.0747237</c:v>
                </c:pt>
                <c:pt idx="21">
                  <c:v>1.0745752</c:v>
                </c:pt>
                <c:pt idx="22">
                  <c:v>1.0742544</c:v>
                </c:pt>
                <c:pt idx="23">
                  <c:v>1.0740404</c:v>
                </c:pt>
                <c:pt idx="24">
                  <c:v>1.0735301</c:v>
                </c:pt>
                <c:pt idx="25">
                  <c:v>1.0732473</c:v>
                </c:pt>
                <c:pt idx="26">
                  <c:v>1.0731595</c:v>
                </c:pt>
                <c:pt idx="27">
                  <c:v>1.0724009</c:v>
                </c:pt>
                <c:pt idx="28">
                  <c:v>1.0713004</c:v>
                </c:pt>
                <c:pt idx="29">
                  <c:v>1.0720296</c:v>
                </c:pt>
                <c:pt idx="30">
                  <c:v>1.0713331</c:v>
                </c:pt>
                <c:pt idx="31">
                  <c:v>1.0708812</c:v>
                </c:pt>
                <c:pt idx="32">
                  <c:v>1.0707554</c:v>
                </c:pt>
                <c:pt idx="33">
                  <c:v>1.0700611</c:v>
                </c:pt>
                <c:pt idx="34">
                  <c:v>1.0695612</c:v>
                </c:pt>
                <c:pt idx="35">
                  <c:v>1.0691571</c:v>
                </c:pt>
                <c:pt idx="36">
                  <c:v>1.0681869</c:v>
                </c:pt>
                <c:pt idx="37">
                  <c:v>1.0683382</c:v>
                </c:pt>
                <c:pt idx="38">
                  <c:v>1.0684806</c:v>
                </c:pt>
                <c:pt idx="39">
                  <c:v>1.0691797</c:v>
                </c:pt>
                <c:pt idx="40">
                  <c:v>1.0673199</c:v>
                </c:pt>
                <c:pt idx="41">
                  <c:v>1.0675429</c:v>
                </c:pt>
                <c:pt idx="42">
                  <c:v>1.0668695</c:v>
                </c:pt>
                <c:pt idx="43">
                  <c:v>1.0663942</c:v>
                </c:pt>
                <c:pt idx="44">
                  <c:v>1.0618771</c:v>
                </c:pt>
                <c:pt idx="45">
                  <c:v>1.0652122</c:v>
                </c:pt>
                <c:pt idx="46">
                  <c:v>1.0651778</c:v>
                </c:pt>
                <c:pt idx="47">
                  <c:v>1.0637491</c:v>
                </c:pt>
                <c:pt idx="48">
                  <c:v>1.0633461</c:v>
                </c:pt>
                <c:pt idx="49">
                  <c:v>1.0637006</c:v>
                </c:pt>
                <c:pt idx="50">
                  <c:v>1.0620556</c:v>
                </c:pt>
                <c:pt idx="51">
                  <c:v>1.062143</c:v>
                </c:pt>
                <c:pt idx="52">
                  <c:v>1.0615132</c:v>
                </c:pt>
                <c:pt idx="53">
                  <c:v>1.0606445</c:v>
                </c:pt>
                <c:pt idx="54">
                  <c:v>1.0595056</c:v>
                </c:pt>
                <c:pt idx="55">
                  <c:v>1.0597399</c:v>
                </c:pt>
                <c:pt idx="56">
                  <c:v>1.0595826</c:v>
                </c:pt>
                <c:pt idx="57">
                  <c:v>1.0564817</c:v>
                </c:pt>
                <c:pt idx="58">
                  <c:v>1.0566854</c:v>
                </c:pt>
                <c:pt idx="59">
                  <c:v>1.0550855</c:v>
                </c:pt>
                <c:pt idx="60">
                  <c:v>1.0557506</c:v>
                </c:pt>
                <c:pt idx="61">
                  <c:v>1.0545474</c:v>
                </c:pt>
                <c:pt idx="62">
                  <c:v>1.0539045</c:v>
                </c:pt>
                <c:pt idx="63">
                  <c:v>1.05173</c:v>
                </c:pt>
                <c:pt idx="64">
                  <c:v>1.0527786</c:v>
                </c:pt>
                <c:pt idx="65">
                  <c:v>1.0518709</c:v>
                </c:pt>
                <c:pt idx="66">
                  <c:v>1.0520976</c:v>
                </c:pt>
                <c:pt idx="67">
                  <c:v>1.0507659</c:v>
                </c:pt>
                <c:pt idx="68">
                  <c:v>1.0499338</c:v>
                </c:pt>
                <c:pt idx="69">
                  <c:v>1.049618</c:v>
                </c:pt>
                <c:pt idx="70">
                  <c:v>1.0481405</c:v>
                </c:pt>
                <c:pt idx="71">
                  <c:v>1.0472807</c:v>
                </c:pt>
                <c:pt idx="72">
                  <c:v>1.0467566</c:v>
                </c:pt>
                <c:pt idx="73">
                  <c:v>1.04584</c:v>
                </c:pt>
                <c:pt idx="74">
                  <c:v>1.0444334</c:v>
                </c:pt>
                <c:pt idx="75">
                  <c:v>1.0438797</c:v>
                </c:pt>
                <c:pt idx="76">
                  <c:v>1.042941</c:v>
                </c:pt>
                <c:pt idx="77">
                  <c:v>1.0411218</c:v>
                </c:pt>
                <c:pt idx="78">
                  <c:v>1.0402094</c:v>
                </c:pt>
                <c:pt idx="79">
                  <c:v>1.0390511</c:v>
                </c:pt>
                <c:pt idx="80">
                  <c:v>1.0375482</c:v>
                </c:pt>
                <c:pt idx="81">
                  <c:v>1.036085</c:v>
                </c:pt>
                <c:pt idx="82">
                  <c:v>1.0345238</c:v>
                </c:pt>
                <c:pt idx="83">
                  <c:v>1.0329715</c:v>
                </c:pt>
                <c:pt idx="84">
                  <c:v>1.0311812</c:v>
                </c:pt>
                <c:pt idx="85">
                  <c:v>1.0297413</c:v>
                </c:pt>
                <c:pt idx="86">
                  <c:v>1.0277067</c:v>
                </c:pt>
                <c:pt idx="87">
                  <c:v>1.026854</c:v>
                </c:pt>
                <c:pt idx="88">
                  <c:v>1.0237271</c:v>
                </c:pt>
                <c:pt idx="89">
                  <c:v>1.0213941</c:v>
                </c:pt>
                <c:pt idx="90">
                  <c:v>1.0194165</c:v>
                </c:pt>
                <c:pt idx="91">
                  <c:v>1.0168916</c:v>
                </c:pt>
                <c:pt idx="92">
                  <c:v>1.013939</c:v>
                </c:pt>
                <c:pt idx="93">
                  <c:v>1.0108773</c:v>
                </c:pt>
                <c:pt idx="94">
                  <c:v>1.0083313</c:v>
                </c:pt>
                <c:pt idx="95">
                  <c:v>1.0040702</c:v>
                </c:pt>
                <c:pt idx="96">
                  <c:v>1.0006441</c:v>
                </c:pt>
                <c:pt idx="97">
                  <c:v>0.99695373</c:v>
                </c:pt>
                <c:pt idx="98">
                  <c:v>0.99283111</c:v>
                </c:pt>
                <c:pt idx="99">
                  <c:v>0.98832864</c:v>
                </c:pt>
                <c:pt idx="100">
                  <c:v>0.98471117</c:v>
                </c:pt>
                <c:pt idx="101">
                  <c:v>0.98057276</c:v>
                </c:pt>
                <c:pt idx="102">
                  <c:v>0.97537237</c:v>
                </c:pt>
                <c:pt idx="103">
                  <c:v>0.97112769</c:v>
                </c:pt>
                <c:pt idx="104">
                  <c:v>0.96696055</c:v>
                </c:pt>
                <c:pt idx="105">
                  <c:v>0.96056092</c:v>
                </c:pt>
                <c:pt idx="106">
                  <c:v>0.9560352</c:v>
                </c:pt>
                <c:pt idx="107">
                  <c:v>0.95167595</c:v>
                </c:pt>
                <c:pt idx="108">
                  <c:v>0.9465422</c:v>
                </c:pt>
                <c:pt idx="109">
                  <c:v>0.94132334</c:v>
                </c:pt>
                <c:pt idx="110">
                  <c:v>0.93551272</c:v>
                </c:pt>
                <c:pt idx="111">
                  <c:v>0.93085396</c:v>
                </c:pt>
                <c:pt idx="112">
                  <c:v>0.92477578</c:v>
                </c:pt>
                <c:pt idx="113">
                  <c:v>0.91893113</c:v>
                </c:pt>
                <c:pt idx="114">
                  <c:v>0.91116953</c:v>
                </c:pt>
                <c:pt idx="115">
                  <c:v>0.90434641</c:v>
                </c:pt>
                <c:pt idx="116">
                  <c:v>0.89641643</c:v>
                </c:pt>
                <c:pt idx="117">
                  <c:v>0.88874418</c:v>
                </c:pt>
                <c:pt idx="118">
                  <c:v>0.88046598</c:v>
                </c:pt>
              </c:numCache>
            </c:numRef>
          </c:yVal>
        </c:ser>
        <c:ser>
          <c:idx val="20"/>
          <c:order val="20"/>
          <c:tx>
            <c:v>Batch1_cell_025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Data'!$AO$2:$AO$120</c:f>
              <c:numCache>
                <c:formatCode>General</c:formatCode>
                <c:ptCount val="119"/>
                <c:pt idx="0">
                  <c:v>8</c:v>
                </c:pt>
                <c:pt idx="1">
                  <c:v>15</c:v>
                </c:pt>
                <c:pt idx="2">
                  <c:v>22</c:v>
                </c:pt>
                <c:pt idx="3">
                  <c:v>30</c:v>
                </c:pt>
                <c:pt idx="4">
                  <c:v>37</c:v>
                </c:pt>
                <c:pt idx="5">
                  <c:v>44</c:v>
                </c:pt>
                <c:pt idx="6">
                  <c:v>51</c:v>
                </c:pt>
                <c:pt idx="7">
                  <c:v>58</c:v>
                </c:pt>
                <c:pt idx="8">
                  <c:v>65</c:v>
                </c:pt>
                <c:pt idx="9">
                  <c:v>73</c:v>
                </c:pt>
                <c:pt idx="10">
                  <c:v>80</c:v>
                </c:pt>
                <c:pt idx="11">
                  <c:v>87</c:v>
                </c:pt>
                <c:pt idx="12">
                  <c:v>94</c:v>
                </c:pt>
                <c:pt idx="13">
                  <c:v>101</c:v>
                </c:pt>
                <c:pt idx="14">
                  <c:v>108</c:v>
                </c:pt>
                <c:pt idx="15">
                  <c:v>116</c:v>
                </c:pt>
                <c:pt idx="16">
                  <c:v>123</c:v>
                </c:pt>
                <c:pt idx="17">
                  <c:v>130</c:v>
                </c:pt>
                <c:pt idx="18">
                  <c:v>137</c:v>
                </c:pt>
                <c:pt idx="19">
                  <c:v>144</c:v>
                </c:pt>
                <c:pt idx="20">
                  <c:v>151</c:v>
                </c:pt>
                <c:pt idx="21">
                  <c:v>159</c:v>
                </c:pt>
                <c:pt idx="22">
                  <c:v>166</c:v>
                </c:pt>
                <c:pt idx="23">
                  <c:v>173</c:v>
                </c:pt>
                <c:pt idx="24">
                  <c:v>180</c:v>
                </c:pt>
                <c:pt idx="25">
                  <c:v>187</c:v>
                </c:pt>
                <c:pt idx="26">
                  <c:v>194</c:v>
                </c:pt>
                <c:pt idx="27">
                  <c:v>201</c:v>
                </c:pt>
                <c:pt idx="28">
                  <c:v>209</c:v>
                </c:pt>
                <c:pt idx="29">
                  <c:v>216</c:v>
                </c:pt>
                <c:pt idx="30">
                  <c:v>223</c:v>
                </c:pt>
                <c:pt idx="31">
                  <c:v>230</c:v>
                </c:pt>
                <c:pt idx="32">
                  <c:v>237</c:v>
                </c:pt>
                <c:pt idx="33">
                  <c:v>244</c:v>
                </c:pt>
                <c:pt idx="34">
                  <c:v>252</c:v>
                </c:pt>
                <c:pt idx="35">
                  <c:v>259</c:v>
                </c:pt>
                <c:pt idx="36">
                  <c:v>266</c:v>
                </c:pt>
                <c:pt idx="37">
                  <c:v>273</c:v>
                </c:pt>
                <c:pt idx="38">
                  <c:v>280</c:v>
                </c:pt>
                <c:pt idx="39">
                  <c:v>287</c:v>
                </c:pt>
                <c:pt idx="40">
                  <c:v>295</c:v>
                </c:pt>
                <c:pt idx="41">
                  <c:v>302</c:v>
                </c:pt>
                <c:pt idx="42">
                  <c:v>309</c:v>
                </c:pt>
                <c:pt idx="43">
                  <c:v>316</c:v>
                </c:pt>
                <c:pt idx="44">
                  <c:v>323</c:v>
                </c:pt>
                <c:pt idx="45">
                  <c:v>330</c:v>
                </c:pt>
                <c:pt idx="46">
                  <c:v>338</c:v>
                </c:pt>
                <c:pt idx="47">
                  <c:v>345</c:v>
                </c:pt>
                <c:pt idx="48">
                  <c:v>352</c:v>
                </c:pt>
                <c:pt idx="49">
                  <c:v>359</c:v>
                </c:pt>
                <c:pt idx="50">
                  <c:v>366</c:v>
                </c:pt>
                <c:pt idx="51">
                  <c:v>373</c:v>
                </c:pt>
                <c:pt idx="52">
                  <c:v>380</c:v>
                </c:pt>
                <c:pt idx="53">
                  <c:v>388</c:v>
                </c:pt>
                <c:pt idx="54">
                  <c:v>395</c:v>
                </c:pt>
                <c:pt idx="55">
                  <c:v>402</c:v>
                </c:pt>
                <c:pt idx="56">
                  <c:v>409</c:v>
                </c:pt>
                <c:pt idx="57">
                  <c:v>416</c:v>
                </c:pt>
                <c:pt idx="58">
                  <c:v>423</c:v>
                </c:pt>
                <c:pt idx="59">
                  <c:v>431</c:v>
                </c:pt>
                <c:pt idx="60">
                  <c:v>438</c:v>
                </c:pt>
                <c:pt idx="61">
                  <c:v>445</c:v>
                </c:pt>
                <c:pt idx="62">
                  <c:v>452</c:v>
                </c:pt>
                <c:pt idx="63">
                  <c:v>459</c:v>
                </c:pt>
                <c:pt idx="64">
                  <c:v>466</c:v>
                </c:pt>
                <c:pt idx="65">
                  <c:v>474</c:v>
                </c:pt>
                <c:pt idx="66">
                  <c:v>481</c:v>
                </c:pt>
                <c:pt idx="67">
                  <c:v>488</c:v>
                </c:pt>
                <c:pt idx="68">
                  <c:v>495</c:v>
                </c:pt>
                <c:pt idx="69">
                  <c:v>502</c:v>
                </c:pt>
                <c:pt idx="70">
                  <c:v>509</c:v>
                </c:pt>
                <c:pt idx="71">
                  <c:v>516</c:v>
                </c:pt>
                <c:pt idx="72">
                  <c:v>524</c:v>
                </c:pt>
                <c:pt idx="73">
                  <c:v>531</c:v>
                </c:pt>
                <c:pt idx="74">
                  <c:v>538</c:v>
                </c:pt>
                <c:pt idx="75">
                  <c:v>545</c:v>
                </c:pt>
                <c:pt idx="76">
                  <c:v>552</c:v>
                </c:pt>
                <c:pt idx="77">
                  <c:v>559</c:v>
                </c:pt>
                <c:pt idx="78">
                  <c:v>567</c:v>
                </c:pt>
                <c:pt idx="79">
                  <c:v>574</c:v>
                </c:pt>
                <c:pt idx="80">
                  <c:v>581</c:v>
                </c:pt>
                <c:pt idx="81">
                  <c:v>588</c:v>
                </c:pt>
                <c:pt idx="82">
                  <c:v>595</c:v>
                </c:pt>
                <c:pt idx="83">
                  <c:v>602</c:v>
                </c:pt>
                <c:pt idx="84">
                  <c:v>610</c:v>
                </c:pt>
                <c:pt idx="85">
                  <c:v>617</c:v>
                </c:pt>
                <c:pt idx="86">
                  <c:v>624</c:v>
                </c:pt>
                <c:pt idx="87">
                  <c:v>631</c:v>
                </c:pt>
                <c:pt idx="88">
                  <c:v>638</c:v>
                </c:pt>
                <c:pt idx="89">
                  <c:v>645</c:v>
                </c:pt>
                <c:pt idx="90">
                  <c:v>653</c:v>
                </c:pt>
                <c:pt idx="91">
                  <c:v>660</c:v>
                </c:pt>
                <c:pt idx="92">
                  <c:v>667</c:v>
                </c:pt>
                <c:pt idx="93">
                  <c:v>674</c:v>
                </c:pt>
                <c:pt idx="94">
                  <c:v>681</c:v>
                </c:pt>
                <c:pt idx="95">
                  <c:v>688</c:v>
                </c:pt>
                <c:pt idx="96">
                  <c:v>695</c:v>
                </c:pt>
                <c:pt idx="97">
                  <c:v>703</c:v>
                </c:pt>
                <c:pt idx="98">
                  <c:v>710</c:v>
                </c:pt>
                <c:pt idx="99">
                  <c:v>717</c:v>
                </c:pt>
                <c:pt idx="100">
                  <c:v>724</c:v>
                </c:pt>
                <c:pt idx="101">
                  <c:v>731</c:v>
                </c:pt>
                <c:pt idx="102">
                  <c:v>738</c:v>
                </c:pt>
                <c:pt idx="103">
                  <c:v>746</c:v>
                </c:pt>
                <c:pt idx="104">
                  <c:v>753</c:v>
                </c:pt>
                <c:pt idx="105">
                  <c:v>760</c:v>
                </c:pt>
                <c:pt idx="106">
                  <c:v>767</c:v>
                </c:pt>
                <c:pt idx="107">
                  <c:v>774</c:v>
                </c:pt>
                <c:pt idx="108">
                  <c:v>781</c:v>
                </c:pt>
                <c:pt idx="109">
                  <c:v>789</c:v>
                </c:pt>
                <c:pt idx="110">
                  <c:v>796</c:v>
                </c:pt>
                <c:pt idx="111">
                  <c:v>803</c:v>
                </c:pt>
                <c:pt idx="112">
                  <c:v>810</c:v>
                </c:pt>
                <c:pt idx="113">
                  <c:v>817</c:v>
                </c:pt>
                <c:pt idx="114">
                  <c:v>824</c:v>
                </c:pt>
                <c:pt idx="115">
                  <c:v>832</c:v>
                </c:pt>
                <c:pt idx="116">
                  <c:v>839</c:v>
                </c:pt>
                <c:pt idx="117">
                  <c:v>846</c:v>
                </c:pt>
                <c:pt idx="118">
                  <c:v>853</c:v>
                </c:pt>
              </c:numCache>
            </c:numRef>
          </c:xVal>
          <c:yVal>
            <c:numRef>
              <c:f>'Chart Data'!$AP$2:$AP$120</c:f>
              <c:numCache>
                <c:formatCode>General</c:formatCode>
                <c:ptCount val="119"/>
                <c:pt idx="0">
                  <c:v>1.0779704</c:v>
                </c:pt>
                <c:pt idx="1">
                  <c:v>1.0789433</c:v>
                </c:pt>
                <c:pt idx="2">
                  <c:v>1.079232</c:v>
                </c:pt>
                <c:pt idx="3">
                  <c:v>1.0793725</c:v>
                </c:pt>
                <c:pt idx="4">
                  <c:v>1.0795194</c:v>
                </c:pt>
                <c:pt idx="5">
                  <c:v>1.07941</c:v>
                </c:pt>
                <c:pt idx="6">
                  <c:v>1.0794868</c:v>
                </c:pt>
                <c:pt idx="7">
                  <c:v>1.0792454</c:v>
                </c:pt>
                <c:pt idx="8">
                  <c:v>1.0790961</c:v>
                </c:pt>
                <c:pt idx="9">
                  <c:v>1.0787885</c:v>
                </c:pt>
                <c:pt idx="10">
                  <c:v>1.0786458</c:v>
                </c:pt>
                <c:pt idx="11">
                  <c:v>1.0784341</c:v>
                </c:pt>
                <c:pt idx="12">
                  <c:v>1.0782938</c:v>
                </c:pt>
                <c:pt idx="13">
                  <c:v>1.0779946</c:v>
                </c:pt>
                <c:pt idx="14">
                  <c:v>1.0777071</c:v>
                </c:pt>
                <c:pt idx="15">
                  <c:v>1.0774465</c:v>
                </c:pt>
                <c:pt idx="16">
                  <c:v>1.0772151</c:v>
                </c:pt>
                <c:pt idx="17">
                  <c:v>1.0768948</c:v>
                </c:pt>
                <c:pt idx="18">
                  <c:v>1.0765868</c:v>
                </c:pt>
                <c:pt idx="19">
                  <c:v>1.0763103</c:v>
                </c:pt>
                <c:pt idx="20">
                  <c:v>1.0760093</c:v>
                </c:pt>
                <c:pt idx="21">
                  <c:v>1.0756593</c:v>
                </c:pt>
                <c:pt idx="22">
                  <c:v>1.075387</c:v>
                </c:pt>
                <c:pt idx="23">
                  <c:v>1.0742023</c:v>
                </c:pt>
                <c:pt idx="24">
                  <c:v>1.0747268</c:v>
                </c:pt>
                <c:pt idx="25">
                  <c:v>1.074356</c:v>
                </c:pt>
                <c:pt idx="26">
                  <c:v>1.0740153</c:v>
                </c:pt>
                <c:pt idx="27">
                  <c:v>1.07435</c:v>
                </c:pt>
                <c:pt idx="28">
                  <c:v>1.0733424</c:v>
                </c:pt>
                <c:pt idx="29">
                  <c:v>1.073137</c:v>
                </c:pt>
                <c:pt idx="30">
                  <c:v>1.0726321</c:v>
                </c:pt>
                <c:pt idx="31">
                  <c:v>1.0725095</c:v>
                </c:pt>
                <c:pt idx="32">
                  <c:v>1.0714257</c:v>
                </c:pt>
                <c:pt idx="33">
                  <c:v>1.071529</c:v>
                </c:pt>
                <c:pt idx="34">
                  <c:v>1.0711199</c:v>
                </c:pt>
                <c:pt idx="35">
                  <c:v>1.070851</c:v>
                </c:pt>
                <c:pt idx="36">
                  <c:v>1.0698946</c:v>
                </c:pt>
                <c:pt idx="37">
                  <c:v>1.0697021</c:v>
                </c:pt>
                <c:pt idx="38">
                  <c:v>1.0696039</c:v>
                </c:pt>
                <c:pt idx="39">
                  <c:v>1.0694005</c:v>
                </c:pt>
                <c:pt idx="40">
                  <c:v>1.0686775</c:v>
                </c:pt>
                <c:pt idx="41">
                  <c:v>1.0683926</c:v>
                </c:pt>
                <c:pt idx="42">
                  <c:v>1.0679127</c:v>
                </c:pt>
                <c:pt idx="43">
                  <c:v>1.0672448</c:v>
                </c:pt>
                <c:pt idx="44">
                  <c:v>1.0671104</c:v>
                </c:pt>
                <c:pt idx="45">
                  <c:v>1.0671718</c:v>
                </c:pt>
                <c:pt idx="46">
                  <c:v>1.0675687</c:v>
                </c:pt>
                <c:pt idx="47">
                  <c:v>1.0664068</c:v>
                </c:pt>
                <c:pt idx="48">
                  <c:v>1.0658079</c:v>
                </c:pt>
                <c:pt idx="49">
                  <c:v>1.0651398</c:v>
                </c:pt>
                <c:pt idx="50">
                  <c:v>1.0660353</c:v>
                </c:pt>
                <c:pt idx="51">
                  <c:v>1.0641928</c:v>
                </c:pt>
                <c:pt idx="52">
                  <c:v>1.0633976</c:v>
                </c:pt>
                <c:pt idx="53">
                  <c:v>1.0632875</c:v>
                </c:pt>
                <c:pt idx="54">
                  <c:v>1.0632766</c:v>
                </c:pt>
                <c:pt idx="55">
                  <c:v>1.0620457</c:v>
                </c:pt>
                <c:pt idx="56">
                  <c:v>1.0614341</c:v>
                </c:pt>
                <c:pt idx="57">
                  <c:v>1.0612211</c:v>
                </c:pt>
                <c:pt idx="58">
                  <c:v>1.0616174</c:v>
                </c:pt>
                <c:pt idx="59">
                  <c:v>1.0600733</c:v>
                </c:pt>
                <c:pt idx="60">
                  <c:v>1.0597581</c:v>
                </c:pt>
                <c:pt idx="61">
                  <c:v>1.0592294</c:v>
                </c:pt>
                <c:pt idx="62">
                  <c:v>1.0588114</c:v>
                </c:pt>
                <c:pt idx="63">
                  <c:v>1.057452</c:v>
                </c:pt>
                <c:pt idx="64">
                  <c:v>1.0568979</c:v>
                </c:pt>
                <c:pt idx="65">
                  <c:v>1.0568038</c:v>
                </c:pt>
                <c:pt idx="66">
                  <c:v>1.0563347</c:v>
                </c:pt>
                <c:pt idx="67">
                  <c:v>1.0536039</c:v>
                </c:pt>
                <c:pt idx="68">
                  <c:v>1.0530088</c:v>
                </c:pt>
                <c:pt idx="69">
                  <c:v>1.0525141</c:v>
                </c:pt>
                <c:pt idx="70">
                  <c:v>1.0522116</c:v>
                </c:pt>
                <c:pt idx="71">
                  <c:v>1.0508049</c:v>
                </c:pt>
                <c:pt idx="72">
                  <c:v>1.0498711</c:v>
                </c:pt>
                <c:pt idx="73">
                  <c:v>1.0488834</c:v>
                </c:pt>
                <c:pt idx="74">
                  <c:v>1.0479004</c:v>
                </c:pt>
                <c:pt idx="75">
                  <c:v>1.0467559</c:v>
                </c:pt>
                <c:pt idx="76">
                  <c:v>1.0459083</c:v>
                </c:pt>
                <c:pt idx="77">
                  <c:v>1.044232</c:v>
                </c:pt>
                <c:pt idx="78">
                  <c:v>1.0433636</c:v>
                </c:pt>
                <c:pt idx="79">
                  <c:v>1.041768</c:v>
                </c:pt>
                <c:pt idx="80">
                  <c:v>1.0404379</c:v>
                </c:pt>
                <c:pt idx="81">
                  <c:v>1.0390356</c:v>
                </c:pt>
                <c:pt idx="82">
                  <c:v>1.0375259</c:v>
                </c:pt>
                <c:pt idx="83">
                  <c:v>1.0355822</c:v>
                </c:pt>
                <c:pt idx="84">
                  <c:v>1.0332212</c:v>
                </c:pt>
                <c:pt idx="85">
                  <c:v>1.0315325</c:v>
                </c:pt>
                <c:pt idx="86">
                  <c:v>1.0293802</c:v>
                </c:pt>
                <c:pt idx="87">
                  <c:v>1.0253599</c:v>
                </c:pt>
                <c:pt idx="88">
                  <c:v>1.0240482</c:v>
                </c:pt>
                <c:pt idx="89">
                  <c:v>1.0213236</c:v>
                </c:pt>
                <c:pt idx="90">
                  <c:v>1.0177902</c:v>
                </c:pt>
                <c:pt idx="91">
                  <c:v>1.0146352</c:v>
                </c:pt>
                <c:pt idx="92">
                  <c:v>1.0110239</c:v>
                </c:pt>
                <c:pt idx="93">
                  <c:v>1.0079335</c:v>
                </c:pt>
                <c:pt idx="94">
                  <c:v>1.0037631</c:v>
                </c:pt>
                <c:pt idx="95">
                  <c:v>0.99965435</c:v>
                </c:pt>
                <c:pt idx="96">
                  <c:v>0.99541396</c:v>
                </c:pt>
                <c:pt idx="97">
                  <c:v>0.99108809</c:v>
                </c:pt>
                <c:pt idx="98">
                  <c:v>0.98654586</c:v>
                </c:pt>
                <c:pt idx="99">
                  <c:v>0.98192585</c:v>
                </c:pt>
                <c:pt idx="100">
                  <c:v>0.97780758</c:v>
                </c:pt>
                <c:pt idx="101">
                  <c:v>0.97362965</c:v>
                </c:pt>
                <c:pt idx="102">
                  <c:v>0.96980757</c:v>
                </c:pt>
                <c:pt idx="103">
                  <c:v>0.96496516</c:v>
                </c:pt>
                <c:pt idx="104">
                  <c:v>0.95997584</c:v>
                </c:pt>
                <c:pt idx="105">
                  <c:v>0.95549983</c:v>
                </c:pt>
                <c:pt idx="106">
                  <c:v>0.95074409</c:v>
                </c:pt>
                <c:pt idx="107">
                  <c:v>0.94724935</c:v>
                </c:pt>
                <c:pt idx="108">
                  <c:v>0.94215882</c:v>
                </c:pt>
                <c:pt idx="109">
                  <c:v>0.93647724</c:v>
                </c:pt>
                <c:pt idx="110">
                  <c:v>0.93122369</c:v>
                </c:pt>
                <c:pt idx="111">
                  <c:v>0.92633486</c:v>
                </c:pt>
                <c:pt idx="112">
                  <c:v>0.92073238</c:v>
                </c:pt>
                <c:pt idx="113">
                  <c:v>0.91490299</c:v>
                </c:pt>
                <c:pt idx="114">
                  <c:v>0.90895987</c:v>
                </c:pt>
                <c:pt idx="115">
                  <c:v>0.90155762</c:v>
                </c:pt>
                <c:pt idx="116">
                  <c:v>0.89503872</c:v>
                </c:pt>
                <c:pt idx="117">
                  <c:v>0.88757771</c:v>
                </c:pt>
                <c:pt idx="118">
                  <c:v>0.88019997</c:v>
                </c:pt>
              </c:numCache>
            </c:numRef>
          </c:yVal>
        </c:ser>
        <c:ser>
          <c:idx val="21"/>
          <c:order val="21"/>
          <c:tx>
            <c:v>Batch1_cell_026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Data'!$AQ$2:$AQ$120</c:f>
              <c:numCache>
                <c:formatCode>General</c:formatCode>
                <c:ptCount val="119"/>
                <c:pt idx="0">
                  <c:v>8</c:v>
                </c:pt>
                <c:pt idx="1">
                  <c:v>16</c:v>
                </c:pt>
                <c:pt idx="2">
                  <c:v>23</c:v>
                </c:pt>
                <c:pt idx="3">
                  <c:v>30</c:v>
                </c:pt>
                <c:pt idx="4">
                  <c:v>37</c:v>
                </c:pt>
                <c:pt idx="5">
                  <c:v>45</c:v>
                </c:pt>
                <c:pt idx="6">
                  <c:v>52</c:v>
                </c:pt>
                <c:pt idx="7">
                  <c:v>59</c:v>
                </c:pt>
                <c:pt idx="8">
                  <c:v>67</c:v>
                </c:pt>
                <c:pt idx="9">
                  <c:v>74</c:v>
                </c:pt>
                <c:pt idx="10">
                  <c:v>81</c:v>
                </c:pt>
                <c:pt idx="11">
                  <c:v>89</c:v>
                </c:pt>
                <c:pt idx="12">
                  <c:v>96</c:v>
                </c:pt>
                <c:pt idx="13">
                  <c:v>103</c:v>
                </c:pt>
                <c:pt idx="14">
                  <c:v>110</c:v>
                </c:pt>
                <c:pt idx="15">
                  <c:v>118</c:v>
                </c:pt>
                <c:pt idx="16">
                  <c:v>125</c:v>
                </c:pt>
                <c:pt idx="17">
                  <c:v>132</c:v>
                </c:pt>
                <c:pt idx="18">
                  <c:v>140</c:v>
                </c:pt>
                <c:pt idx="19">
                  <c:v>147</c:v>
                </c:pt>
                <c:pt idx="20">
                  <c:v>154</c:v>
                </c:pt>
                <c:pt idx="21">
                  <c:v>161</c:v>
                </c:pt>
                <c:pt idx="22">
                  <c:v>169</c:v>
                </c:pt>
                <c:pt idx="23">
                  <c:v>176</c:v>
                </c:pt>
                <c:pt idx="24">
                  <c:v>183</c:v>
                </c:pt>
                <c:pt idx="25">
                  <c:v>191</c:v>
                </c:pt>
                <c:pt idx="26">
                  <c:v>198</c:v>
                </c:pt>
                <c:pt idx="27">
                  <c:v>205</c:v>
                </c:pt>
                <c:pt idx="28">
                  <c:v>213</c:v>
                </c:pt>
                <c:pt idx="29">
                  <c:v>220</c:v>
                </c:pt>
                <c:pt idx="30">
                  <c:v>227</c:v>
                </c:pt>
                <c:pt idx="31">
                  <c:v>234</c:v>
                </c:pt>
                <c:pt idx="32">
                  <c:v>242</c:v>
                </c:pt>
                <c:pt idx="33">
                  <c:v>249</c:v>
                </c:pt>
                <c:pt idx="34">
                  <c:v>256</c:v>
                </c:pt>
                <c:pt idx="35">
                  <c:v>264</c:v>
                </c:pt>
                <c:pt idx="36">
                  <c:v>271</c:v>
                </c:pt>
                <c:pt idx="37">
                  <c:v>278</c:v>
                </c:pt>
                <c:pt idx="38">
                  <c:v>285</c:v>
                </c:pt>
                <c:pt idx="39">
                  <c:v>293</c:v>
                </c:pt>
                <c:pt idx="40">
                  <c:v>300</c:v>
                </c:pt>
                <c:pt idx="41">
                  <c:v>307</c:v>
                </c:pt>
                <c:pt idx="42">
                  <c:v>315</c:v>
                </c:pt>
                <c:pt idx="43">
                  <c:v>322</c:v>
                </c:pt>
                <c:pt idx="44">
                  <c:v>329</c:v>
                </c:pt>
                <c:pt idx="45">
                  <c:v>337</c:v>
                </c:pt>
                <c:pt idx="46">
                  <c:v>344</c:v>
                </c:pt>
                <c:pt idx="47">
                  <c:v>351</c:v>
                </c:pt>
                <c:pt idx="48">
                  <c:v>358</c:v>
                </c:pt>
                <c:pt idx="49">
                  <c:v>366</c:v>
                </c:pt>
                <c:pt idx="50">
                  <c:v>373</c:v>
                </c:pt>
                <c:pt idx="51">
                  <c:v>380</c:v>
                </c:pt>
                <c:pt idx="52">
                  <c:v>388</c:v>
                </c:pt>
                <c:pt idx="53">
                  <c:v>395</c:v>
                </c:pt>
                <c:pt idx="54">
                  <c:v>402</c:v>
                </c:pt>
                <c:pt idx="55">
                  <c:v>409</c:v>
                </c:pt>
                <c:pt idx="56">
                  <c:v>417</c:v>
                </c:pt>
                <c:pt idx="57">
                  <c:v>424</c:v>
                </c:pt>
                <c:pt idx="58">
                  <c:v>431</c:v>
                </c:pt>
                <c:pt idx="59">
                  <c:v>439</c:v>
                </c:pt>
                <c:pt idx="60">
                  <c:v>446</c:v>
                </c:pt>
                <c:pt idx="61">
                  <c:v>453</c:v>
                </c:pt>
                <c:pt idx="62">
                  <c:v>461</c:v>
                </c:pt>
                <c:pt idx="63">
                  <c:v>468</c:v>
                </c:pt>
                <c:pt idx="64">
                  <c:v>475</c:v>
                </c:pt>
                <c:pt idx="65">
                  <c:v>482</c:v>
                </c:pt>
                <c:pt idx="66">
                  <c:v>490</c:v>
                </c:pt>
                <c:pt idx="67">
                  <c:v>497</c:v>
                </c:pt>
                <c:pt idx="68">
                  <c:v>504</c:v>
                </c:pt>
                <c:pt idx="69">
                  <c:v>512</c:v>
                </c:pt>
                <c:pt idx="70">
                  <c:v>519</c:v>
                </c:pt>
                <c:pt idx="71">
                  <c:v>526</c:v>
                </c:pt>
                <c:pt idx="72">
                  <c:v>533</c:v>
                </c:pt>
                <c:pt idx="73">
                  <c:v>541</c:v>
                </c:pt>
                <c:pt idx="74">
                  <c:v>548</c:v>
                </c:pt>
                <c:pt idx="75">
                  <c:v>555</c:v>
                </c:pt>
                <c:pt idx="76">
                  <c:v>563</c:v>
                </c:pt>
                <c:pt idx="77">
                  <c:v>570</c:v>
                </c:pt>
                <c:pt idx="78">
                  <c:v>577</c:v>
                </c:pt>
                <c:pt idx="79">
                  <c:v>585</c:v>
                </c:pt>
                <c:pt idx="80">
                  <c:v>592</c:v>
                </c:pt>
                <c:pt idx="81">
                  <c:v>599</c:v>
                </c:pt>
                <c:pt idx="82">
                  <c:v>606</c:v>
                </c:pt>
                <c:pt idx="83">
                  <c:v>614</c:v>
                </c:pt>
                <c:pt idx="84">
                  <c:v>621</c:v>
                </c:pt>
                <c:pt idx="85">
                  <c:v>628</c:v>
                </c:pt>
                <c:pt idx="86">
                  <c:v>636</c:v>
                </c:pt>
                <c:pt idx="87">
                  <c:v>643</c:v>
                </c:pt>
                <c:pt idx="88">
                  <c:v>650</c:v>
                </c:pt>
                <c:pt idx="89">
                  <c:v>657</c:v>
                </c:pt>
                <c:pt idx="90">
                  <c:v>665</c:v>
                </c:pt>
                <c:pt idx="91">
                  <c:v>672</c:v>
                </c:pt>
                <c:pt idx="92">
                  <c:v>679</c:v>
                </c:pt>
                <c:pt idx="93">
                  <c:v>687</c:v>
                </c:pt>
                <c:pt idx="94">
                  <c:v>694</c:v>
                </c:pt>
                <c:pt idx="95">
                  <c:v>701</c:v>
                </c:pt>
                <c:pt idx="96">
                  <c:v>709</c:v>
                </c:pt>
                <c:pt idx="97">
                  <c:v>716</c:v>
                </c:pt>
                <c:pt idx="98">
                  <c:v>723</c:v>
                </c:pt>
                <c:pt idx="99">
                  <c:v>730</c:v>
                </c:pt>
                <c:pt idx="100">
                  <c:v>738</c:v>
                </c:pt>
                <c:pt idx="101">
                  <c:v>745</c:v>
                </c:pt>
                <c:pt idx="102">
                  <c:v>752</c:v>
                </c:pt>
                <c:pt idx="103">
                  <c:v>760</c:v>
                </c:pt>
                <c:pt idx="104">
                  <c:v>767</c:v>
                </c:pt>
                <c:pt idx="105">
                  <c:v>774</c:v>
                </c:pt>
                <c:pt idx="106">
                  <c:v>781</c:v>
                </c:pt>
                <c:pt idx="107">
                  <c:v>789</c:v>
                </c:pt>
                <c:pt idx="108">
                  <c:v>796</c:v>
                </c:pt>
                <c:pt idx="109">
                  <c:v>803</c:v>
                </c:pt>
                <c:pt idx="110">
                  <c:v>811</c:v>
                </c:pt>
                <c:pt idx="111">
                  <c:v>818</c:v>
                </c:pt>
                <c:pt idx="112">
                  <c:v>825</c:v>
                </c:pt>
                <c:pt idx="113">
                  <c:v>833</c:v>
                </c:pt>
                <c:pt idx="114">
                  <c:v>840</c:v>
                </c:pt>
                <c:pt idx="115">
                  <c:v>847</c:v>
                </c:pt>
                <c:pt idx="116">
                  <c:v>854</c:v>
                </c:pt>
                <c:pt idx="117">
                  <c:v>862</c:v>
                </c:pt>
                <c:pt idx="118">
                  <c:v>869</c:v>
                </c:pt>
              </c:numCache>
            </c:numRef>
          </c:xVal>
          <c:yVal>
            <c:numRef>
              <c:f>'Chart Data'!$AR$2:$AR$120</c:f>
              <c:numCache>
                <c:formatCode>General</c:formatCode>
                <c:ptCount val="119"/>
                <c:pt idx="0">
                  <c:v>1.0907471</c:v>
                </c:pt>
                <c:pt idx="1">
                  <c:v>1.0913129</c:v>
                </c:pt>
                <c:pt idx="2">
                  <c:v>1.0913711</c:v>
                </c:pt>
                <c:pt idx="3">
                  <c:v>1.0913539</c:v>
                </c:pt>
                <c:pt idx="4">
                  <c:v>1.0914216</c:v>
                </c:pt>
                <c:pt idx="5">
                  <c:v>1.0911034</c:v>
                </c:pt>
                <c:pt idx="6">
                  <c:v>1.0912036</c:v>
                </c:pt>
                <c:pt idx="7">
                  <c:v>1.0908934</c:v>
                </c:pt>
                <c:pt idx="8">
                  <c:v>1.090454</c:v>
                </c:pt>
                <c:pt idx="9">
                  <c:v>1.0902516</c:v>
                </c:pt>
                <c:pt idx="10">
                  <c:v>1.0899956</c:v>
                </c:pt>
                <c:pt idx="11">
                  <c:v>1.089599</c:v>
                </c:pt>
                <c:pt idx="12">
                  <c:v>1.0897247</c:v>
                </c:pt>
                <c:pt idx="13">
                  <c:v>1.0892433</c:v>
                </c:pt>
                <c:pt idx="14">
                  <c:v>1.0889642</c:v>
                </c:pt>
                <c:pt idx="15">
                  <c:v>1.0875227</c:v>
                </c:pt>
                <c:pt idx="16">
                  <c:v>1.0884973</c:v>
                </c:pt>
                <c:pt idx="17">
                  <c:v>1.0881579</c:v>
                </c:pt>
                <c:pt idx="18">
                  <c:v>1.087806</c:v>
                </c:pt>
                <c:pt idx="19">
                  <c:v>1.087509</c:v>
                </c:pt>
                <c:pt idx="20">
                  <c:v>1.0871571</c:v>
                </c:pt>
                <c:pt idx="21">
                  <c:v>1.0869446</c:v>
                </c:pt>
                <c:pt idx="22">
                  <c:v>1.0866519</c:v>
                </c:pt>
                <c:pt idx="23">
                  <c:v>1.0842834</c:v>
                </c:pt>
                <c:pt idx="24">
                  <c:v>1.0860898</c:v>
                </c:pt>
                <c:pt idx="25">
                  <c:v>1.0856162</c:v>
                </c:pt>
                <c:pt idx="26">
                  <c:v>1.0853497</c:v>
                </c:pt>
                <c:pt idx="27">
                  <c:v>1.0857204</c:v>
                </c:pt>
                <c:pt idx="28">
                  <c:v>1.0846473</c:v>
                </c:pt>
                <c:pt idx="29">
                  <c:v>1.0844039</c:v>
                </c:pt>
                <c:pt idx="30">
                  <c:v>1.0839828</c:v>
                </c:pt>
                <c:pt idx="31">
                  <c:v>1.0840206</c:v>
                </c:pt>
                <c:pt idx="32">
                  <c:v>1.0831791</c:v>
                </c:pt>
                <c:pt idx="33">
                  <c:v>1.08307</c:v>
                </c:pt>
                <c:pt idx="34">
                  <c:v>1.0827024</c:v>
                </c:pt>
                <c:pt idx="35">
                  <c:v>1.0822449</c:v>
                </c:pt>
                <c:pt idx="36">
                  <c:v>1.0817312</c:v>
                </c:pt>
                <c:pt idx="37">
                  <c:v>1.0815682</c:v>
                </c:pt>
                <c:pt idx="38">
                  <c:v>1.0809758</c:v>
                </c:pt>
                <c:pt idx="39">
                  <c:v>1.0805893</c:v>
                </c:pt>
                <c:pt idx="40">
                  <c:v>1.0801378</c:v>
                </c:pt>
                <c:pt idx="41">
                  <c:v>1.0797913</c:v>
                </c:pt>
                <c:pt idx="42">
                  <c:v>1.0793791</c:v>
                </c:pt>
                <c:pt idx="43">
                  <c:v>1.0789329</c:v>
                </c:pt>
                <c:pt idx="44">
                  <c:v>1.078364</c:v>
                </c:pt>
                <c:pt idx="45">
                  <c:v>1.0788726</c:v>
                </c:pt>
                <c:pt idx="46">
                  <c:v>1.0794402</c:v>
                </c:pt>
                <c:pt idx="47">
                  <c:v>1.0780672</c:v>
                </c:pt>
                <c:pt idx="48">
                  <c:v>1.0774032</c:v>
                </c:pt>
                <c:pt idx="49">
                  <c:v>1.0765541</c:v>
                </c:pt>
                <c:pt idx="50">
                  <c:v>1.0771828</c:v>
                </c:pt>
                <c:pt idx="51">
                  <c:v>1.076023</c:v>
                </c:pt>
                <c:pt idx="52">
                  <c:v>1.0755441</c:v>
                </c:pt>
                <c:pt idx="53">
                  <c:v>1.0750018</c:v>
                </c:pt>
                <c:pt idx="54">
                  <c:v>1.0753238</c:v>
                </c:pt>
                <c:pt idx="55">
                  <c:v>1.073782</c:v>
                </c:pt>
                <c:pt idx="56">
                  <c:v>1.0736076</c:v>
                </c:pt>
                <c:pt idx="57">
                  <c:v>1.0728906</c:v>
                </c:pt>
                <c:pt idx="58">
                  <c:v>1.0724896</c:v>
                </c:pt>
                <c:pt idx="59">
                  <c:v>1.0703197</c:v>
                </c:pt>
                <c:pt idx="60">
                  <c:v>1.0713098</c:v>
                </c:pt>
                <c:pt idx="61">
                  <c:v>1.0707114</c:v>
                </c:pt>
                <c:pt idx="62">
                  <c:v>1.0699399</c:v>
                </c:pt>
                <c:pt idx="63">
                  <c:v>1.0689881</c:v>
                </c:pt>
                <c:pt idx="64">
                  <c:v>1.068266</c:v>
                </c:pt>
                <c:pt idx="65">
                  <c:v>1.0683192</c:v>
                </c:pt>
                <c:pt idx="66">
                  <c:v>1.0672442</c:v>
                </c:pt>
                <c:pt idx="67">
                  <c:v>1.0630026</c:v>
                </c:pt>
                <c:pt idx="68">
                  <c:v>1.0644979</c:v>
                </c:pt>
                <c:pt idx="69">
                  <c:v>1.0641552</c:v>
                </c:pt>
                <c:pt idx="70">
                  <c:v>1.0626094</c:v>
                </c:pt>
                <c:pt idx="71">
                  <c:v>1.0618219</c:v>
                </c:pt>
                <c:pt idx="72">
                  <c:v>1.060609</c:v>
                </c:pt>
                <c:pt idx="73">
                  <c:v>1.0604676</c:v>
                </c:pt>
                <c:pt idx="74">
                  <c:v>1.0589644</c:v>
                </c:pt>
                <c:pt idx="75">
                  <c:v>1.0578109</c:v>
                </c:pt>
                <c:pt idx="76">
                  <c:v>1.056749</c:v>
                </c:pt>
                <c:pt idx="77">
                  <c:v>1.0562556</c:v>
                </c:pt>
                <c:pt idx="78">
                  <c:v>1.0543827</c:v>
                </c:pt>
                <c:pt idx="79">
                  <c:v>1.0525217</c:v>
                </c:pt>
                <c:pt idx="80">
                  <c:v>1.0511295</c:v>
                </c:pt>
                <c:pt idx="81">
                  <c:v>1.0485772</c:v>
                </c:pt>
                <c:pt idx="82">
                  <c:v>1.0488757</c:v>
                </c:pt>
                <c:pt idx="83">
                  <c:v>1.0469258</c:v>
                </c:pt>
                <c:pt idx="84">
                  <c:v>1.044513</c:v>
                </c:pt>
                <c:pt idx="85">
                  <c:v>1.0434599</c:v>
                </c:pt>
                <c:pt idx="86">
                  <c:v>1.0410736</c:v>
                </c:pt>
                <c:pt idx="87">
                  <c:v>1.0389922</c:v>
                </c:pt>
                <c:pt idx="88">
                  <c:v>1.037324</c:v>
                </c:pt>
                <c:pt idx="89">
                  <c:v>1.0345919</c:v>
                </c:pt>
                <c:pt idx="90">
                  <c:v>1.0326508</c:v>
                </c:pt>
                <c:pt idx="91">
                  <c:v>1.0302244</c:v>
                </c:pt>
                <c:pt idx="92">
                  <c:v>1.0274818</c:v>
                </c:pt>
                <c:pt idx="93">
                  <c:v>1.0236584</c:v>
                </c:pt>
                <c:pt idx="94">
                  <c:v>1.0195655</c:v>
                </c:pt>
                <c:pt idx="95">
                  <c:v>1.0175223</c:v>
                </c:pt>
                <c:pt idx="96">
                  <c:v>1.0133691</c:v>
                </c:pt>
                <c:pt idx="97">
                  <c:v>1.0092453</c:v>
                </c:pt>
                <c:pt idx="98">
                  <c:v>1.0049223</c:v>
                </c:pt>
                <c:pt idx="99">
                  <c:v>1.0010337</c:v>
                </c:pt>
                <c:pt idx="100">
                  <c:v>0.99547291</c:v>
                </c:pt>
                <c:pt idx="101">
                  <c:v>0.99153423</c:v>
                </c:pt>
                <c:pt idx="102">
                  <c:v>0.98580015</c:v>
                </c:pt>
                <c:pt idx="103">
                  <c:v>0.97927105</c:v>
                </c:pt>
                <c:pt idx="104">
                  <c:v>0.97452915</c:v>
                </c:pt>
                <c:pt idx="105">
                  <c:v>0.96942955</c:v>
                </c:pt>
                <c:pt idx="106">
                  <c:v>0.96359318</c:v>
                </c:pt>
                <c:pt idx="107">
                  <c:v>0.95738494</c:v>
                </c:pt>
                <c:pt idx="108">
                  <c:v>0.9507997</c:v>
                </c:pt>
                <c:pt idx="109">
                  <c:v>0.94608599</c:v>
                </c:pt>
                <c:pt idx="110">
                  <c:v>0.93906748</c:v>
                </c:pt>
                <c:pt idx="111">
                  <c:v>0.93269193</c:v>
                </c:pt>
                <c:pt idx="112">
                  <c:v>0.92634928</c:v>
                </c:pt>
                <c:pt idx="113">
                  <c:v>0.91847599</c:v>
                </c:pt>
                <c:pt idx="114">
                  <c:v>0.91148067</c:v>
                </c:pt>
                <c:pt idx="115">
                  <c:v>0.90437847</c:v>
                </c:pt>
                <c:pt idx="116">
                  <c:v>0.89708835</c:v>
                </c:pt>
                <c:pt idx="117">
                  <c:v>0.88826364</c:v>
                </c:pt>
                <c:pt idx="118">
                  <c:v>0.88105017</c:v>
                </c:pt>
              </c:numCache>
            </c:numRef>
          </c:yVal>
        </c:ser>
        <c:ser>
          <c:idx val="22"/>
          <c:order val="22"/>
          <c:tx>
            <c:v>Batch1_cell_027</c:v>
          </c:tx>
          <c:spPr>
            <a:ln xmlns:a="http://schemas.openxmlformats.org/drawingml/2006/main" w="22860">
              <a:solidFill>
                <a:srgbClr val="2F73B7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Data'!$AS$2:$AS$120</c:f>
              <c:numCache>
                <c:formatCode>General</c:formatCode>
                <c:ptCount val="119"/>
                <c:pt idx="0">
                  <c:v>8</c:v>
                </c:pt>
                <c:pt idx="1">
                  <c:v>15</c:v>
                </c:pt>
                <c:pt idx="2">
                  <c:v>22</c:v>
                </c:pt>
                <c:pt idx="3">
                  <c:v>29</c:v>
                </c:pt>
                <c:pt idx="4">
                  <c:v>36</c:v>
                </c:pt>
                <c:pt idx="5">
                  <c:v>43</c:v>
                </c:pt>
                <c:pt idx="6">
                  <c:v>50</c:v>
                </c:pt>
                <c:pt idx="7">
                  <c:v>57</c:v>
                </c:pt>
                <c:pt idx="8">
                  <c:v>65</c:v>
                </c:pt>
                <c:pt idx="9">
                  <c:v>72</c:v>
                </c:pt>
                <c:pt idx="10">
                  <c:v>79</c:v>
                </c:pt>
                <c:pt idx="11">
                  <c:v>86</c:v>
                </c:pt>
                <c:pt idx="12">
                  <c:v>93</c:v>
                </c:pt>
                <c:pt idx="13">
                  <c:v>100</c:v>
                </c:pt>
                <c:pt idx="14">
                  <c:v>107</c:v>
                </c:pt>
                <c:pt idx="15">
                  <c:v>114</c:v>
                </c:pt>
                <c:pt idx="16">
                  <c:v>121</c:v>
                </c:pt>
                <c:pt idx="17">
                  <c:v>128</c:v>
                </c:pt>
                <c:pt idx="18">
                  <c:v>135</c:v>
                </c:pt>
                <c:pt idx="19">
                  <c:v>142</c:v>
                </c:pt>
                <c:pt idx="20">
                  <c:v>149</c:v>
                </c:pt>
                <c:pt idx="21">
                  <c:v>156</c:v>
                </c:pt>
                <c:pt idx="22">
                  <c:v>163</c:v>
                </c:pt>
                <c:pt idx="23">
                  <c:v>170</c:v>
                </c:pt>
                <c:pt idx="24">
                  <c:v>177</c:v>
                </c:pt>
                <c:pt idx="25">
                  <c:v>185</c:v>
                </c:pt>
                <c:pt idx="26">
                  <c:v>192</c:v>
                </c:pt>
                <c:pt idx="27">
                  <c:v>199</c:v>
                </c:pt>
                <c:pt idx="28">
                  <c:v>206</c:v>
                </c:pt>
                <c:pt idx="29">
                  <c:v>213</c:v>
                </c:pt>
                <c:pt idx="30">
                  <c:v>220</c:v>
                </c:pt>
                <c:pt idx="31">
                  <c:v>227</c:v>
                </c:pt>
                <c:pt idx="32">
                  <c:v>234</c:v>
                </c:pt>
                <c:pt idx="33">
                  <c:v>241</c:v>
                </c:pt>
                <c:pt idx="34">
                  <c:v>248</c:v>
                </c:pt>
                <c:pt idx="35">
                  <c:v>255</c:v>
                </c:pt>
                <c:pt idx="36">
                  <c:v>262</c:v>
                </c:pt>
                <c:pt idx="37">
                  <c:v>269</c:v>
                </c:pt>
                <c:pt idx="38">
                  <c:v>276</c:v>
                </c:pt>
                <c:pt idx="39">
                  <c:v>283</c:v>
                </c:pt>
                <c:pt idx="40">
                  <c:v>290</c:v>
                </c:pt>
                <c:pt idx="41">
                  <c:v>297</c:v>
                </c:pt>
                <c:pt idx="42">
                  <c:v>305</c:v>
                </c:pt>
                <c:pt idx="43">
                  <c:v>312</c:v>
                </c:pt>
                <c:pt idx="44">
                  <c:v>319</c:v>
                </c:pt>
                <c:pt idx="45">
                  <c:v>326</c:v>
                </c:pt>
                <c:pt idx="46">
                  <c:v>333</c:v>
                </c:pt>
                <c:pt idx="47">
                  <c:v>340</c:v>
                </c:pt>
                <c:pt idx="48">
                  <c:v>347</c:v>
                </c:pt>
                <c:pt idx="49">
                  <c:v>354</c:v>
                </c:pt>
                <c:pt idx="50">
                  <c:v>361</c:v>
                </c:pt>
                <c:pt idx="51">
                  <c:v>368</c:v>
                </c:pt>
                <c:pt idx="52">
                  <c:v>375</c:v>
                </c:pt>
                <c:pt idx="53">
                  <c:v>382</c:v>
                </c:pt>
                <c:pt idx="54">
                  <c:v>389</c:v>
                </c:pt>
                <c:pt idx="55">
                  <c:v>396</c:v>
                </c:pt>
                <c:pt idx="56">
                  <c:v>403</c:v>
                </c:pt>
                <c:pt idx="57">
                  <c:v>410</c:v>
                </c:pt>
                <c:pt idx="58">
                  <c:v>417</c:v>
                </c:pt>
                <c:pt idx="59">
                  <c:v>425</c:v>
                </c:pt>
                <c:pt idx="60">
                  <c:v>432</c:v>
                </c:pt>
                <c:pt idx="61">
                  <c:v>439</c:v>
                </c:pt>
                <c:pt idx="62">
                  <c:v>446</c:v>
                </c:pt>
                <c:pt idx="63">
                  <c:v>453</c:v>
                </c:pt>
                <c:pt idx="64">
                  <c:v>460</c:v>
                </c:pt>
                <c:pt idx="65">
                  <c:v>467</c:v>
                </c:pt>
                <c:pt idx="66">
                  <c:v>474</c:v>
                </c:pt>
                <c:pt idx="67">
                  <c:v>481</c:v>
                </c:pt>
                <c:pt idx="68">
                  <c:v>488</c:v>
                </c:pt>
                <c:pt idx="69">
                  <c:v>495</c:v>
                </c:pt>
                <c:pt idx="70">
                  <c:v>502</c:v>
                </c:pt>
                <c:pt idx="71">
                  <c:v>509</c:v>
                </c:pt>
                <c:pt idx="72">
                  <c:v>516</c:v>
                </c:pt>
                <c:pt idx="73">
                  <c:v>523</c:v>
                </c:pt>
                <c:pt idx="74">
                  <c:v>530</c:v>
                </c:pt>
                <c:pt idx="75">
                  <c:v>537</c:v>
                </c:pt>
                <c:pt idx="76">
                  <c:v>545</c:v>
                </c:pt>
                <c:pt idx="77">
                  <c:v>552</c:v>
                </c:pt>
                <c:pt idx="78">
                  <c:v>559</c:v>
                </c:pt>
                <c:pt idx="79">
                  <c:v>566</c:v>
                </c:pt>
                <c:pt idx="80">
                  <c:v>573</c:v>
                </c:pt>
                <c:pt idx="81">
                  <c:v>580</c:v>
                </c:pt>
                <c:pt idx="82">
                  <c:v>587</c:v>
                </c:pt>
                <c:pt idx="83">
                  <c:v>594</c:v>
                </c:pt>
                <c:pt idx="84">
                  <c:v>601</c:v>
                </c:pt>
                <c:pt idx="85">
                  <c:v>608</c:v>
                </c:pt>
                <c:pt idx="86">
                  <c:v>615</c:v>
                </c:pt>
                <c:pt idx="87">
                  <c:v>622</c:v>
                </c:pt>
                <c:pt idx="88">
                  <c:v>629</c:v>
                </c:pt>
                <c:pt idx="89">
                  <c:v>636</c:v>
                </c:pt>
                <c:pt idx="90">
                  <c:v>643</c:v>
                </c:pt>
                <c:pt idx="91">
                  <c:v>650</c:v>
                </c:pt>
                <c:pt idx="92">
                  <c:v>657</c:v>
                </c:pt>
                <c:pt idx="93">
                  <c:v>665</c:v>
                </c:pt>
                <c:pt idx="94">
                  <c:v>672</c:v>
                </c:pt>
                <c:pt idx="95">
                  <c:v>679</c:v>
                </c:pt>
                <c:pt idx="96">
                  <c:v>686</c:v>
                </c:pt>
                <c:pt idx="97">
                  <c:v>693</c:v>
                </c:pt>
                <c:pt idx="98">
                  <c:v>700</c:v>
                </c:pt>
                <c:pt idx="99">
                  <c:v>707</c:v>
                </c:pt>
                <c:pt idx="100">
                  <c:v>714</c:v>
                </c:pt>
                <c:pt idx="101">
                  <c:v>721</c:v>
                </c:pt>
                <c:pt idx="102">
                  <c:v>728</c:v>
                </c:pt>
                <c:pt idx="103">
                  <c:v>735</c:v>
                </c:pt>
                <c:pt idx="104">
                  <c:v>742</c:v>
                </c:pt>
                <c:pt idx="105">
                  <c:v>749</c:v>
                </c:pt>
                <c:pt idx="106">
                  <c:v>756</c:v>
                </c:pt>
                <c:pt idx="107">
                  <c:v>763</c:v>
                </c:pt>
                <c:pt idx="108">
                  <c:v>770</c:v>
                </c:pt>
                <c:pt idx="109">
                  <c:v>777</c:v>
                </c:pt>
                <c:pt idx="110">
                  <c:v>785</c:v>
                </c:pt>
                <c:pt idx="111">
                  <c:v>792</c:v>
                </c:pt>
                <c:pt idx="112">
                  <c:v>799</c:v>
                </c:pt>
                <c:pt idx="113">
                  <c:v>806</c:v>
                </c:pt>
                <c:pt idx="114">
                  <c:v>813</c:v>
                </c:pt>
                <c:pt idx="115">
                  <c:v>820</c:v>
                </c:pt>
                <c:pt idx="116">
                  <c:v>827</c:v>
                </c:pt>
                <c:pt idx="117">
                  <c:v>834</c:v>
                </c:pt>
                <c:pt idx="118">
                  <c:v>841</c:v>
                </c:pt>
              </c:numCache>
            </c:numRef>
          </c:xVal>
          <c:yVal>
            <c:numRef>
              <c:f>'Chart Data'!$AT$2:$AT$120</c:f>
              <c:numCache>
                <c:formatCode>General</c:formatCode>
                <c:ptCount val="119"/>
                <c:pt idx="0">
                  <c:v>1.0817883</c:v>
                </c:pt>
                <c:pt idx="1">
                  <c:v>1.0827286</c:v>
                </c:pt>
                <c:pt idx="2">
                  <c:v>1.0827444</c:v>
                </c:pt>
                <c:pt idx="3">
                  <c:v>1.0827583</c:v>
                </c:pt>
                <c:pt idx="4">
                  <c:v>1.0828173</c:v>
                </c:pt>
                <c:pt idx="5">
                  <c:v>1.0813862</c:v>
                </c:pt>
                <c:pt idx="6">
                  <c:v>1.0824821</c:v>
                </c:pt>
                <c:pt idx="7">
                  <c:v>1.082359</c:v>
                </c:pt>
                <c:pt idx="8">
                  <c:v>1.0821146</c:v>
                </c:pt>
                <c:pt idx="9">
                  <c:v>1.0806323</c:v>
                </c:pt>
                <c:pt idx="10">
                  <c:v>1.0816604</c:v>
                </c:pt>
                <c:pt idx="11">
                  <c:v>1.081459</c:v>
                </c:pt>
                <c:pt idx="12">
                  <c:v>1.0811688</c:v>
                </c:pt>
                <c:pt idx="13">
                  <c:v>1.0810226</c:v>
                </c:pt>
                <c:pt idx="14">
                  <c:v>1.0807954</c:v>
                </c:pt>
                <c:pt idx="15">
                  <c:v>1.0804789</c:v>
                </c:pt>
                <c:pt idx="16">
                  <c:v>1.080362</c:v>
                </c:pt>
                <c:pt idx="17">
                  <c:v>1.0800149</c:v>
                </c:pt>
                <c:pt idx="18">
                  <c:v>1.0796363</c:v>
                </c:pt>
                <c:pt idx="19">
                  <c:v>1.0794307</c:v>
                </c:pt>
                <c:pt idx="20">
                  <c:v>1.0790596</c:v>
                </c:pt>
                <c:pt idx="21">
                  <c:v>1.0788708</c:v>
                </c:pt>
                <c:pt idx="22">
                  <c:v>1.0785062</c:v>
                </c:pt>
                <c:pt idx="23">
                  <c:v>1.0781972</c:v>
                </c:pt>
                <c:pt idx="24">
                  <c:v>1.0782611</c:v>
                </c:pt>
                <c:pt idx="25">
                  <c:v>1.0776123</c:v>
                </c:pt>
                <c:pt idx="26">
                  <c:v>1.0773073</c:v>
                </c:pt>
                <c:pt idx="27">
                  <c:v>1.0769453</c:v>
                </c:pt>
                <c:pt idx="28">
                  <c:v>1.0772513</c:v>
                </c:pt>
                <c:pt idx="29">
                  <c:v>1.0763189</c:v>
                </c:pt>
                <c:pt idx="30">
                  <c:v>1.0761063</c:v>
                </c:pt>
                <c:pt idx="31">
                  <c:v>1.0756294</c:v>
                </c:pt>
                <c:pt idx="32">
                  <c:v>1.0757285</c:v>
                </c:pt>
                <c:pt idx="33">
                  <c:v>1.0749781</c:v>
                </c:pt>
                <c:pt idx="34">
                  <c:v>1.0747238</c:v>
                </c:pt>
                <c:pt idx="35">
                  <c:v>1.074289</c:v>
                </c:pt>
                <c:pt idx="36">
                  <c:v>1.0731535</c:v>
                </c:pt>
                <c:pt idx="37">
                  <c:v>1.0736618</c:v>
                </c:pt>
                <c:pt idx="38">
                  <c:v>1.0732399</c:v>
                </c:pt>
                <c:pt idx="39">
                  <c:v>1.0728247</c:v>
                </c:pt>
                <c:pt idx="40">
                  <c:v>1.073001</c:v>
                </c:pt>
                <c:pt idx="41">
                  <c:v>1.0721693</c:v>
                </c:pt>
                <c:pt idx="42">
                  <c:v>1.0715667</c:v>
                </c:pt>
                <c:pt idx="43">
                  <c:v>1.0711886</c:v>
                </c:pt>
                <c:pt idx="44">
                  <c:v>1.070927</c:v>
                </c:pt>
                <c:pt idx="45">
                  <c:v>1.0703124</c:v>
                </c:pt>
                <c:pt idx="46">
                  <c:v>1.0706468</c:v>
                </c:pt>
                <c:pt idx="47">
                  <c:v>1.0704095</c:v>
                </c:pt>
                <c:pt idx="48">
                  <c:v>1.0708025</c:v>
                </c:pt>
                <c:pt idx="49">
                  <c:v>1.0689931</c:v>
                </c:pt>
                <c:pt idx="50">
                  <c:v>1.069133</c:v>
                </c:pt>
                <c:pt idx="51">
                  <c:v>1.0687941</c:v>
                </c:pt>
                <c:pt idx="52">
                  <c:v>1.0687001</c:v>
                </c:pt>
                <c:pt idx="53">
                  <c:v>1.0674934</c:v>
                </c:pt>
                <c:pt idx="54">
                  <c:v>1.0660349</c:v>
                </c:pt>
                <c:pt idx="55">
                  <c:v>1.0667769</c:v>
                </c:pt>
                <c:pt idx="56">
                  <c:v>1.0666568</c:v>
                </c:pt>
                <c:pt idx="57">
                  <c:v>1.0652421</c:v>
                </c:pt>
                <c:pt idx="58">
                  <c:v>1.0651641</c:v>
                </c:pt>
                <c:pt idx="59">
                  <c:v>1.0646362</c:v>
                </c:pt>
                <c:pt idx="60">
                  <c:v>1.0640481</c:v>
                </c:pt>
                <c:pt idx="61">
                  <c:v>1.063098</c:v>
                </c:pt>
                <c:pt idx="62">
                  <c:v>1.062744</c:v>
                </c:pt>
                <c:pt idx="63">
                  <c:v>1.0622854</c:v>
                </c:pt>
                <c:pt idx="64">
                  <c:v>1.0616194</c:v>
                </c:pt>
                <c:pt idx="65">
                  <c:v>1.0606148</c:v>
                </c:pt>
                <c:pt idx="66">
                  <c:v>1.0596422</c:v>
                </c:pt>
                <c:pt idx="67">
                  <c:v>1.0599003</c:v>
                </c:pt>
                <c:pt idx="68">
                  <c:v>1.0592351</c:v>
                </c:pt>
                <c:pt idx="69">
                  <c:v>1.0565687</c:v>
                </c:pt>
                <c:pt idx="70">
                  <c:v>1.0561411</c:v>
                </c:pt>
                <c:pt idx="71">
                  <c:v>1.0556494</c:v>
                </c:pt>
                <c:pt idx="72">
                  <c:v>1.0550711</c:v>
                </c:pt>
                <c:pt idx="73">
                  <c:v>1.0538645</c:v>
                </c:pt>
                <c:pt idx="74">
                  <c:v>1.0530335</c:v>
                </c:pt>
                <c:pt idx="75">
                  <c:v>1.0522794</c:v>
                </c:pt>
                <c:pt idx="76">
                  <c:v>1.0510249</c:v>
                </c:pt>
                <c:pt idx="77">
                  <c:v>1.0498652</c:v>
                </c:pt>
                <c:pt idx="78">
                  <c:v>1.0491328</c:v>
                </c:pt>
                <c:pt idx="79">
                  <c:v>1.0481886</c:v>
                </c:pt>
                <c:pt idx="80">
                  <c:v>1.0462863</c:v>
                </c:pt>
                <c:pt idx="81">
                  <c:v>1.04556</c:v>
                </c:pt>
                <c:pt idx="82">
                  <c:v>1.0430127</c:v>
                </c:pt>
                <c:pt idx="83">
                  <c:v>1.0424484</c:v>
                </c:pt>
                <c:pt idx="84">
                  <c:v>1.0398371</c:v>
                </c:pt>
                <c:pt idx="85">
                  <c:v>1.0391902</c:v>
                </c:pt>
                <c:pt idx="86">
                  <c:v>1.0379239</c:v>
                </c:pt>
                <c:pt idx="87">
                  <c:v>1.0359817</c:v>
                </c:pt>
                <c:pt idx="88">
                  <c:v>1.032231</c:v>
                </c:pt>
                <c:pt idx="89">
                  <c:v>1.0317364</c:v>
                </c:pt>
                <c:pt idx="90">
                  <c:v>1.0292083</c:v>
                </c:pt>
                <c:pt idx="91">
                  <c:v>1.0270782</c:v>
                </c:pt>
                <c:pt idx="92">
                  <c:v>1.0246413</c:v>
                </c:pt>
                <c:pt idx="93">
                  <c:v>1.0203192</c:v>
                </c:pt>
                <c:pt idx="94">
                  <c:v>1.0178481</c:v>
                </c:pt>
                <c:pt idx="95">
                  <c:v>1.0142952</c:v>
                </c:pt>
                <c:pt idx="96">
                  <c:v>1.0108457</c:v>
                </c:pt>
                <c:pt idx="97">
                  <c:v>1.0069547</c:v>
                </c:pt>
                <c:pt idx="98">
                  <c:v>1.0030086</c:v>
                </c:pt>
                <c:pt idx="99">
                  <c:v>0.99901092</c:v>
                </c:pt>
                <c:pt idx="100">
                  <c:v>0.9948861</c:v>
                </c:pt>
                <c:pt idx="101">
                  <c:v>0.98930168</c:v>
                </c:pt>
                <c:pt idx="102">
                  <c:v>0.98536235</c:v>
                </c:pt>
                <c:pt idx="103">
                  <c:v>0.98110968</c:v>
                </c:pt>
                <c:pt idx="104">
                  <c:v>0.97627199</c:v>
                </c:pt>
                <c:pt idx="105">
                  <c:v>0.97162533</c:v>
                </c:pt>
                <c:pt idx="106">
                  <c:v>0.96530682</c:v>
                </c:pt>
                <c:pt idx="107">
                  <c:v>0.95938516</c:v>
                </c:pt>
                <c:pt idx="108">
                  <c:v>0.95354623</c:v>
                </c:pt>
                <c:pt idx="109">
                  <c:v>0.94829881</c:v>
                </c:pt>
                <c:pt idx="110">
                  <c:v>0.94048911</c:v>
                </c:pt>
                <c:pt idx="111">
                  <c:v>0.93477088</c:v>
                </c:pt>
                <c:pt idx="112">
                  <c:v>0.92745966</c:v>
                </c:pt>
                <c:pt idx="113">
                  <c:v>0.92140365</c:v>
                </c:pt>
                <c:pt idx="114">
                  <c:v>0.91460425</c:v>
                </c:pt>
                <c:pt idx="115">
                  <c:v>0.90666443</c:v>
                </c:pt>
                <c:pt idx="116">
                  <c:v>0.89871174</c:v>
                </c:pt>
                <c:pt idx="117">
                  <c:v>0.8898778</c:v>
                </c:pt>
                <c:pt idx="118">
                  <c:v>0.88130057</c:v>
                </c:pt>
              </c:numCache>
            </c:numRef>
          </c:yVal>
        </c:ser>
        <c:ser>
          <c:idx val="23"/>
          <c:order val="23"/>
          <c:tx>
            <c:v>Batch1_cell_028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Data'!$AU$2:$AU$120</c:f>
              <c:numCache>
                <c:formatCode>General</c:formatCode>
                <c:ptCount val="119"/>
                <c:pt idx="0">
                  <c:v>8</c:v>
                </c:pt>
                <c:pt idx="1">
                  <c:v>15</c:v>
                </c:pt>
                <c:pt idx="2">
                  <c:v>23</c:v>
                </c:pt>
                <c:pt idx="3">
                  <c:v>30</c:v>
                </c:pt>
                <c:pt idx="4">
                  <c:v>37</c:v>
                </c:pt>
                <c:pt idx="5">
                  <c:v>44</c:v>
                </c:pt>
                <c:pt idx="6">
                  <c:v>51</c:v>
                </c:pt>
                <c:pt idx="7">
                  <c:v>59</c:v>
                </c:pt>
                <c:pt idx="8">
                  <c:v>66</c:v>
                </c:pt>
                <c:pt idx="9">
                  <c:v>73</c:v>
                </c:pt>
                <c:pt idx="10">
                  <c:v>80</c:v>
                </c:pt>
                <c:pt idx="11">
                  <c:v>88</c:v>
                </c:pt>
                <c:pt idx="12">
                  <c:v>95</c:v>
                </c:pt>
                <c:pt idx="13">
                  <c:v>102</c:v>
                </c:pt>
                <c:pt idx="14">
                  <c:v>109</c:v>
                </c:pt>
                <c:pt idx="15">
                  <c:v>116</c:v>
                </c:pt>
                <c:pt idx="16">
                  <c:v>124</c:v>
                </c:pt>
                <c:pt idx="17">
                  <c:v>131</c:v>
                </c:pt>
                <c:pt idx="18">
                  <c:v>138</c:v>
                </c:pt>
                <c:pt idx="19">
                  <c:v>145</c:v>
                </c:pt>
                <c:pt idx="20">
                  <c:v>152</c:v>
                </c:pt>
                <c:pt idx="21">
                  <c:v>160</c:v>
                </c:pt>
                <c:pt idx="22">
                  <c:v>167</c:v>
                </c:pt>
                <c:pt idx="23">
                  <c:v>174</c:v>
                </c:pt>
                <c:pt idx="24">
                  <c:v>181</c:v>
                </c:pt>
                <c:pt idx="25">
                  <c:v>188</c:v>
                </c:pt>
                <c:pt idx="26">
                  <c:v>196</c:v>
                </c:pt>
                <c:pt idx="27">
                  <c:v>203</c:v>
                </c:pt>
                <c:pt idx="28">
                  <c:v>210</c:v>
                </c:pt>
                <c:pt idx="29">
                  <c:v>217</c:v>
                </c:pt>
                <c:pt idx="30">
                  <c:v>225</c:v>
                </c:pt>
                <c:pt idx="31">
                  <c:v>232</c:v>
                </c:pt>
                <c:pt idx="32">
                  <c:v>239</c:v>
                </c:pt>
                <c:pt idx="33">
                  <c:v>246</c:v>
                </c:pt>
                <c:pt idx="34">
                  <c:v>253</c:v>
                </c:pt>
                <c:pt idx="35">
                  <c:v>261</c:v>
                </c:pt>
                <c:pt idx="36">
                  <c:v>268</c:v>
                </c:pt>
                <c:pt idx="37">
                  <c:v>275</c:v>
                </c:pt>
                <c:pt idx="38">
                  <c:v>282</c:v>
                </c:pt>
                <c:pt idx="39">
                  <c:v>289</c:v>
                </c:pt>
                <c:pt idx="40">
                  <c:v>297</c:v>
                </c:pt>
                <c:pt idx="41">
                  <c:v>304</c:v>
                </c:pt>
                <c:pt idx="42">
                  <c:v>311</c:v>
                </c:pt>
                <c:pt idx="43">
                  <c:v>318</c:v>
                </c:pt>
                <c:pt idx="44">
                  <c:v>325</c:v>
                </c:pt>
                <c:pt idx="45">
                  <c:v>333</c:v>
                </c:pt>
                <c:pt idx="46">
                  <c:v>340</c:v>
                </c:pt>
                <c:pt idx="47">
                  <c:v>347</c:v>
                </c:pt>
                <c:pt idx="48">
                  <c:v>354</c:v>
                </c:pt>
                <c:pt idx="49">
                  <c:v>362</c:v>
                </c:pt>
                <c:pt idx="50">
                  <c:v>369</c:v>
                </c:pt>
                <c:pt idx="51">
                  <c:v>376</c:v>
                </c:pt>
                <c:pt idx="52">
                  <c:v>383</c:v>
                </c:pt>
                <c:pt idx="53">
                  <c:v>390</c:v>
                </c:pt>
                <c:pt idx="54">
                  <c:v>398</c:v>
                </c:pt>
                <c:pt idx="55">
                  <c:v>405</c:v>
                </c:pt>
                <c:pt idx="56">
                  <c:v>412</c:v>
                </c:pt>
                <c:pt idx="57">
                  <c:v>419</c:v>
                </c:pt>
                <c:pt idx="58">
                  <c:v>426</c:v>
                </c:pt>
                <c:pt idx="59">
                  <c:v>434</c:v>
                </c:pt>
                <c:pt idx="60">
                  <c:v>441</c:v>
                </c:pt>
                <c:pt idx="61">
                  <c:v>448</c:v>
                </c:pt>
                <c:pt idx="62">
                  <c:v>455</c:v>
                </c:pt>
                <c:pt idx="63">
                  <c:v>462</c:v>
                </c:pt>
                <c:pt idx="64">
                  <c:v>470</c:v>
                </c:pt>
                <c:pt idx="65">
                  <c:v>477</c:v>
                </c:pt>
                <c:pt idx="66">
                  <c:v>484</c:v>
                </c:pt>
                <c:pt idx="67">
                  <c:v>491</c:v>
                </c:pt>
                <c:pt idx="68">
                  <c:v>498</c:v>
                </c:pt>
                <c:pt idx="69">
                  <c:v>506</c:v>
                </c:pt>
                <c:pt idx="70">
                  <c:v>513</c:v>
                </c:pt>
                <c:pt idx="71">
                  <c:v>520</c:v>
                </c:pt>
                <c:pt idx="72">
                  <c:v>527</c:v>
                </c:pt>
                <c:pt idx="73">
                  <c:v>535</c:v>
                </c:pt>
                <c:pt idx="74">
                  <c:v>542</c:v>
                </c:pt>
                <c:pt idx="75">
                  <c:v>549</c:v>
                </c:pt>
                <c:pt idx="76">
                  <c:v>556</c:v>
                </c:pt>
                <c:pt idx="77">
                  <c:v>563</c:v>
                </c:pt>
                <c:pt idx="78">
                  <c:v>571</c:v>
                </c:pt>
                <c:pt idx="79">
                  <c:v>578</c:v>
                </c:pt>
                <c:pt idx="80">
                  <c:v>585</c:v>
                </c:pt>
                <c:pt idx="81">
                  <c:v>592</c:v>
                </c:pt>
                <c:pt idx="82">
                  <c:v>599</c:v>
                </c:pt>
                <c:pt idx="83">
                  <c:v>607</c:v>
                </c:pt>
                <c:pt idx="84">
                  <c:v>614</c:v>
                </c:pt>
                <c:pt idx="85">
                  <c:v>621</c:v>
                </c:pt>
                <c:pt idx="86">
                  <c:v>628</c:v>
                </c:pt>
                <c:pt idx="87">
                  <c:v>635</c:v>
                </c:pt>
                <c:pt idx="88">
                  <c:v>643</c:v>
                </c:pt>
                <c:pt idx="89">
                  <c:v>650</c:v>
                </c:pt>
                <c:pt idx="90">
                  <c:v>657</c:v>
                </c:pt>
                <c:pt idx="91">
                  <c:v>664</c:v>
                </c:pt>
                <c:pt idx="92">
                  <c:v>672</c:v>
                </c:pt>
                <c:pt idx="93">
                  <c:v>679</c:v>
                </c:pt>
                <c:pt idx="94">
                  <c:v>686</c:v>
                </c:pt>
                <c:pt idx="95">
                  <c:v>693</c:v>
                </c:pt>
                <c:pt idx="96">
                  <c:v>700</c:v>
                </c:pt>
                <c:pt idx="97">
                  <c:v>708</c:v>
                </c:pt>
                <c:pt idx="98">
                  <c:v>715</c:v>
                </c:pt>
                <c:pt idx="99">
                  <c:v>722</c:v>
                </c:pt>
                <c:pt idx="100">
                  <c:v>729</c:v>
                </c:pt>
                <c:pt idx="101">
                  <c:v>736</c:v>
                </c:pt>
                <c:pt idx="102">
                  <c:v>744</c:v>
                </c:pt>
                <c:pt idx="103">
                  <c:v>751</c:v>
                </c:pt>
                <c:pt idx="104">
                  <c:v>758</c:v>
                </c:pt>
                <c:pt idx="105">
                  <c:v>765</c:v>
                </c:pt>
                <c:pt idx="106">
                  <c:v>772</c:v>
                </c:pt>
                <c:pt idx="107">
                  <c:v>780</c:v>
                </c:pt>
                <c:pt idx="108">
                  <c:v>787</c:v>
                </c:pt>
                <c:pt idx="109">
                  <c:v>794</c:v>
                </c:pt>
                <c:pt idx="110">
                  <c:v>801</c:v>
                </c:pt>
                <c:pt idx="111">
                  <c:v>809</c:v>
                </c:pt>
                <c:pt idx="112">
                  <c:v>816</c:v>
                </c:pt>
                <c:pt idx="113">
                  <c:v>823</c:v>
                </c:pt>
                <c:pt idx="114">
                  <c:v>830</c:v>
                </c:pt>
                <c:pt idx="115">
                  <c:v>837</c:v>
                </c:pt>
                <c:pt idx="116">
                  <c:v>845</c:v>
                </c:pt>
                <c:pt idx="117">
                  <c:v>852</c:v>
                </c:pt>
                <c:pt idx="118">
                  <c:v>859</c:v>
                </c:pt>
              </c:numCache>
            </c:numRef>
          </c:xVal>
          <c:yVal>
            <c:numRef>
              <c:f>'Chart Data'!$AV$2:$AV$120</c:f>
              <c:numCache>
                <c:formatCode>General</c:formatCode>
                <c:ptCount val="119"/>
                <c:pt idx="0">
                  <c:v>1.0807317</c:v>
                </c:pt>
                <c:pt idx="1">
                  <c:v>1.0809973</c:v>
                </c:pt>
                <c:pt idx="2">
                  <c:v>1.0811744</c:v>
                </c:pt>
                <c:pt idx="3">
                  <c:v>1.0811901</c:v>
                </c:pt>
                <c:pt idx="4">
                  <c:v>1.0811166</c:v>
                </c:pt>
                <c:pt idx="5">
                  <c:v>1.0810108</c:v>
                </c:pt>
                <c:pt idx="6">
                  <c:v>1.0812129</c:v>
                </c:pt>
                <c:pt idx="7">
                  <c:v>1.0808771</c:v>
                </c:pt>
                <c:pt idx="8">
                  <c:v>1.0807914</c:v>
                </c:pt>
                <c:pt idx="9">
                  <c:v>1.0805414</c:v>
                </c:pt>
                <c:pt idx="10">
                  <c:v>1.0803918</c:v>
                </c:pt>
                <c:pt idx="11">
                  <c:v>1.0800555</c:v>
                </c:pt>
                <c:pt idx="12">
                  <c:v>1.0798992</c:v>
                </c:pt>
                <c:pt idx="13">
                  <c:v>1.0796014</c:v>
                </c:pt>
                <c:pt idx="14">
                  <c:v>1.0793765</c:v>
                </c:pt>
                <c:pt idx="15">
                  <c:v>1.0791588</c:v>
                </c:pt>
                <c:pt idx="16">
                  <c:v>1.0790261</c:v>
                </c:pt>
                <c:pt idx="17">
                  <c:v>1.0787013</c:v>
                </c:pt>
                <c:pt idx="18">
                  <c:v>1.0783664</c:v>
                </c:pt>
                <c:pt idx="19">
                  <c:v>1.0768826</c:v>
                </c:pt>
                <c:pt idx="20">
                  <c:v>1.0778903</c:v>
                </c:pt>
                <c:pt idx="21">
                  <c:v>1.0775348</c:v>
                </c:pt>
                <c:pt idx="22">
                  <c:v>1.0775005</c:v>
                </c:pt>
                <c:pt idx="23">
                  <c:v>1.077379</c:v>
                </c:pt>
                <c:pt idx="24">
                  <c:v>1.0767248</c:v>
                </c:pt>
                <c:pt idx="25">
                  <c:v>1.0763036</c:v>
                </c:pt>
                <c:pt idx="26">
                  <c:v>1.0760905</c:v>
                </c:pt>
                <c:pt idx="27">
                  <c:v>1.0763423</c:v>
                </c:pt>
                <c:pt idx="28">
                  <c:v>1.0753096</c:v>
                </c:pt>
                <c:pt idx="29">
                  <c:v>1.0750481</c:v>
                </c:pt>
                <c:pt idx="30">
                  <c:v>1.0746478</c:v>
                </c:pt>
                <c:pt idx="31">
                  <c:v>1.0747161</c:v>
                </c:pt>
                <c:pt idx="32">
                  <c:v>1.0739655</c:v>
                </c:pt>
                <c:pt idx="33">
                  <c:v>1.0736538</c:v>
                </c:pt>
                <c:pt idx="34">
                  <c:v>1.0732031</c:v>
                </c:pt>
                <c:pt idx="35">
                  <c:v>1.0732421</c:v>
                </c:pt>
                <c:pt idx="36">
                  <c:v>1.0724108</c:v>
                </c:pt>
                <c:pt idx="37">
                  <c:v>1.0720789</c:v>
                </c:pt>
                <c:pt idx="38">
                  <c:v>1.0716518</c:v>
                </c:pt>
                <c:pt idx="39">
                  <c:v>1.0718131</c:v>
                </c:pt>
                <c:pt idx="40">
                  <c:v>1.0695348</c:v>
                </c:pt>
                <c:pt idx="41">
                  <c:v>1.0703516</c:v>
                </c:pt>
                <c:pt idx="42">
                  <c:v>1.0700051</c:v>
                </c:pt>
                <c:pt idx="43">
                  <c:v>1.0695387</c:v>
                </c:pt>
                <c:pt idx="44">
                  <c:v>1.0690721</c:v>
                </c:pt>
                <c:pt idx="45">
                  <c:v>1.0696117</c:v>
                </c:pt>
                <c:pt idx="46">
                  <c:v>1.0691614</c:v>
                </c:pt>
                <c:pt idx="47">
                  <c:v>1.0690087</c:v>
                </c:pt>
                <c:pt idx="48">
                  <c:v>1.0673999</c:v>
                </c:pt>
                <c:pt idx="49">
                  <c:v>1.0671532</c:v>
                </c:pt>
                <c:pt idx="50">
                  <c:v>1.0669452</c:v>
                </c:pt>
                <c:pt idx="51">
                  <c:v>1.0669361</c:v>
                </c:pt>
                <c:pt idx="52">
                  <c:v>1.0657647</c:v>
                </c:pt>
                <c:pt idx="53">
                  <c:v>1.0655442</c:v>
                </c:pt>
                <c:pt idx="54">
                  <c:v>1.0652581</c:v>
                </c:pt>
                <c:pt idx="55">
                  <c:v>1.0641937</c:v>
                </c:pt>
                <c:pt idx="56">
                  <c:v>1.0639384</c:v>
                </c:pt>
                <c:pt idx="57">
                  <c:v>1.0629238</c:v>
                </c:pt>
                <c:pt idx="58">
                  <c:v>1.0624425</c:v>
                </c:pt>
                <c:pt idx="59">
                  <c:v>1.0616215</c:v>
                </c:pt>
                <c:pt idx="60">
                  <c:v>1.0605114</c:v>
                </c:pt>
                <c:pt idx="61">
                  <c:v>1.0604511</c:v>
                </c:pt>
                <c:pt idx="62">
                  <c:v>1.0601315</c:v>
                </c:pt>
                <c:pt idx="63">
                  <c:v>1.0591919</c:v>
                </c:pt>
                <c:pt idx="64">
                  <c:v>1.0582197</c:v>
                </c:pt>
                <c:pt idx="65">
                  <c:v>1.0578593</c:v>
                </c:pt>
                <c:pt idx="66">
                  <c:v>1.0573239</c:v>
                </c:pt>
                <c:pt idx="67">
                  <c:v>1.0570105</c:v>
                </c:pt>
                <c:pt idx="68">
                  <c:v>1.0548722</c:v>
                </c:pt>
                <c:pt idx="69">
                  <c:v>1.0539111</c:v>
                </c:pt>
                <c:pt idx="70">
                  <c:v>1.0528901</c:v>
                </c:pt>
                <c:pt idx="71">
                  <c:v>1.0521969</c:v>
                </c:pt>
                <c:pt idx="72">
                  <c:v>1.0514346</c:v>
                </c:pt>
                <c:pt idx="73">
                  <c:v>1.0503019</c:v>
                </c:pt>
                <c:pt idx="74">
                  <c:v>1.04952</c:v>
                </c:pt>
                <c:pt idx="75">
                  <c:v>1.048527</c:v>
                </c:pt>
                <c:pt idx="76">
                  <c:v>1.0469021</c:v>
                </c:pt>
                <c:pt idx="77">
                  <c:v>1.0462587</c:v>
                </c:pt>
                <c:pt idx="78">
                  <c:v>1.0450587</c:v>
                </c:pt>
                <c:pt idx="79">
                  <c:v>1.0441623</c:v>
                </c:pt>
                <c:pt idx="80">
                  <c:v>1.0422884</c:v>
                </c:pt>
                <c:pt idx="81">
                  <c:v>1.0406507</c:v>
                </c:pt>
                <c:pt idx="82">
                  <c:v>1.0389862</c:v>
                </c:pt>
                <c:pt idx="83">
                  <c:v>1.0374711</c:v>
                </c:pt>
                <c:pt idx="84">
                  <c:v>1.0357473</c:v>
                </c:pt>
                <c:pt idx="85">
                  <c:v>1.0346779</c:v>
                </c:pt>
                <c:pt idx="86">
                  <c:v>1.0319178</c:v>
                </c:pt>
                <c:pt idx="87">
                  <c:v>1.0308579</c:v>
                </c:pt>
                <c:pt idx="88">
                  <c:v>1.0280253</c:v>
                </c:pt>
                <c:pt idx="89">
                  <c:v>1.0254803</c:v>
                </c:pt>
                <c:pt idx="90">
                  <c:v>1.0228492</c:v>
                </c:pt>
                <c:pt idx="91">
                  <c:v>1.0200411</c:v>
                </c:pt>
                <c:pt idx="92">
                  <c:v>1.0157865</c:v>
                </c:pt>
                <c:pt idx="93">
                  <c:v>1.0119594</c:v>
                </c:pt>
                <c:pt idx="94">
                  <c:v>1.0080309</c:v>
                </c:pt>
                <c:pt idx="95">
                  <c:v>1.0042827</c:v>
                </c:pt>
                <c:pt idx="96">
                  <c:v>0.99949193</c:v>
                </c:pt>
                <c:pt idx="97">
                  <c:v>0.99439073</c:v>
                </c:pt>
                <c:pt idx="98">
                  <c:v>0.98953497</c:v>
                </c:pt>
                <c:pt idx="99">
                  <c:v>0.98467308</c:v>
                </c:pt>
                <c:pt idx="100">
                  <c:v>0.97962481</c:v>
                </c:pt>
                <c:pt idx="101">
                  <c:v>0.97471553</c:v>
                </c:pt>
                <c:pt idx="102">
                  <c:v>0.96925735</c:v>
                </c:pt>
                <c:pt idx="103">
                  <c:v>0.96404934</c:v>
                </c:pt>
                <c:pt idx="104">
                  <c:v>0.9601627</c:v>
                </c:pt>
                <c:pt idx="105">
                  <c:v>0.95413357</c:v>
                </c:pt>
                <c:pt idx="106">
                  <c:v>0.94905651</c:v>
                </c:pt>
                <c:pt idx="107">
                  <c:v>0.94365251</c:v>
                </c:pt>
                <c:pt idx="108">
                  <c:v>0.939089</c:v>
                </c:pt>
                <c:pt idx="109">
                  <c:v>0.93351257</c:v>
                </c:pt>
                <c:pt idx="110">
                  <c:v>0.9282257</c:v>
                </c:pt>
                <c:pt idx="111">
                  <c:v>0.92227471</c:v>
                </c:pt>
                <c:pt idx="112">
                  <c:v>0.91674572</c:v>
                </c:pt>
                <c:pt idx="113">
                  <c:v>0.91138059</c:v>
                </c:pt>
                <c:pt idx="114">
                  <c:v>0.90574992</c:v>
                </c:pt>
                <c:pt idx="115">
                  <c:v>0.89994085</c:v>
                </c:pt>
                <c:pt idx="116">
                  <c:v>0.89300537</c:v>
                </c:pt>
                <c:pt idx="117">
                  <c:v>0.88680327</c:v>
                </c:pt>
                <c:pt idx="118">
                  <c:v>0.88058227</c:v>
                </c:pt>
              </c:numCache>
            </c:numRef>
          </c:yVal>
        </c:ser>
        <c:ser>
          <c:idx val="24"/>
          <c:order val="24"/>
          <c:tx>
            <c:v>Batch1_cell_029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Data'!$AW$2:$AW$120</c:f>
              <c:numCache>
                <c:formatCode>General</c:formatCode>
                <c:ptCount val="119"/>
                <c:pt idx="0">
                  <c:v>9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39</c:v>
                </c:pt>
                <c:pt idx="5">
                  <c:v>47</c:v>
                </c:pt>
                <c:pt idx="6">
                  <c:v>55</c:v>
                </c:pt>
                <c:pt idx="7">
                  <c:v>63</c:v>
                </c:pt>
                <c:pt idx="8">
                  <c:v>70</c:v>
                </c:pt>
                <c:pt idx="9">
                  <c:v>78</c:v>
                </c:pt>
                <c:pt idx="10">
                  <c:v>86</c:v>
                </c:pt>
                <c:pt idx="11">
                  <c:v>93</c:v>
                </c:pt>
                <c:pt idx="12">
                  <c:v>101</c:v>
                </c:pt>
                <c:pt idx="13">
                  <c:v>109</c:v>
                </c:pt>
                <c:pt idx="14">
                  <c:v>116</c:v>
                </c:pt>
                <c:pt idx="15">
                  <c:v>124</c:v>
                </c:pt>
                <c:pt idx="16">
                  <c:v>132</c:v>
                </c:pt>
                <c:pt idx="17">
                  <c:v>139</c:v>
                </c:pt>
                <c:pt idx="18">
                  <c:v>147</c:v>
                </c:pt>
                <c:pt idx="19">
                  <c:v>155</c:v>
                </c:pt>
                <c:pt idx="20">
                  <c:v>162</c:v>
                </c:pt>
                <c:pt idx="21">
                  <c:v>170</c:v>
                </c:pt>
                <c:pt idx="22">
                  <c:v>178</c:v>
                </c:pt>
                <c:pt idx="23">
                  <c:v>186</c:v>
                </c:pt>
                <c:pt idx="24">
                  <c:v>193</c:v>
                </c:pt>
                <c:pt idx="25">
                  <c:v>201</c:v>
                </c:pt>
                <c:pt idx="26">
                  <c:v>209</c:v>
                </c:pt>
                <c:pt idx="27">
                  <c:v>216</c:v>
                </c:pt>
                <c:pt idx="28">
                  <c:v>224</c:v>
                </c:pt>
                <c:pt idx="29">
                  <c:v>232</c:v>
                </c:pt>
                <c:pt idx="30">
                  <c:v>239</c:v>
                </c:pt>
                <c:pt idx="31">
                  <c:v>247</c:v>
                </c:pt>
                <c:pt idx="32">
                  <c:v>255</c:v>
                </c:pt>
                <c:pt idx="33">
                  <c:v>262</c:v>
                </c:pt>
                <c:pt idx="34">
                  <c:v>270</c:v>
                </c:pt>
                <c:pt idx="35">
                  <c:v>278</c:v>
                </c:pt>
                <c:pt idx="36">
                  <c:v>285</c:v>
                </c:pt>
                <c:pt idx="37">
                  <c:v>293</c:v>
                </c:pt>
                <c:pt idx="38">
                  <c:v>301</c:v>
                </c:pt>
                <c:pt idx="39">
                  <c:v>309</c:v>
                </c:pt>
                <c:pt idx="40">
                  <c:v>316</c:v>
                </c:pt>
                <c:pt idx="41">
                  <c:v>324</c:v>
                </c:pt>
                <c:pt idx="42">
                  <c:v>332</c:v>
                </c:pt>
                <c:pt idx="43">
                  <c:v>339</c:v>
                </c:pt>
                <c:pt idx="44">
                  <c:v>347</c:v>
                </c:pt>
                <c:pt idx="45">
                  <c:v>355</c:v>
                </c:pt>
                <c:pt idx="46">
                  <c:v>362</c:v>
                </c:pt>
                <c:pt idx="47">
                  <c:v>370</c:v>
                </c:pt>
                <c:pt idx="48">
                  <c:v>378</c:v>
                </c:pt>
                <c:pt idx="49">
                  <c:v>385</c:v>
                </c:pt>
                <c:pt idx="50">
                  <c:v>393</c:v>
                </c:pt>
                <c:pt idx="51">
                  <c:v>401</c:v>
                </c:pt>
                <c:pt idx="52">
                  <c:v>409</c:v>
                </c:pt>
                <c:pt idx="53">
                  <c:v>416</c:v>
                </c:pt>
                <c:pt idx="54">
                  <c:v>424</c:v>
                </c:pt>
                <c:pt idx="55">
                  <c:v>432</c:v>
                </c:pt>
                <c:pt idx="56">
                  <c:v>439</c:v>
                </c:pt>
                <c:pt idx="57">
                  <c:v>447</c:v>
                </c:pt>
                <c:pt idx="58">
                  <c:v>455</c:v>
                </c:pt>
                <c:pt idx="59">
                  <c:v>462</c:v>
                </c:pt>
                <c:pt idx="60">
                  <c:v>470</c:v>
                </c:pt>
                <c:pt idx="61">
                  <c:v>478</c:v>
                </c:pt>
                <c:pt idx="62">
                  <c:v>485</c:v>
                </c:pt>
                <c:pt idx="63">
                  <c:v>493</c:v>
                </c:pt>
                <c:pt idx="64">
                  <c:v>501</c:v>
                </c:pt>
                <c:pt idx="65">
                  <c:v>508</c:v>
                </c:pt>
                <c:pt idx="66">
                  <c:v>516</c:v>
                </c:pt>
                <c:pt idx="67">
                  <c:v>524</c:v>
                </c:pt>
                <c:pt idx="68">
                  <c:v>532</c:v>
                </c:pt>
                <c:pt idx="69">
                  <c:v>539</c:v>
                </c:pt>
                <c:pt idx="70">
                  <c:v>547</c:v>
                </c:pt>
                <c:pt idx="71">
                  <c:v>555</c:v>
                </c:pt>
                <c:pt idx="72">
                  <c:v>562</c:v>
                </c:pt>
                <c:pt idx="73">
                  <c:v>570</c:v>
                </c:pt>
                <c:pt idx="74">
                  <c:v>578</c:v>
                </c:pt>
                <c:pt idx="75">
                  <c:v>585</c:v>
                </c:pt>
                <c:pt idx="76">
                  <c:v>593</c:v>
                </c:pt>
                <c:pt idx="77">
                  <c:v>601</c:v>
                </c:pt>
                <c:pt idx="78">
                  <c:v>608</c:v>
                </c:pt>
                <c:pt idx="79">
                  <c:v>616</c:v>
                </c:pt>
                <c:pt idx="80">
                  <c:v>624</c:v>
                </c:pt>
                <c:pt idx="81">
                  <c:v>632</c:v>
                </c:pt>
                <c:pt idx="82">
                  <c:v>639</c:v>
                </c:pt>
                <c:pt idx="83">
                  <c:v>647</c:v>
                </c:pt>
                <c:pt idx="84">
                  <c:v>655</c:v>
                </c:pt>
                <c:pt idx="85">
                  <c:v>662</c:v>
                </c:pt>
                <c:pt idx="86">
                  <c:v>670</c:v>
                </c:pt>
                <c:pt idx="87">
                  <c:v>678</c:v>
                </c:pt>
                <c:pt idx="88">
                  <c:v>685</c:v>
                </c:pt>
                <c:pt idx="89">
                  <c:v>693</c:v>
                </c:pt>
                <c:pt idx="90">
                  <c:v>701</c:v>
                </c:pt>
                <c:pt idx="91">
                  <c:v>708</c:v>
                </c:pt>
                <c:pt idx="92">
                  <c:v>716</c:v>
                </c:pt>
                <c:pt idx="93">
                  <c:v>724</c:v>
                </c:pt>
                <c:pt idx="94">
                  <c:v>731</c:v>
                </c:pt>
                <c:pt idx="95">
                  <c:v>739</c:v>
                </c:pt>
                <c:pt idx="96">
                  <c:v>747</c:v>
                </c:pt>
                <c:pt idx="97">
                  <c:v>755</c:v>
                </c:pt>
                <c:pt idx="98">
                  <c:v>762</c:v>
                </c:pt>
                <c:pt idx="99">
                  <c:v>770</c:v>
                </c:pt>
                <c:pt idx="100">
                  <c:v>778</c:v>
                </c:pt>
                <c:pt idx="101">
                  <c:v>785</c:v>
                </c:pt>
                <c:pt idx="102">
                  <c:v>793</c:v>
                </c:pt>
                <c:pt idx="103">
                  <c:v>801</c:v>
                </c:pt>
                <c:pt idx="104">
                  <c:v>808</c:v>
                </c:pt>
                <c:pt idx="105">
                  <c:v>816</c:v>
                </c:pt>
                <c:pt idx="106">
                  <c:v>824</c:v>
                </c:pt>
                <c:pt idx="107">
                  <c:v>831</c:v>
                </c:pt>
                <c:pt idx="108">
                  <c:v>839</c:v>
                </c:pt>
                <c:pt idx="109">
                  <c:v>847</c:v>
                </c:pt>
                <c:pt idx="110">
                  <c:v>854</c:v>
                </c:pt>
                <c:pt idx="111">
                  <c:v>862</c:v>
                </c:pt>
                <c:pt idx="112">
                  <c:v>870</c:v>
                </c:pt>
                <c:pt idx="113">
                  <c:v>878</c:v>
                </c:pt>
                <c:pt idx="114">
                  <c:v>885</c:v>
                </c:pt>
                <c:pt idx="115">
                  <c:v>893</c:v>
                </c:pt>
                <c:pt idx="116">
                  <c:v>901</c:v>
                </c:pt>
                <c:pt idx="117">
                  <c:v>908</c:v>
                </c:pt>
                <c:pt idx="118">
                  <c:v>916</c:v>
                </c:pt>
              </c:numCache>
            </c:numRef>
          </c:xVal>
          <c:yVal>
            <c:numRef>
              <c:f>'Chart Data'!$AX$2:$AX$120</c:f>
              <c:numCache>
                <c:formatCode>General</c:formatCode>
                <c:ptCount val="119"/>
                <c:pt idx="0">
                  <c:v>1.0826534</c:v>
                </c:pt>
                <c:pt idx="1">
                  <c:v>1.0831062</c:v>
                </c:pt>
                <c:pt idx="2">
                  <c:v>1.0832921</c:v>
                </c:pt>
                <c:pt idx="3">
                  <c:v>1.0832484</c:v>
                </c:pt>
                <c:pt idx="4">
                  <c:v>1.083308</c:v>
                </c:pt>
                <c:pt idx="5">
                  <c:v>1.0831146</c:v>
                </c:pt>
                <c:pt idx="6">
                  <c:v>1.0838029</c:v>
                </c:pt>
                <c:pt idx="7">
                  <c:v>1.0829027</c:v>
                </c:pt>
                <c:pt idx="8">
                  <c:v>1.0827907</c:v>
                </c:pt>
                <c:pt idx="9">
                  <c:v>1.0825341</c:v>
                </c:pt>
                <c:pt idx="10">
                  <c:v>1.0822827</c:v>
                </c:pt>
                <c:pt idx="11">
                  <c:v>1.0821068</c:v>
                </c:pt>
                <c:pt idx="12">
                  <c:v>1.0818329</c:v>
                </c:pt>
                <c:pt idx="13">
                  <c:v>1.0814419</c:v>
                </c:pt>
                <c:pt idx="14">
                  <c:v>1.0811721</c:v>
                </c:pt>
                <c:pt idx="15">
                  <c:v>1.0809342</c:v>
                </c:pt>
                <c:pt idx="16">
                  <c:v>1.080526</c:v>
                </c:pt>
                <c:pt idx="17">
                  <c:v>1.0801655</c:v>
                </c:pt>
                <c:pt idx="18">
                  <c:v>1.0797907</c:v>
                </c:pt>
                <c:pt idx="19">
                  <c:v>1.0794709</c:v>
                </c:pt>
                <c:pt idx="20">
                  <c:v>1.0790942</c:v>
                </c:pt>
                <c:pt idx="21">
                  <c:v>1.0787718</c:v>
                </c:pt>
                <c:pt idx="22">
                  <c:v>1.0787181</c:v>
                </c:pt>
                <c:pt idx="23">
                  <c:v>1.0780445</c:v>
                </c:pt>
                <c:pt idx="24">
                  <c:v>1.0779788</c:v>
                </c:pt>
                <c:pt idx="25">
                  <c:v>1.0777732</c:v>
                </c:pt>
                <c:pt idx="26">
                  <c:v>1.0771438</c:v>
                </c:pt>
                <c:pt idx="27">
                  <c:v>1.0766442</c:v>
                </c:pt>
                <c:pt idx="28">
                  <c:v>1.0765398</c:v>
                </c:pt>
                <c:pt idx="29">
                  <c:v>1.0758929</c:v>
                </c:pt>
                <c:pt idx="30">
                  <c:v>1.0755227</c:v>
                </c:pt>
                <c:pt idx="31">
                  <c:v>1.0750736</c:v>
                </c:pt>
                <c:pt idx="32">
                  <c:v>1.0746125</c:v>
                </c:pt>
                <c:pt idx="33">
                  <c:v>1.0746707</c:v>
                </c:pt>
                <c:pt idx="34">
                  <c:v>1.0737499</c:v>
                </c:pt>
                <c:pt idx="35">
                  <c:v>1.0735749</c:v>
                </c:pt>
                <c:pt idx="36">
                  <c:v>1.0731264</c:v>
                </c:pt>
                <c:pt idx="37">
                  <c:v>1.0728203</c:v>
                </c:pt>
                <c:pt idx="38">
                  <c:v>1.0718002</c:v>
                </c:pt>
                <c:pt idx="39">
                  <c:v>1.0715194</c:v>
                </c:pt>
                <c:pt idx="40">
                  <c:v>1.0713865</c:v>
                </c:pt>
                <c:pt idx="41">
                  <c:v>1.070245</c:v>
                </c:pt>
                <c:pt idx="42">
                  <c:v>1.0703011</c:v>
                </c:pt>
                <c:pt idx="43">
                  <c:v>1.0708468</c:v>
                </c:pt>
                <c:pt idx="44">
                  <c:v>1.0710003</c:v>
                </c:pt>
                <c:pt idx="45">
                  <c:v>1.0690892</c:v>
                </c:pt>
                <c:pt idx="46">
                  <c:v>1.0690643</c:v>
                </c:pt>
                <c:pt idx="47">
                  <c:v>1.0684427</c:v>
                </c:pt>
                <c:pt idx="48">
                  <c:v>1.0683912</c:v>
                </c:pt>
                <c:pt idx="49">
                  <c:v>1.0675124</c:v>
                </c:pt>
                <c:pt idx="50">
                  <c:v>1.0670024</c:v>
                </c:pt>
                <c:pt idx="51">
                  <c:v>1.066404</c:v>
                </c:pt>
                <c:pt idx="52">
                  <c:v>1.0658106</c:v>
                </c:pt>
                <c:pt idx="53">
                  <c:v>1.0652903</c:v>
                </c:pt>
                <c:pt idx="54">
                  <c:v>1.0638626</c:v>
                </c:pt>
                <c:pt idx="55">
                  <c:v>1.0643358</c:v>
                </c:pt>
                <c:pt idx="56">
                  <c:v>1.0632533</c:v>
                </c:pt>
                <c:pt idx="57">
                  <c:v>1.0626341</c:v>
                </c:pt>
                <c:pt idx="58">
                  <c:v>1.0616426</c:v>
                </c:pt>
                <c:pt idx="59">
                  <c:v>1.062089</c:v>
                </c:pt>
                <c:pt idx="60">
                  <c:v>1.060907</c:v>
                </c:pt>
                <c:pt idx="61">
                  <c:v>1.0599293</c:v>
                </c:pt>
                <c:pt idx="62">
                  <c:v>1.0594817</c:v>
                </c:pt>
                <c:pt idx="63">
                  <c:v>1.0596563</c:v>
                </c:pt>
                <c:pt idx="64">
                  <c:v>1.0577466</c:v>
                </c:pt>
                <c:pt idx="65">
                  <c:v>1.055895</c:v>
                </c:pt>
                <c:pt idx="66">
                  <c:v>1.0555542</c:v>
                </c:pt>
                <c:pt idx="67">
                  <c:v>1.054932</c:v>
                </c:pt>
                <c:pt idx="68">
                  <c:v>1.0536106</c:v>
                </c:pt>
                <c:pt idx="69">
                  <c:v>1.0533857</c:v>
                </c:pt>
                <c:pt idx="70">
                  <c:v>1.0527892</c:v>
                </c:pt>
                <c:pt idx="71">
                  <c:v>1.0512716</c:v>
                </c:pt>
                <c:pt idx="72">
                  <c:v>1.0503761</c:v>
                </c:pt>
                <c:pt idx="73">
                  <c:v>1.0497886</c:v>
                </c:pt>
                <c:pt idx="74">
                  <c:v>1.0495766</c:v>
                </c:pt>
                <c:pt idx="75">
                  <c:v>1.0481898</c:v>
                </c:pt>
                <c:pt idx="76">
                  <c:v>1.0464574</c:v>
                </c:pt>
                <c:pt idx="77">
                  <c:v>1.0453124</c:v>
                </c:pt>
                <c:pt idx="78">
                  <c:v>1.0449874</c:v>
                </c:pt>
                <c:pt idx="79">
                  <c:v>1.0429269</c:v>
                </c:pt>
                <c:pt idx="80">
                  <c:v>1.0412195</c:v>
                </c:pt>
                <c:pt idx="81">
                  <c:v>1.0407439</c:v>
                </c:pt>
                <c:pt idx="82">
                  <c:v>1.0389284</c:v>
                </c:pt>
                <c:pt idx="83">
                  <c:v>1.0373842</c:v>
                </c:pt>
                <c:pt idx="84">
                  <c:v>1.0354794</c:v>
                </c:pt>
                <c:pt idx="85">
                  <c:v>1.033699</c:v>
                </c:pt>
                <c:pt idx="86">
                  <c:v>1.0320902</c:v>
                </c:pt>
                <c:pt idx="87">
                  <c:v>1.029934</c:v>
                </c:pt>
                <c:pt idx="88">
                  <c:v>1.0284218</c:v>
                </c:pt>
                <c:pt idx="89">
                  <c:v>1.0257649</c:v>
                </c:pt>
                <c:pt idx="90">
                  <c:v>1.0228217</c:v>
                </c:pt>
                <c:pt idx="91">
                  <c:v>1.020224</c:v>
                </c:pt>
                <c:pt idx="92">
                  <c:v>1.0164765</c:v>
                </c:pt>
                <c:pt idx="93">
                  <c:v>1.0126814</c:v>
                </c:pt>
                <c:pt idx="94">
                  <c:v>1.0096844</c:v>
                </c:pt>
                <c:pt idx="95">
                  <c:v>1.0059004</c:v>
                </c:pt>
                <c:pt idx="96">
                  <c:v>1.0024021</c:v>
                </c:pt>
                <c:pt idx="97">
                  <c:v>0.99831676</c:v>
                </c:pt>
                <c:pt idx="98">
                  <c:v>0.99485064</c:v>
                </c:pt>
                <c:pt idx="99">
                  <c:v>0.98927253</c:v>
                </c:pt>
                <c:pt idx="100">
                  <c:v>0.98415709</c:v>
                </c:pt>
                <c:pt idx="101">
                  <c:v>0.98029649</c:v>
                </c:pt>
                <c:pt idx="102">
                  <c:v>0.9751687</c:v>
                </c:pt>
                <c:pt idx="103">
                  <c:v>0.96915686</c:v>
                </c:pt>
                <c:pt idx="104">
                  <c:v>0.96443588</c:v>
                </c:pt>
                <c:pt idx="105">
                  <c:v>0.95784944</c:v>
                </c:pt>
                <c:pt idx="106">
                  <c:v>0.95382446</c:v>
                </c:pt>
                <c:pt idx="107">
                  <c:v>0.94874406</c:v>
                </c:pt>
                <c:pt idx="108">
                  <c:v>0.94284111</c:v>
                </c:pt>
                <c:pt idx="109">
                  <c:v>0.93684524</c:v>
                </c:pt>
                <c:pt idx="110">
                  <c:v>0.9326036</c:v>
                </c:pt>
                <c:pt idx="111">
                  <c:v>0.9262827</c:v>
                </c:pt>
                <c:pt idx="112">
                  <c:v>0.91971183</c:v>
                </c:pt>
                <c:pt idx="113">
                  <c:v>0.91295171</c:v>
                </c:pt>
                <c:pt idx="114">
                  <c:v>0.90801114</c:v>
                </c:pt>
                <c:pt idx="115">
                  <c:v>0.90103787</c:v>
                </c:pt>
                <c:pt idx="116">
                  <c:v>0.89407313</c:v>
                </c:pt>
                <c:pt idx="117">
                  <c:v>0.88783431</c:v>
                </c:pt>
                <c:pt idx="118">
                  <c:v>0.88035375</c:v>
                </c:pt>
              </c:numCache>
            </c:numRef>
          </c:yVal>
        </c:ser>
        <c:ser>
          <c:idx val="25"/>
          <c:order val="25"/>
          <c:tx>
            <c:v>Batch1_cell_030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25</c:v>
                </c:pt>
                <c:pt idx="4">
                  <c:v>31</c:v>
                </c:pt>
                <c:pt idx="5">
                  <c:v>37</c:v>
                </c:pt>
                <c:pt idx="6">
                  <c:v>43</c:v>
                </c:pt>
                <c:pt idx="7">
                  <c:v>49</c:v>
                </c:pt>
                <c:pt idx="8">
                  <c:v>54</c:v>
                </c:pt>
                <c:pt idx="9">
                  <c:v>60</c:v>
                </c:pt>
                <c:pt idx="10">
                  <c:v>66</c:v>
                </c:pt>
                <c:pt idx="11">
                  <c:v>72</c:v>
                </c:pt>
                <c:pt idx="12">
                  <c:v>78</c:v>
                </c:pt>
                <c:pt idx="13">
                  <c:v>84</c:v>
                </c:pt>
                <c:pt idx="14">
                  <c:v>90</c:v>
                </c:pt>
                <c:pt idx="15">
                  <c:v>96</c:v>
                </c:pt>
                <c:pt idx="16">
                  <c:v>102</c:v>
                </c:pt>
                <c:pt idx="17">
                  <c:v>108</c:v>
                </c:pt>
                <c:pt idx="18">
                  <c:v>114</c:v>
                </c:pt>
                <c:pt idx="19">
                  <c:v>120</c:v>
                </c:pt>
                <c:pt idx="20">
                  <c:v>126</c:v>
                </c:pt>
                <c:pt idx="21">
                  <c:v>132</c:v>
                </c:pt>
                <c:pt idx="22">
                  <c:v>138</c:v>
                </c:pt>
                <c:pt idx="23">
                  <c:v>144</c:v>
                </c:pt>
                <c:pt idx="24">
                  <c:v>150</c:v>
                </c:pt>
                <c:pt idx="25">
                  <c:v>155</c:v>
                </c:pt>
                <c:pt idx="26">
                  <c:v>161</c:v>
                </c:pt>
                <c:pt idx="27">
                  <c:v>167</c:v>
                </c:pt>
                <c:pt idx="28">
                  <c:v>173</c:v>
                </c:pt>
                <c:pt idx="29">
                  <c:v>179</c:v>
                </c:pt>
                <c:pt idx="30">
                  <c:v>185</c:v>
                </c:pt>
                <c:pt idx="31">
                  <c:v>191</c:v>
                </c:pt>
                <c:pt idx="32">
                  <c:v>197</c:v>
                </c:pt>
                <c:pt idx="33">
                  <c:v>203</c:v>
                </c:pt>
                <c:pt idx="34">
                  <c:v>209</c:v>
                </c:pt>
                <c:pt idx="35">
                  <c:v>215</c:v>
                </c:pt>
                <c:pt idx="36">
                  <c:v>221</c:v>
                </c:pt>
                <c:pt idx="37">
                  <c:v>227</c:v>
                </c:pt>
                <c:pt idx="38">
                  <c:v>233</c:v>
                </c:pt>
                <c:pt idx="39">
                  <c:v>239</c:v>
                </c:pt>
                <c:pt idx="40">
                  <c:v>245</c:v>
                </c:pt>
                <c:pt idx="41">
                  <c:v>251</c:v>
                </c:pt>
                <c:pt idx="42">
                  <c:v>256</c:v>
                </c:pt>
                <c:pt idx="43">
                  <c:v>262</c:v>
                </c:pt>
                <c:pt idx="44">
                  <c:v>268</c:v>
                </c:pt>
                <c:pt idx="45">
                  <c:v>274</c:v>
                </c:pt>
                <c:pt idx="46">
                  <c:v>280</c:v>
                </c:pt>
                <c:pt idx="47">
                  <c:v>286</c:v>
                </c:pt>
                <c:pt idx="48">
                  <c:v>292</c:v>
                </c:pt>
                <c:pt idx="49">
                  <c:v>298</c:v>
                </c:pt>
                <c:pt idx="50">
                  <c:v>304</c:v>
                </c:pt>
                <c:pt idx="51">
                  <c:v>310</c:v>
                </c:pt>
                <c:pt idx="52">
                  <c:v>316</c:v>
                </c:pt>
                <c:pt idx="53">
                  <c:v>322</c:v>
                </c:pt>
                <c:pt idx="54">
                  <c:v>328</c:v>
                </c:pt>
                <c:pt idx="55">
                  <c:v>334</c:v>
                </c:pt>
                <c:pt idx="56">
                  <c:v>340</c:v>
                </c:pt>
                <c:pt idx="57">
                  <c:v>346</c:v>
                </c:pt>
                <c:pt idx="58">
                  <c:v>352</c:v>
                </c:pt>
                <c:pt idx="59">
                  <c:v>357</c:v>
                </c:pt>
                <c:pt idx="60">
                  <c:v>363</c:v>
                </c:pt>
                <c:pt idx="61">
                  <c:v>369</c:v>
                </c:pt>
                <c:pt idx="62">
                  <c:v>375</c:v>
                </c:pt>
                <c:pt idx="63">
                  <c:v>381</c:v>
                </c:pt>
                <c:pt idx="64">
                  <c:v>387</c:v>
                </c:pt>
                <c:pt idx="65">
                  <c:v>393</c:v>
                </c:pt>
                <c:pt idx="66">
                  <c:v>399</c:v>
                </c:pt>
                <c:pt idx="67">
                  <c:v>405</c:v>
                </c:pt>
                <c:pt idx="68">
                  <c:v>411</c:v>
                </c:pt>
                <c:pt idx="69">
                  <c:v>417</c:v>
                </c:pt>
                <c:pt idx="70">
                  <c:v>423</c:v>
                </c:pt>
                <c:pt idx="71">
                  <c:v>429</c:v>
                </c:pt>
                <c:pt idx="72">
                  <c:v>435</c:v>
                </c:pt>
                <c:pt idx="73">
                  <c:v>441</c:v>
                </c:pt>
                <c:pt idx="74">
                  <c:v>447</c:v>
                </c:pt>
                <c:pt idx="75">
                  <c:v>453</c:v>
                </c:pt>
                <c:pt idx="76">
                  <c:v>458</c:v>
                </c:pt>
                <c:pt idx="77">
                  <c:v>464</c:v>
                </c:pt>
                <c:pt idx="78">
                  <c:v>470</c:v>
                </c:pt>
                <c:pt idx="79">
                  <c:v>476</c:v>
                </c:pt>
                <c:pt idx="80">
                  <c:v>482</c:v>
                </c:pt>
                <c:pt idx="81">
                  <c:v>488</c:v>
                </c:pt>
                <c:pt idx="82">
                  <c:v>494</c:v>
                </c:pt>
                <c:pt idx="83">
                  <c:v>500</c:v>
                </c:pt>
                <c:pt idx="84">
                  <c:v>506</c:v>
                </c:pt>
                <c:pt idx="85">
                  <c:v>512</c:v>
                </c:pt>
                <c:pt idx="86">
                  <c:v>518</c:v>
                </c:pt>
                <c:pt idx="87">
                  <c:v>524</c:v>
                </c:pt>
                <c:pt idx="88">
                  <c:v>530</c:v>
                </c:pt>
                <c:pt idx="89">
                  <c:v>536</c:v>
                </c:pt>
                <c:pt idx="90">
                  <c:v>542</c:v>
                </c:pt>
                <c:pt idx="91">
                  <c:v>548</c:v>
                </c:pt>
                <c:pt idx="92">
                  <c:v>554</c:v>
                </c:pt>
                <c:pt idx="93">
                  <c:v>559</c:v>
                </c:pt>
                <c:pt idx="94">
                  <c:v>565</c:v>
                </c:pt>
                <c:pt idx="95">
                  <c:v>571</c:v>
                </c:pt>
                <c:pt idx="96">
                  <c:v>577</c:v>
                </c:pt>
                <c:pt idx="97">
                  <c:v>583</c:v>
                </c:pt>
                <c:pt idx="98">
                  <c:v>589</c:v>
                </c:pt>
                <c:pt idx="99">
                  <c:v>595</c:v>
                </c:pt>
                <c:pt idx="100">
                  <c:v>601</c:v>
                </c:pt>
                <c:pt idx="101">
                  <c:v>607</c:v>
                </c:pt>
                <c:pt idx="102">
                  <c:v>613</c:v>
                </c:pt>
                <c:pt idx="103">
                  <c:v>619</c:v>
                </c:pt>
                <c:pt idx="104">
                  <c:v>625</c:v>
                </c:pt>
                <c:pt idx="105">
                  <c:v>631</c:v>
                </c:pt>
                <c:pt idx="106">
                  <c:v>637</c:v>
                </c:pt>
                <c:pt idx="107">
                  <c:v>643</c:v>
                </c:pt>
                <c:pt idx="108">
                  <c:v>649</c:v>
                </c:pt>
                <c:pt idx="109">
                  <c:v>655</c:v>
                </c:pt>
                <c:pt idx="110">
                  <c:v>660</c:v>
                </c:pt>
                <c:pt idx="111">
                  <c:v>666</c:v>
                </c:pt>
                <c:pt idx="112">
                  <c:v>672</c:v>
                </c:pt>
                <c:pt idx="113">
                  <c:v>678</c:v>
                </c:pt>
                <c:pt idx="114">
                  <c:v>684</c:v>
                </c:pt>
                <c:pt idx="115">
                  <c:v>690</c:v>
                </c:pt>
                <c:pt idx="116">
                  <c:v>696</c:v>
                </c:pt>
                <c:pt idx="117">
                  <c:v>702</c:v>
                </c:pt>
                <c:pt idx="118">
                  <c:v>708</c:v>
                </c:pt>
              </c:numCache>
            </c:numRef>
          </c:xVal>
          <c:yVal>
            <c:numRef>
              <c:f>'Chart Data'!$AZ$2:$AZ$120</c:f>
              <c:numCache>
                <c:formatCode>General</c:formatCode>
                <c:ptCount val="119"/>
                <c:pt idx="0">
                  <c:v>1.0828056</c:v>
                </c:pt>
                <c:pt idx="1">
                  <c:v>1.0834947</c:v>
                </c:pt>
                <c:pt idx="2">
                  <c:v>1.0836622</c:v>
                </c:pt>
                <c:pt idx="3">
                  <c:v>1.083645</c:v>
                </c:pt>
                <c:pt idx="4">
                  <c:v>1.0835971</c:v>
                </c:pt>
                <c:pt idx="5">
                  <c:v>1.083638</c:v>
                </c:pt>
                <c:pt idx="6">
                  <c:v>1.0834938</c:v>
                </c:pt>
                <c:pt idx="7">
                  <c:v>1.0833343</c:v>
                </c:pt>
                <c:pt idx="8">
                  <c:v>1.0837048</c:v>
                </c:pt>
                <c:pt idx="9">
                  <c:v>1.082956</c:v>
                </c:pt>
                <c:pt idx="10">
                  <c:v>1.0827416</c:v>
                </c:pt>
                <c:pt idx="11">
                  <c:v>1.0825244</c:v>
                </c:pt>
                <c:pt idx="12">
                  <c:v>1.0822424</c:v>
                </c:pt>
                <c:pt idx="13">
                  <c:v>1.0820447</c:v>
                </c:pt>
                <c:pt idx="14">
                  <c:v>1.0817482</c:v>
                </c:pt>
                <c:pt idx="15">
                  <c:v>1.0815151</c:v>
                </c:pt>
                <c:pt idx="16">
                  <c:v>1.0801427</c:v>
                </c:pt>
                <c:pt idx="17">
                  <c:v>1.0810219</c:v>
                </c:pt>
                <c:pt idx="18">
                  <c:v>1.0807456</c:v>
                </c:pt>
                <c:pt idx="19">
                  <c:v>1.0804356</c:v>
                </c:pt>
                <c:pt idx="20">
                  <c:v>1.0802888</c:v>
                </c:pt>
                <c:pt idx="21">
                  <c:v>1.079879</c:v>
                </c:pt>
                <c:pt idx="22">
                  <c:v>1.0794843</c:v>
                </c:pt>
                <c:pt idx="23">
                  <c:v>1.079299</c:v>
                </c:pt>
                <c:pt idx="24">
                  <c:v>1.0789447</c:v>
                </c:pt>
                <c:pt idx="25">
                  <c:v>1.078782</c:v>
                </c:pt>
                <c:pt idx="26">
                  <c:v>1.078434</c:v>
                </c:pt>
                <c:pt idx="27">
                  <c:v>1.078112</c:v>
                </c:pt>
                <c:pt idx="28">
                  <c:v>1.0777203</c:v>
                </c:pt>
                <c:pt idx="29">
                  <c:v>1.0777377</c:v>
                </c:pt>
                <c:pt idx="30">
                  <c:v>1.0770236</c:v>
                </c:pt>
                <c:pt idx="31">
                  <c:v>1.0766039</c:v>
                </c:pt>
                <c:pt idx="32">
                  <c:v>1.0766463</c:v>
                </c:pt>
                <c:pt idx="33">
                  <c:v>1.0761822</c:v>
                </c:pt>
                <c:pt idx="34">
                  <c:v>1.0762808</c:v>
                </c:pt>
                <c:pt idx="35">
                  <c:v>1.0753553</c:v>
                </c:pt>
                <c:pt idx="36">
                  <c:v>1.0749936</c:v>
                </c:pt>
                <c:pt idx="37">
                  <c:v>1.0747736</c:v>
                </c:pt>
                <c:pt idx="38">
                  <c:v>1.0745822</c:v>
                </c:pt>
                <c:pt idx="39">
                  <c:v>1.0740365</c:v>
                </c:pt>
                <c:pt idx="40">
                  <c:v>1.0735252</c:v>
                </c:pt>
                <c:pt idx="41">
                  <c:v>1.0731699</c:v>
                </c:pt>
                <c:pt idx="42">
                  <c:v>1.0728382</c:v>
                </c:pt>
                <c:pt idx="43">
                  <c:v>1.0728045</c:v>
                </c:pt>
                <c:pt idx="44">
                  <c:v>1.0721152</c:v>
                </c:pt>
                <c:pt idx="45">
                  <c:v>1.0716113</c:v>
                </c:pt>
                <c:pt idx="46">
                  <c:v>1.0711691</c:v>
                </c:pt>
                <c:pt idx="47">
                  <c:v>1.0707017</c:v>
                </c:pt>
                <c:pt idx="48">
                  <c:v>1.0708302</c:v>
                </c:pt>
                <c:pt idx="49">
                  <c:v>1.0699335</c:v>
                </c:pt>
                <c:pt idx="50">
                  <c:v>1.0694556</c:v>
                </c:pt>
                <c:pt idx="51">
                  <c:v>1.0690038</c:v>
                </c:pt>
                <c:pt idx="52">
                  <c:v>1.0686302</c:v>
                </c:pt>
                <c:pt idx="53">
                  <c:v>1.0684167</c:v>
                </c:pt>
                <c:pt idx="54">
                  <c:v>1.0677093</c:v>
                </c:pt>
                <c:pt idx="55">
                  <c:v>1.0671797</c:v>
                </c:pt>
                <c:pt idx="56">
                  <c:v>1.0676558</c:v>
                </c:pt>
                <c:pt idx="57">
                  <c:v>1.0678059</c:v>
                </c:pt>
                <c:pt idx="58">
                  <c:v>1.0674332</c:v>
                </c:pt>
                <c:pt idx="59">
                  <c:v>1.0662673</c:v>
                </c:pt>
                <c:pt idx="60">
                  <c:v>1.065601</c:v>
                </c:pt>
                <c:pt idx="61">
                  <c:v>1.0650977</c:v>
                </c:pt>
                <c:pt idx="62">
                  <c:v>1.0649674</c:v>
                </c:pt>
                <c:pt idx="63">
                  <c:v>1.0644016</c:v>
                </c:pt>
                <c:pt idx="64">
                  <c:v>1.0634426</c:v>
                </c:pt>
                <c:pt idx="65">
                  <c:v>1.0630016</c:v>
                </c:pt>
                <c:pt idx="66">
                  <c:v>1.0622844</c:v>
                </c:pt>
                <c:pt idx="67">
                  <c:v>1.0621872</c:v>
                </c:pt>
                <c:pt idx="68">
                  <c:v>1.0612332</c:v>
                </c:pt>
                <c:pt idx="69">
                  <c:v>1.0604862</c:v>
                </c:pt>
                <c:pt idx="70">
                  <c:v>1.0601537</c:v>
                </c:pt>
                <c:pt idx="71">
                  <c:v>1.0591594</c:v>
                </c:pt>
                <c:pt idx="72">
                  <c:v>1.057098</c:v>
                </c:pt>
                <c:pt idx="73">
                  <c:v>1.0564367</c:v>
                </c:pt>
                <c:pt idx="74">
                  <c:v>1.0568877</c:v>
                </c:pt>
                <c:pt idx="75">
                  <c:v>1.0562462</c:v>
                </c:pt>
                <c:pt idx="76">
                  <c:v>1.0557309</c:v>
                </c:pt>
                <c:pt idx="77">
                  <c:v>1.054903</c:v>
                </c:pt>
                <c:pt idx="78">
                  <c:v>1.0536805</c:v>
                </c:pt>
                <c:pt idx="79">
                  <c:v>1.0523093</c:v>
                </c:pt>
                <c:pt idx="80">
                  <c:v>1.0516933</c:v>
                </c:pt>
                <c:pt idx="81">
                  <c:v>1.0502831</c:v>
                </c:pt>
                <c:pt idx="82">
                  <c:v>1.0498813</c:v>
                </c:pt>
                <c:pt idx="83">
                  <c:v>1.0480188</c:v>
                </c:pt>
                <c:pt idx="84">
                  <c:v>1.0450349</c:v>
                </c:pt>
                <c:pt idx="85">
                  <c:v>1.0438316</c:v>
                </c:pt>
                <c:pt idx="86">
                  <c:v>1.0426308</c:v>
                </c:pt>
                <c:pt idx="87">
                  <c:v>1.0402751</c:v>
                </c:pt>
                <c:pt idx="88">
                  <c:v>1.0387388</c:v>
                </c:pt>
                <c:pt idx="89">
                  <c:v>1.036633</c:v>
                </c:pt>
                <c:pt idx="90">
                  <c:v>1.0344598</c:v>
                </c:pt>
                <c:pt idx="91">
                  <c:v>1.032807</c:v>
                </c:pt>
                <c:pt idx="92">
                  <c:v>1.0301788</c:v>
                </c:pt>
                <c:pt idx="93">
                  <c:v>1.0294168</c:v>
                </c:pt>
                <c:pt idx="94">
                  <c:v>1.0264437</c:v>
                </c:pt>
                <c:pt idx="95">
                  <c:v>1.0232028</c:v>
                </c:pt>
                <c:pt idx="96">
                  <c:v>1.0202463</c:v>
                </c:pt>
                <c:pt idx="97">
                  <c:v>1.0161332</c:v>
                </c:pt>
                <c:pt idx="98">
                  <c:v>1.0114774</c:v>
                </c:pt>
                <c:pt idx="99">
                  <c:v>1.0063319</c:v>
                </c:pt>
                <c:pt idx="100">
                  <c:v>1.001297</c:v>
                </c:pt>
                <c:pt idx="101">
                  <c:v>0.99684602</c:v>
                </c:pt>
                <c:pt idx="102">
                  <c:v>0.9915359</c:v>
                </c:pt>
                <c:pt idx="103">
                  <c:v>0.98565209</c:v>
                </c:pt>
                <c:pt idx="104">
                  <c:v>0.97983021</c:v>
                </c:pt>
                <c:pt idx="105">
                  <c:v>0.97373736</c:v>
                </c:pt>
                <c:pt idx="106">
                  <c:v>0.96767443</c:v>
                </c:pt>
                <c:pt idx="107">
                  <c:v>0.96050078</c:v>
                </c:pt>
                <c:pt idx="108">
                  <c:v>0.95429856</c:v>
                </c:pt>
                <c:pt idx="109">
                  <c:v>0.94714534</c:v>
                </c:pt>
                <c:pt idx="110">
                  <c:v>0.94136411</c:v>
                </c:pt>
                <c:pt idx="111">
                  <c:v>0.93409669</c:v>
                </c:pt>
                <c:pt idx="112">
                  <c:v>0.92699182</c:v>
                </c:pt>
                <c:pt idx="113">
                  <c:v>0.919595</c:v>
                </c:pt>
                <c:pt idx="114">
                  <c:v>0.91186714</c:v>
                </c:pt>
                <c:pt idx="115">
                  <c:v>0.90430528</c:v>
                </c:pt>
                <c:pt idx="116">
                  <c:v>0.8976689</c:v>
                </c:pt>
                <c:pt idx="117">
                  <c:v>0.88852811</c:v>
                </c:pt>
                <c:pt idx="118">
                  <c:v>0.88054287</c:v>
                </c:pt>
              </c:numCache>
            </c:numRef>
          </c:yVal>
        </c:ser>
        <c:ser>
          <c:idx val="26"/>
          <c:order val="26"/>
          <c:tx>
            <c:v>Batch1_cell_031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Data'!$BA$2:$BA$120</c:f>
              <c:numCache>
                <c:formatCode>General</c:formatCode>
                <c:ptCount val="119"/>
                <c:pt idx="0">
                  <c:v>8</c:v>
                </c:pt>
                <c:pt idx="1">
                  <c:v>16</c:v>
                </c:pt>
                <c:pt idx="2">
                  <c:v>23</c:v>
                </c:pt>
                <c:pt idx="3">
                  <c:v>30</c:v>
                </c:pt>
                <c:pt idx="4">
                  <c:v>38</c:v>
                </c:pt>
                <c:pt idx="5">
                  <c:v>45</c:v>
                </c:pt>
                <c:pt idx="6">
                  <c:v>52</c:v>
                </c:pt>
                <c:pt idx="7">
                  <c:v>60</c:v>
                </c:pt>
                <c:pt idx="8">
                  <c:v>67</c:v>
                </c:pt>
                <c:pt idx="9">
                  <c:v>74</c:v>
                </c:pt>
                <c:pt idx="10">
                  <c:v>82</c:v>
                </c:pt>
                <c:pt idx="11">
                  <c:v>89</c:v>
                </c:pt>
                <c:pt idx="12">
                  <c:v>96</c:v>
                </c:pt>
                <c:pt idx="13">
                  <c:v>104</c:v>
                </c:pt>
                <c:pt idx="14">
                  <c:v>111</c:v>
                </c:pt>
                <c:pt idx="15">
                  <c:v>119</c:v>
                </c:pt>
                <c:pt idx="16">
                  <c:v>126</c:v>
                </c:pt>
                <c:pt idx="17">
                  <c:v>133</c:v>
                </c:pt>
                <c:pt idx="18">
                  <c:v>141</c:v>
                </c:pt>
                <c:pt idx="19">
                  <c:v>148</c:v>
                </c:pt>
                <c:pt idx="20">
                  <c:v>155</c:v>
                </c:pt>
                <c:pt idx="21">
                  <c:v>163</c:v>
                </c:pt>
                <c:pt idx="22">
                  <c:v>170</c:v>
                </c:pt>
                <c:pt idx="23">
                  <c:v>177</c:v>
                </c:pt>
                <c:pt idx="24">
                  <c:v>185</c:v>
                </c:pt>
                <c:pt idx="25">
                  <c:v>192</c:v>
                </c:pt>
                <c:pt idx="26">
                  <c:v>199</c:v>
                </c:pt>
                <c:pt idx="27">
                  <c:v>207</c:v>
                </c:pt>
                <c:pt idx="28">
                  <c:v>214</c:v>
                </c:pt>
                <c:pt idx="29">
                  <c:v>221</c:v>
                </c:pt>
                <c:pt idx="30">
                  <c:v>229</c:v>
                </c:pt>
                <c:pt idx="31">
                  <c:v>236</c:v>
                </c:pt>
                <c:pt idx="32">
                  <c:v>243</c:v>
                </c:pt>
                <c:pt idx="33">
                  <c:v>251</c:v>
                </c:pt>
                <c:pt idx="34">
                  <c:v>258</c:v>
                </c:pt>
                <c:pt idx="35">
                  <c:v>265</c:v>
                </c:pt>
                <c:pt idx="36">
                  <c:v>273</c:v>
                </c:pt>
                <c:pt idx="37">
                  <c:v>280</c:v>
                </c:pt>
                <c:pt idx="38">
                  <c:v>287</c:v>
                </c:pt>
                <c:pt idx="39">
                  <c:v>295</c:v>
                </c:pt>
                <c:pt idx="40">
                  <c:v>302</c:v>
                </c:pt>
                <c:pt idx="41">
                  <c:v>309</c:v>
                </c:pt>
                <c:pt idx="42">
                  <c:v>317</c:v>
                </c:pt>
                <c:pt idx="43">
                  <c:v>324</c:v>
                </c:pt>
                <c:pt idx="44">
                  <c:v>332</c:v>
                </c:pt>
                <c:pt idx="45">
                  <c:v>339</c:v>
                </c:pt>
                <c:pt idx="46">
                  <c:v>346</c:v>
                </c:pt>
                <c:pt idx="47">
                  <c:v>354</c:v>
                </c:pt>
                <c:pt idx="48">
                  <c:v>361</c:v>
                </c:pt>
                <c:pt idx="49">
                  <c:v>368</c:v>
                </c:pt>
                <c:pt idx="50">
                  <c:v>376</c:v>
                </c:pt>
                <c:pt idx="51">
                  <c:v>383</c:v>
                </c:pt>
                <c:pt idx="52">
                  <c:v>390</c:v>
                </c:pt>
                <c:pt idx="53">
                  <c:v>398</c:v>
                </c:pt>
                <c:pt idx="54">
                  <c:v>405</c:v>
                </c:pt>
                <c:pt idx="55">
                  <c:v>412</c:v>
                </c:pt>
                <c:pt idx="56">
                  <c:v>420</c:v>
                </c:pt>
                <c:pt idx="57">
                  <c:v>427</c:v>
                </c:pt>
                <c:pt idx="58">
                  <c:v>434</c:v>
                </c:pt>
                <c:pt idx="59">
                  <c:v>442</c:v>
                </c:pt>
                <c:pt idx="60">
                  <c:v>449</c:v>
                </c:pt>
                <c:pt idx="61">
                  <c:v>456</c:v>
                </c:pt>
                <c:pt idx="62">
                  <c:v>464</c:v>
                </c:pt>
                <c:pt idx="63">
                  <c:v>471</c:v>
                </c:pt>
                <c:pt idx="64">
                  <c:v>478</c:v>
                </c:pt>
                <c:pt idx="65">
                  <c:v>486</c:v>
                </c:pt>
                <c:pt idx="66">
                  <c:v>493</c:v>
                </c:pt>
                <c:pt idx="67">
                  <c:v>500</c:v>
                </c:pt>
                <c:pt idx="68">
                  <c:v>508</c:v>
                </c:pt>
                <c:pt idx="69">
                  <c:v>515</c:v>
                </c:pt>
                <c:pt idx="70">
                  <c:v>522</c:v>
                </c:pt>
                <c:pt idx="71">
                  <c:v>530</c:v>
                </c:pt>
                <c:pt idx="72">
                  <c:v>537</c:v>
                </c:pt>
                <c:pt idx="73">
                  <c:v>544</c:v>
                </c:pt>
                <c:pt idx="74">
                  <c:v>552</c:v>
                </c:pt>
                <c:pt idx="75">
                  <c:v>559</c:v>
                </c:pt>
                <c:pt idx="76">
                  <c:v>567</c:v>
                </c:pt>
                <c:pt idx="77">
                  <c:v>574</c:v>
                </c:pt>
                <c:pt idx="78">
                  <c:v>581</c:v>
                </c:pt>
                <c:pt idx="79">
                  <c:v>589</c:v>
                </c:pt>
                <c:pt idx="80">
                  <c:v>596</c:v>
                </c:pt>
                <c:pt idx="81">
                  <c:v>603</c:v>
                </c:pt>
                <c:pt idx="82">
                  <c:v>611</c:v>
                </c:pt>
                <c:pt idx="83">
                  <c:v>618</c:v>
                </c:pt>
                <c:pt idx="84">
                  <c:v>625</c:v>
                </c:pt>
                <c:pt idx="85">
                  <c:v>633</c:v>
                </c:pt>
                <c:pt idx="86">
                  <c:v>640</c:v>
                </c:pt>
                <c:pt idx="87">
                  <c:v>647</c:v>
                </c:pt>
                <c:pt idx="88">
                  <c:v>655</c:v>
                </c:pt>
                <c:pt idx="89">
                  <c:v>662</c:v>
                </c:pt>
                <c:pt idx="90">
                  <c:v>669</c:v>
                </c:pt>
                <c:pt idx="91">
                  <c:v>677</c:v>
                </c:pt>
                <c:pt idx="92">
                  <c:v>684</c:v>
                </c:pt>
                <c:pt idx="93">
                  <c:v>691</c:v>
                </c:pt>
                <c:pt idx="94">
                  <c:v>699</c:v>
                </c:pt>
                <c:pt idx="95">
                  <c:v>706</c:v>
                </c:pt>
                <c:pt idx="96">
                  <c:v>713</c:v>
                </c:pt>
                <c:pt idx="97">
                  <c:v>721</c:v>
                </c:pt>
                <c:pt idx="98">
                  <c:v>728</c:v>
                </c:pt>
                <c:pt idx="99">
                  <c:v>735</c:v>
                </c:pt>
                <c:pt idx="100">
                  <c:v>743</c:v>
                </c:pt>
                <c:pt idx="101">
                  <c:v>750</c:v>
                </c:pt>
                <c:pt idx="102">
                  <c:v>757</c:v>
                </c:pt>
                <c:pt idx="103">
                  <c:v>765</c:v>
                </c:pt>
                <c:pt idx="104">
                  <c:v>772</c:v>
                </c:pt>
                <c:pt idx="105">
                  <c:v>780</c:v>
                </c:pt>
                <c:pt idx="106">
                  <c:v>787</c:v>
                </c:pt>
                <c:pt idx="107">
                  <c:v>794</c:v>
                </c:pt>
                <c:pt idx="108">
                  <c:v>802</c:v>
                </c:pt>
                <c:pt idx="109">
                  <c:v>809</c:v>
                </c:pt>
                <c:pt idx="110">
                  <c:v>816</c:v>
                </c:pt>
                <c:pt idx="111">
                  <c:v>824</c:v>
                </c:pt>
                <c:pt idx="112">
                  <c:v>831</c:v>
                </c:pt>
                <c:pt idx="113">
                  <c:v>838</c:v>
                </c:pt>
                <c:pt idx="114">
                  <c:v>846</c:v>
                </c:pt>
                <c:pt idx="115">
                  <c:v>853</c:v>
                </c:pt>
                <c:pt idx="116">
                  <c:v>860</c:v>
                </c:pt>
                <c:pt idx="117">
                  <c:v>868</c:v>
                </c:pt>
                <c:pt idx="118">
                  <c:v>875</c:v>
                </c:pt>
              </c:numCache>
            </c:numRef>
          </c:xVal>
          <c:yVal>
            <c:numRef>
              <c:f>'Chart Data'!$BB$2:$BB$120</c:f>
              <c:numCache>
                <c:formatCode>General</c:formatCode>
                <c:ptCount val="119"/>
                <c:pt idx="0">
                  <c:v>1.0979507</c:v>
                </c:pt>
                <c:pt idx="1">
                  <c:v>1.0983149</c:v>
                </c:pt>
                <c:pt idx="2">
                  <c:v>1.0981542</c:v>
                </c:pt>
                <c:pt idx="3">
                  <c:v>1.0979885</c:v>
                </c:pt>
                <c:pt idx="4">
                  <c:v>1.0966337</c:v>
                </c:pt>
                <c:pt idx="5">
                  <c:v>1.0976275</c:v>
                </c:pt>
                <c:pt idx="6">
                  <c:v>1.0975264</c:v>
                </c:pt>
                <c:pt idx="7">
                  <c:v>1.0970653</c:v>
                </c:pt>
                <c:pt idx="8">
                  <c:v>1.0967759</c:v>
                </c:pt>
                <c:pt idx="9">
                  <c:v>1.0964795</c:v>
                </c:pt>
                <c:pt idx="10">
                  <c:v>1.0961052</c:v>
                </c:pt>
                <c:pt idx="11">
                  <c:v>1.0958103</c:v>
                </c:pt>
                <c:pt idx="12">
                  <c:v>1.0954814</c:v>
                </c:pt>
                <c:pt idx="13">
                  <c:v>1.0951551</c:v>
                </c:pt>
                <c:pt idx="14">
                  <c:v>1.0947789</c:v>
                </c:pt>
                <c:pt idx="15">
                  <c:v>1.0944825</c:v>
                </c:pt>
                <c:pt idx="16">
                  <c:v>1.0930185</c:v>
                </c:pt>
                <c:pt idx="17">
                  <c:v>1.093784</c:v>
                </c:pt>
                <c:pt idx="18">
                  <c:v>1.0932893</c:v>
                </c:pt>
                <c:pt idx="19">
                  <c:v>1.0929481</c:v>
                </c:pt>
                <c:pt idx="20">
                  <c:v>1.092674</c:v>
                </c:pt>
                <c:pt idx="21">
                  <c:v>1.092266</c:v>
                </c:pt>
                <c:pt idx="22">
                  <c:v>1.0922728</c:v>
                </c:pt>
                <c:pt idx="23">
                  <c:v>1.0918559</c:v>
                </c:pt>
                <c:pt idx="24">
                  <c:v>1.0899959</c:v>
                </c:pt>
                <c:pt idx="25">
                  <c:v>1.090806</c:v>
                </c:pt>
                <c:pt idx="26">
                  <c:v>1.0907649</c:v>
                </c:pt>
                <c:pt idx="27">
                  <c:v>1.09062</c:v>
                </c:pt>
                <c:pt idx="28">
                  <c:v>1.0896925</c:v>
                </c:pt>
                <c:pt idx="29">
                  <c:v>1.0891713</c:v>
                </c:pt>
                <c:pt idx="30">
                  <c:v>1.0889504</c:v>
                </c:pt>
                <c:pt idx="31">
                  <c:v>1.0887893</c:v>
                </c:pt>
                <c:pt idx="32">
                  <c:v>1.0880587</c:v>
                </c:pt>
                <c:pt idx="33">
                  <c:v>1.0875674</c:v>
                </c:pt>
                <c:pt idx="34">
                  <c:v>1.0872474</c:v>
                </c:pt>
                <c:pt idx="35">
                  <c:v>1.0872779</c:v>
                </c:pt>
                <c:pt idx="36">
                  <c:v>1.086436</c:v>
                </c:pt>
                <c:pt idx="37">
                  <c:v>1.0860307</c:v>
                </c:pt>
                <c:pt idx="38">
                  <c:v>1.0856445</c:v>
                </c:pt>
                <c:pt idx="39">
                  <c:v>1.0856906</c:v>
                </c:pt>
                <c:pt idx="40">
                  <c:v>1.0848186</c:v>
                </c:pt>
                <c:pt idx="41">
                  <c:v>1.0842516</c:v>
                </c:pt>
                <c:pt idx="42">
                  <c:v>1.0837793</c:v>
                </c:pt>
                <c:pt idx="43">
                  <c:v>1.0836271</c:v>
                </c:pt>
                <c:pt idx="44">
                  <c:v>1.0829395</c:v>
                </c:pt>
                <c:pt idx="45">
                  <c:v>1.082914</c:v>
                </c:pt>
                <c:pt idx="46">
                  <c:v>1.0831695</c:v>
                </c:pt>
                <c:pt idx="47">
                  <c:v>1.0836865</c:v>
                </c:pt>
                <c:pt idx="48">
                  <c:v>1.0821857</c:v>
                </c:pt>
                <c:pt idx="49">
                  <c:v>1.0805267</c:v>
                </c:pt>
                <c:pt idx="50">
                  <c:v>1.081413</c:v>
                </c:pt>
                <c:pt idx="51">
                  <c:v>1.0814562</c:v>
                </c:pt>
                <c:pt idx="52">
                  <c:v>1.0802046</c:v>
                </c:pt>
                <c:pt idx="53">
                  <c:v>1.0799036</c:v>
                </c:pt>
                <c:pt idx="54">
                  <c:v>1.0794477</c:v>
                </c:pt>
                <c:pt idx="55">
                  <c:v>1.0791882</c:v>
                </c:pt>
                <c:pt idx="56">
                  <c:v>1.0779786</c:v>
                </c:pt>
                <c:pt idx="57">
                  <c:v>1.0765669</c:v>
                </c:pt>
                <c:pt idx="58">
                  <c:v>1.0773398</c:v>
                </c:pt>
                <c:pt idx="59">
                  <c:v>1.0764935</c:v>
                </c:pt>
                <c:pt idx="60">
                  <c:v>1.0756655</c:v>
                </c:pt>
                <c:pt idx="61">
                  <c:v>1.075303</c:v>
                </c:pt>
                <c:pt idx="62">
                  <c:v>1.0748695</c:v>
                </c:pt>
                <c:pt idx="63">
                  <c:v>1.0740117</c:v>
                </c:pt>
                <c:pt idx="64">
                  <c:v>1.0731851</c:v>
                </c:pt>
                <c:pt idx="65">
                  <c:v>1.0722234</c:v>
                </c:pt>
                <c:pt idx="66">
                  <c:v>1.0727004</c:v>
                </c:pt>
                <c:pt idx="67">
                  <c:v>1.0715339</c:v>
                </c:pt>
                <c:pt idx="68">
                  <c:v>1.0686165</c:v>
                </c:pt>
                <c:pt idx="69">
                  <c:v>1.0688027</c:v>
                </c:pt>
                <c:pt idx="70">
                  <c:v>1.0685074</c:v>
                </c:pt>
                <c:pt idx="71">
                  <c:v>1.0671829</c:v>
                </c:pt>
                <c:pt idx="72">
                  <c:v>1.0664387</c:v>
                </c:pt>
                <c:pt idx="73">
                  <c:v>1.0656338</c:v>
                </c:pt>
                <c:pt idx="74">
                  <c:v>1.0650234</c:v>
                </c:pt>
                <c:pt idx="75">
                  <c:v>1.0637398</c:v>
                </c:pt>
                <c:pt idx="76">
                  <c:v>1.0626384</c:v>
                </c:pt>
                <c:pt idx="77">
                  <c:v>1.0615901</c:v>
                </c:pt>
                <c:pt idx="78">
                  <c:v>1.0609919</c:v>
                </c:pt>
                <c:pt idx="79">
                  <c:v>1.0595251</c:v>
                </c:pt>
                <c:pt idx="80">
                  <c:v>1.0583243</c:v>
                </c:pt>
                <c:pt idx="81">
                  <c:v>1.0569896</c:v>
                </c:pt>
                <c:pt idx="82">
                  <c:v>1.0561478</c:v>
                </c:pt>
                <c:pt idx="83">
                  <c:v>1.0537819</c:v>
                </c:pt>
                <c:pt idx="84">
                  <c:v>1.0527632</c:v>
                </c:pt>
                <c:pt idx="85">
                  <c:v>1.0509906</c:v>
                </c:pt>
                <c:pt idx="86">
                  <c:v>1.0481799</c:v>
                </c:pt>
                <c:pt idx="87">
                  <c:v>1.0478075</c:v>
                </c:pt>
                <c:pt idx="88">
                  <c:v>1.0454708</c:v>
                </c:pt>
                <c:pt idx="89">
                  <c:v>1.0437233</c:v>
                </c:pt>
                <c:pt idx="90">
                  <c:v>1.0410674</c:v>
                </c:pt>
                <c:pt idx="91">
                  <c:v>1.0387504</c:v>
                </c:pt>
                <c:pt idx="92">
                  <c:v>1.0362463</c:v>
                </c:pt>
                <c:pt idx="93">
                  <c:v>1.0334361</c:v>
                </c:pt>
                <c:pt idx="94">
                  <c:v>1.0293957</c:v>
                </c:pt>
                <c:pt idx="95">
                  <c:v>1.0247166</c:v>
                </c:pt>
                <c:pt idx="96">
                  <c:v>1.0221896</c:v>
                </c:pt>
                <c:pt idx="97">
                  <c:v>1.0168568</c:v>
                </c:pt>
                <c:pt idx="98">
                  <c:v>1.012637</c:v>
                </c:pt>
                <c:pt idx="99">
                  <c:v>1.0078189</c:v>
                </c:pt>
                <c:pt idx="100">
                  <c:v>1.0022347</c:v>
                </c:pt>
                <c:pt idx="101">
                  <c:v>0.99713373</c:v>
                </c:pt>
                <c:pt idx="102">
                  <c:v>0.99224889</c:v>
                </c:pt>
                <c:pt idx="103">
                  <c:v>0.98493844</c:v>
                </c:pt>
                <c:pt idx="104">
                  <c:v>0.97912681</c:v>
                </c:pt>
                <c:pt idx="105">
                  <c:v>0.97278678</c:v>
                </c:pt>
                <c:pt idx="106">
                  <c:v>0.96736258</c:v>
                </c:pt>
                <c:pt idx="107">
                  <c:v>0.9608959</c:v>
                </c:pt>
                <c:pt idx="108">
                  <c:v>0.9538238</c:v>
                </c:pt>
                <c:pt idx="109">
                  <c:v>0.94780922</c:v>
                </c:pt>
                <c:pt idx="110">
                  <c:v>0.94193846</c:v>
                </c:pt>
                <c:pt idx="111">
                  <c:v>0.9344632</c:v>
                </c:pt>
                <c:pt idx="112">
                  <c:v>0.92771095</c:v>
                </c:pt>
                <c:pt idx="113">
                  <c:v>0.92076677</c:v>
                </c:pt>
                <c:pt idx="114">
                  <c:v>0.91286898</c:v>
                </c:pt>
                <c:pt idx="115">
                  <c:v>0.9061594</c:v>
                </c:pt>
                <c:pt idx="116">
                  <c:v>0.89820987</c:v>
                </c:pt>
                <c:pt idx="117">
                  <c:v>0.8891567</c:v>
                </c:pt>
                <c:pt idx="118">
                  <c:v>0.88099223</c:v>
                </c:pt>
              </c:numCache>
            </c:numRef>
          </c:yVal>
        </c:ser>
        <c:ser>
          <c:idx val="27"/>
          <c:order val="27"/>
          <c:tx>
            <c:v>Batch1_cell_032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26</c:v>
                </c:pt>
                <c:pt idx="4">
                  <c:v>32</c:v>
                </c:pt>
                <c:pt idx="5">
                  <c:v>38</c:v>
                </c:pt>
                <c:pt idx="6">
                  <c:v>44</c:v>
                </c:pt>
                <c:pt idx="7">
                  <c:v>50</c:v>
                </c:pt>
                <c:pt idx="8">
                  <c:v>56</c:v>
                </c:pt>
                <c:pt idx="9">
                  <c:v>62</c:v>
                </c:pt>
                <c:pt idx="10">
                  <c:v>68</c:v>
                </c:pt>
                <c:pt idx="11">
                  <c:v>75</c:v>
                </c:pt>
                <c:pt idx="12">
                  <c:v>81</c:v>
                </c:pt>
                <c:pt idx="13">
                  <c:v>87</c:v>
                </c:pt>
                <c:pt idx="14">
                  <c:v>93</c:v>
                </c:pt>
                <c:pt idx="15">
                  <c:v>99</c:v>
                </c:pt>
                <c:pt idx="16">
                  <c:v>105</c:v>
                </c:pt>
                <c:pt idx="17">
                  <c:v>111</c:v>
                </c:pt>
                <c:pt idx="18">
                  <c:v>117</c:v>
                </c:pt>
                <c:pt idx="19">
                  <c:v>124</c:v>
                </c:pt>
                <c:pt idx="20">
                  <c:v>130</c:v>
                </c:pt>
                <c:pt idx="21">
                  <c:v>136</c:v>
                </c:pt>
                <c:pt idx="22">
                  <c:v>142</c:v>
                </c:pt>
                <c:pt idx="23">
                  <c:v>148</c:v>
                </c:pt>
                <c:pt idx="24">
                  <c:v>154</c:v>
                </c:pt>
                <c:pt idx="25">
                  <c:v>160</c:v>
                </c:pt>
                <c:pt idx="26">
                  <c:v>166</c:v>
                </c:pt>
                <c:pt idx="27">
                  <c:v>173</c:v>
                </c:pt>
                <c:pt idx="28">
                  <c:v>179</c:v>
                </c:pt>
                <c:pt idx="29">
                  <c:v>185</c:v>
                </c:pt>
                <c:pt idx="30">
                  <c:v>191</c:v>
                </c:pt>
                <c:pt idx="31">
                  <c:v>197</c:v>
                </c:pt>
                <c:pt idx="32">
                  <c:v>203</c:v>
                </c:pt>
                <c:pt idx="33">
                  <c:v>209</c:v>
                </c:pt>
                <c:pt idx="34">
                  <c:v>215</c:v>
                </c:pt>
                <c:pt idx="35">
                  <c:v>222</c:v>
                </c:pt>
                <c:pt idx="36">
                  <c:v>228</c:v>
                </c:pt>
                <c:pt idx="37">
                  <c:v>234</c:v>
                </c:pt>
                <c:pt idx="38">
                  <c:v>240</c:v>
                </c:pt>
                <c:pt idx="39">
                  <c:v>246</c:v>
                </c:pt>
                <c:pt idx="40">
                  <c:v>252</c:v>
                </c:pt>
                <c:pt idx="41">
                  <c:v>258</c:v>
                </c:pt>
                <c:pt idx="42">
                  <c:v>264</c:v>
                </c:pt>
                <c:pt idx="43">
                  <c:v>271</c:v>
                </c:pt>
                <c:pt idx="44">
                  <c:v>277</c:v>
                </c:pt>
                <c:pt idx="45">
                  <c:v>283</c:v>
                </c:pt>
                <c:pt idx="46">
                  <c:v>289</c:v>
                </c:pt>
                <c:pt idx="47">
                  <c:v>295</c:v>
                </c:pt>
                <c:pt idx="48">
                  <c:v>301</c:v>
                </c:pt>
                <c:pt idx="49">
                  <c:v>307</c:v>
                </c:pt>
                <c:pt idx="50">
                  <c:v>313</c:v>
                </c:pt>
                <c:pt idx="51">
                  <c:v>320</c:v>
                </c:pt>
                <c:pt idx="52">
                  <c:v>326</c:v>
                </c:pt>
                <c:pt idx="53">
                  <c:v>332</c:v>
                </c:pt>
                <c:pt idx="54">
                  <c:v>338</c:v>
                </c:pt>
                <c:pt idx="55">
                  <c:v>344</c:v>
                </c:pt>
                <c:pt idx="56">
                  <c:v>350</c:v>
                </c:pt>
                <c:pt idx="57">
                  <c:v>356</c:v>
                </c:pt>
                <c:pt idx="58">
                  <c:v>362</c:v>
                </c:pt>
                <c:pt idx="59">
                  <c:v>369</c:v>
                </c:pt>
                <c:pt idx="60">
                  <c:v>375</c:v>
                </c:pt>
                <c:pt idx="61">
                  <c:v>381</c:v>
                </c:pt>
                <c:pt idx="62">
                  <c:v>387</c:v>
                </c:pt>
                <c:pt idx="63">
                  <c:v>393</c:v>
                </c:pt>
                <c:pt idx="64">
                  <c:v>399</c:v>
                </c:pt>
                <c:pt idx="65">
                  <c:v>405</c:v>
                </c:pt>
                <c:pt idx="66">
                  <c:v>411</c:v>
                </c:pt>
                <c:pt idx="67">
                  <c:v>418</c:v>
                </c:pt>
                <c:pt idx="68">
                  <c:v>424</c:v>
                </c:pt>
                <c:pt idx="69">
                  <c:v>430</c:v>
                </c:pt>
                <c:pt idx="70">
                  <c:v>436</c:v>
                </c:pt>
                <c:pt idx="71">
                  <c:v>442</c:v>
                </c:pt>
                <c:pt idx="72">
                  <c:v>448</c:v>
                </c:pt>
                <c:pt idx="73">
                  <c:v>454</c:v>
                </c:pt>
                <c:pt idx="74">
                  <c:v>460</c:v>
                </c:pt>
                <c:pt idx="75">
                  <c:v>467</c:v>
                </c:pt>
                <c:pt idx="76">
                  <c:v>473</c:v>
                </c:pt>
                <c:pt idx="77">
                  <c:v>479</c:v>
                </c:pt>
                <c:pt idx="78">
                  <c:v>485</c:v>
                </c:pt>
                <c:pt idx="79">
                  <c:v>491</c:v>
                </c:pt>
                <c:pt idx="80">
                  <c:v>497</c:v>
                </c:pt>
                <c:pt idx="81">
                  <c:v>503</c:v>
                </c:pt>
                <c:pt idx="82">
                  <c:v>509</c:v>
                </c:pt>
                <c:pt idx="83">
                  <c:v>516</c:v>
                </c:pt>
                <c:pt idx="84">
                  <c:v>522</c:v>
                </c:pt>
                <c:pt idx="85">
                  <c:v>528</c:v>
                </c:pt>
                <c:pt idx="86">
                  <c:v>534</c:v>
                </c:pt>
                <c:pt idx="87">
                  <c:v>540</c:v>
                </c:pt>
                <c:pt idx="88">
                  <c:v>546</c:v>
                </c:pt>
                <c:pt idx="89">
                  <c:v>552</c:v>
                </c:pt>
                <c:pt idx="90">
                  <c:v>558</c:v>
                </c:pt>
                <c:pt idx="91">
                  <c:v>565</c:v>
                </c:pt>
                <c:pt idx="92">
                  <c:v>571</c:v>
                </c:pt>
                <c:pt idx="93">
                  <c:v>577</c:v>
                </c:pt>
                <c:pt idx="94">
                  <c:v>583</c:v>
                </c:pt>
                <c:pt idx="95">
                  <c:v>589</c:v>
                </c:pt>
                <c:pt idx="96">
                  <c:v>595</c:v>
                </c:pt>
                <c:pt idx="97">
                  <c:v>601</c:v>
                </c:pt>
                <c:pt idx="98">
                  <c:v>607</c:v>
                </c:pt>
                <c:pt idx="99">
                  <c:v>614</c:v>
                </c:pt>
                <c:pt idx="100">
                  <c:v>620</c:v>
                </c:pt>
                <c:pt idx="101">
                  <c:v>626</c:v>
                </c:pt>
                <c:pt idx="102">
                  <c:v>632</c:v>
                </c:pt>
                <c:pt idx="103">
                  <c:v>638</c:v>
                </c:pt>
                <c:pt idx="104">
                  <c:v>644</c:v>
                </c:pt>
                <c:pt idx="105">
                  <c:v>650</c:v>
                </c:pt>
                <c:pt idx="106">
                  <c:v>656</c:v>
                </c:pt>
                <c:pt idx="107">
                  <c:v>663</c:v>
                </c:pt>
                <c:pt idx="108">
                  <c:v>669</c:v>
                </c:pt>
                <c:pt idx="109">
                  <c:v>675</c:v>
                </c:pt>
                <c:pt idx="110">
                  <c:v>681</c:v>
                </c:pt>
                <c:pt idx="111">
                  <c:v>687</c:v>
                </c:pt>
                <c:pt idx="112">
                  <c:v>693</c:v>
                </c:pt>
                <c:pt idx="113">
                  <c:v>699</c:v>
                </c:pt>
                <c:pt idx="114">
                  <c:v>705</c:v>
                </c:pt>
                <c:pt idx="115">
                  <c:v>712</c:v>
                </c:pt>
                <c:pt idx="116">
                  <c:v>718</c:v>
                </c:pt>
                <c:pt idx="117">
                  <c:v>724</c:v>
                </c:pt>
                <c:pt idx="118">
                  <c:v>730</c:v>
                </c:pt>
              </c:numCache>
            </c:numRef>
          </c:xVal>
          <c:yVal>
            <c:numRef>
              <c:f>'Chart Data'!$BD$2:$BD$120</c:f>
              <c:numCache>
                <c:formatCode>General</c:formatCode>
                <c:ptCount val="119"/>
                <c:pt idx="0">
                  <c:v>1.080685</c:v>
                </c:pt>
                <c:pt idx="1">
                  <c:v>1.0812281</c:v>
                </c:pt>
                <c:pt idx="2">
                  <c:v>1.0813152</c:v>
                </c:pt>
                <c:pt idx="3">
                  <c:v>1.0812483</c:v>
                </c:pt>
                <c:pt idx="4">
                  <c:v>1.0812634</c:v>
                </c:pt>
                <c:pt idx="5">
                  <c:v>1.0812696</c:v>
                </c:pt>
                <c:pt idx="6">
                  <c:v>1.0811298</c:v>
                </c:pt>
                <c:pt idx="7">
                  <c:v>1.080977</c:v>
                </c:pt>
                <c:pt idx="8">
                  <c:v>1.0816463</c:v>
                </c:pt>
                <c:pt idx="9">
                  <c:v>1.080772</c:v>
                </c:pt>
                <c:pt idx="10">
                  <c:v>1.080584</c:v>
                </c:pt>
                <c:pt idx="11">
                  <c:v>1.0803205</c:v>
                </c:pt>
                <c:pt idx="12">
                  <c:v>1.0801034</c:v>
                </c:pt>
                <c:pt idx="13">
                  <c:v>1.079965</c:v>
                </c:pt>
                <c:pt idx="14">
                  <c:v>1.079644</c:v>
                </c:pt>
                <c:pt idx="15">
                  <c:v>1.0794117</c:v>
                </c:pt>
                <c:pt idx="16">
                  <c:v>1.0792322</c:v>
                </c:pt>
                <c:pt idx="17">
                  <c:v>1.0789328</c:v>
                </c:pt>
                <c:pt idx="18">
                  <c:v>1.0774834</c:v>
                </c:pt>
                <c:pt idx="19">
                  <c:v>1.0785294</c:v>
                </c:pt>
                <c:pt idx="20">
                  <c:v>1.0781649</c:v>
                </c:pt>
                <c:pt idx="21">
                  <c:v>1.0778691</c:v>
                </c:pt>
                <c:pt idx="22">
                  <c:v>1.0775673</c:v>
                </c:pt>
                <c:pt idx="23">
                  <c:v>1.0761144</c:v>
                </c:pt>
                <c:pt idx="24">
                  <c:v>1.0770655</c:v>
                </c:pt>
                <c:pt idx="25">
                  <c:v>1.0768178</c:v>
                </c:pt>
                <c:pt idx="26">
                  <c:v>1.0765374</c:v>
                </c:pt>
                <c:pt idx="27">
                  <c:v>1.0761383</c:v>
                </c:pt>
                <c:pt idx="28">
                  <c:v>1.0762541</c:v>
                </c:pt>
                <c:pt idx="29">
                  <c:v>1.0755172</c:v>
                </c:pt>
                <c:pt idx="30">
                  <c:v>1.0751467</c:v>
                </c:pt>
                <c:pt idx="31">
                  <c:v>1.075211</c:v>
                </c:pt>
                <c:pt idx="32">
                  <c:v>1.0747715</c:v>
                </c:pt>
                <c:pt idx="33">
                  <c:v>1.0748056</c:v>
                </c:pt>
                <c:pt idx="34">
                  <c:v>1.0738717</c:v>
                </c:pt>
                <c:pt idx="35">
                  <c:v>1.0734892</c:v>
                </c:pt>
                <c:pt idx="36">
                  <c:v>1.0730891</c:v>
                </c:pt>
                <c:pt idx="37">
                  <c:v>1.0730772</c:v>
                </c:pt>
                <c:pt idx="38">
                  <c:v>1.0723693</c:v>
                </c:pt>
                <c:pt idx="39">
                  <c:v>1.0718797</c:v>
                </c:pt>
                <c:pt idx="40">
                  <c:v>1.0717241</c:v>
                </c:pt>
                <c:pt idx="41">
                  <c:v>1.0710633</c:v>
                </c:pt>
                <c:pt idx="42">
                  <c:v>1.0710313</c:v>
                </c:pt>
                <c:pt idx="43">
                  <c:v>1.0698632</c:v>
                </c:pt>
                <c:pt idx="44">
                  <c:v>1.0695986</c:v>
                </c:pt>
                <c:pt idx="45">
                  <c:v>1.0693302</c:v>
                </c:pt>
                <c:pt idx="46">
                  <c:v>1.0690383</c:v>
                </c:pt>
                <c:pt idx="47">
                  <c:v>1.0688099</c:v>
                </c:pt>
                <c:pt idx="48">
                  <c:v>1.0679176</c:v>
                </c:pt>
                <c:pt idx="49">
                  <c:v>1.0673544</c:v>
                </c:pt>
                <c:pt idx="50">
                  <c:v>1.0665143</c:v>
                </c:pt>
                <c:pt idx="51">
                  <c:v>1.0663295</c:v>
                </c:pt>
                <c:pt idx="52">
                  <c:v>1.0657213</c:v>
                </c:pt>
                <c:pt idx="53">
                  <c:v>1.065125</c:v>
                </c:pt>
                <c:pt idx="54">
                  <c:v>1.0654422</c:v>
                </c:pt>
                <c:pt idx="55">
                  <c:v>1.0651776</c:v>
                </c:pt>
                <c:pt idx="56">
                  <c:v>1.0651692</c:v>
                </c:pt>
                <c:pt idx="57">
                  <c:v>1.0638297</c:v>
                </c:pt>
                <c:pt idx="58">
                  <c:v>1.0632336</c:v>
                </c:pt>
                <c:pt idx="59">
                  <c:v>1.0627187</c:v>
                </c:pt>
                <c:pt idx="60">
                  <c:v>1.0623524</c:v>
                </c:pt>
                <c:pt idx="61">
                  <c:v>1.061787</c:v>
                </c:pt>
                <c:pt idx="62">
                  <c:v>1.0608193</c:v>
                </c:pt>
                <c:pt idx="63">
                  <c:v>1.0601069</c:v>
                </c:pt>
                <c:pt idx="64">
                  <c:v>1.0593528</c:v>
                </c:pt>
                <c:pt idx="65">
                  <c:v>1.0591745</c:v>
                </c:pt>
                <c:pt idx="66">
                  <c:v>1.0583806</c:v>
                </c:pt>
                <c:pt idx="67">
                  <c:v>1.0571681</c:v>
                </c:pt>
                <c:pt idx="68">
                  <c:v>1.0566317</c:v>
                </c:pt>
                <c:pt idx="69">
                  <c:v>1.055654</c:v>
                </c:pt>
                <c:pt idx="70">
                  <c:v>1.0558082</c:v>
                </c:pt>
                <c:pt idx="71">
                  <c:v>1.054513</c:v>
                </c:pt>
                <c:pt idx="72">
                  <c:v>1.0536445</c:v>
                </c:pt>
                <c:pt idx="73">
                  <c:v>1.0530591</c:v>
                </c:pt>
                <c:pt idx="74">
                  <c:v>1.0520401</c:v>
                </c:pt>
                <c:pt idx="75">
                  <c:v>1.0510677</c:v>
                </c:pt>
                <c:pt idx="76">
                  <c:v>1.0493844</c:v>
                </c:pt>
                <c:pt idx="77">
                  <c:v>1.0482488</c:v>
                </c:pt>
                <c:pt idx="78">
                  <c:v>1.0469677</c:v>
                </c:pt>
                <c:pt idx="79">
                  <c:v>1.0471776</c:v>
                </c:pt>
                <c:pt idx="80">
                  <c:v>1.0459486</c:v>
                </c:pt>
                <c:pt idx="81">
                  <c:v>1.0439215</c:v>
                </c:pt>
                <c:pt idx="82">
                  <c:v>1.0413148</c:v>
                </c:pt>
                <c:pt idx="83">
                  <c:v>1.0395463</c:v>
                </c:pt>
                <c:pt idx="84">
                  <c:v>1.0381023</c:v>
                </c:pt>
                <c:pt idx="85">
                  <c:v>1.0368161</c:v>
                </c:pt>
                <c:pt idx="86">
                  <c:v>1.0340717</c:v>
                </c:pt>
                <c:pt idx="87">
                  <c:v>1.0323069</c:v>
                </c:pt>
                <c:pt idx="88">
                  <c:v>1.0303943</c:v>
                </c:pt>
                <c:pt idx="89">
                  <c:v>1.028523</c:v>
                </c:pt>
                <c:pt idx="90">
                  <c:v>1.0256197</c:v>
                </c:pt>
                <c:pt idx="91">
                  <c:v>1.0225217</c:v>
                </c:pt>
                <c:pt idx="92">
                  <c:v>1.019991</c:v>
                </c:pt>
                <c:pt idx="93">
                  <c:v>1.0169961</c:v>
                </c:pt>
                <c:pt idx="94">
                  <c:v>1.0149592</c:v>
                </c:pt>
                <c:pt idx="95">
                  <c:v>1.0106901</c:v>
                </c:pt>
                <c:pt idx="96">
                  <c:v>1.0069057</c:v>
                </c:pt>
                <c:pt idx="97">
                  <c:v>1.0030581</c:v>
                </c:pt>
                <c:pt idx="98">
                  <c:v>0.99841225</c:v>
                </c:pt>
                <c:pt idx="99">
                  <c:v>0.99332905</c:v>
                </c:pt>
                <c:pt idx="100">
                  <c:v>0.9876104</c:v>
                </c:pt>
                <c:pt idx="101">
                  <c:v>0.98235643</c:v>
                </c:pt>
                <c:pt idx="102">
                  <c:v>0.97706556</c:v>
                </c:pt>
                <c:pt idx="103">
                  <c:v>0.97094226</c:v>
                </c:pt>
                <c:pt idx="104">
                  <c:v>0.96559614</c:v>
                </c:pt>
                <c:pt idx="105">
                  <c:v>0.95950818</c:v>
                </c:pt>
                <c:pt idx="106">
                  <c:v>0.95379245</c:v>
                </c:pt>
                <c:pt idx="107">
                  <c:v>0.94741178</c:v>
                </c:pt>
                <c:pt idx="108">
                  <c:v>0.94151193</c:v>
                </c:pt>
                <c:pt idx="109">
                  <c:v>0.93559986</c:v>
                </c:pt>
                <c:pt idx="110">
                  <c:v>0.92981791</c:v>
                </c:pt>
                <c:pt idx="111">
                  <c:v>0.92412001</c:v>
                </c:pt>
                <c:pt idx="112">
                  <c:v>0.91809165</c:v>
                </c:pt>
                <c:pt idx="113">
                  <c:v>0.9120177</c:v>
                </c:pt>
                <c:pt idx="114">
                  <c:v>0.90607607</c:v>
                </c:pt>
                <c:pt idx="115">
                  <c:v>0.89921862</c:v>
                </c:pt>
                <c:pt idx="116">
                  <c:v>0.89300346</c:v>
                </c:pt>
                <c:pt idx="117">
                  <c:v>0.88724267</c:v>
                </c:pt>
                <c:pt idx="118">
                  <c:v>0.88080907</c:v>
                </c:pt>
              </c:numCache>
            </c:numRef>
          </c:yVal>
        </c:ser>
        <c:ser>
          <c:idx val="28"/>
          <c:order val="28"/>
          <c:tx>
            <c:v>Batch1_cell_033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Data'!$BE$2:$BE$120</c:f>
              <c:numCache>
                <c:formatCode>General</c:formatCode>
                <c:ptCount val="119"/>
                <c:pt idx="0">
                  <c:v>7</c:v>
                </c:pt>
                <c:pt idx="1">
                  <c:v>14</c:v>
                </c:pt>
                <c:pt idx="2">
                  <c:v>20</c:v>
                </c:pt>
                <c:pt idx="3">
                  <c:v>26</c:v>
                </c:pt>
                <c:pt idx="4">
                  <c:v>33</c:v>
                </c:pt>
                <c:pt idx="5">
                  <c:v>39</c:v>
                </c:pt>
                <c:pt idx="6">
                  <c:v>45</c:v>
                </c:pt>
                <c:pt idx="7">
                  <c:v>52</c:v>
                </c:pt>
                <c:pt idx="8">
                  <c:v>58</c:v>
                </c:pt>
                <c:pt idx="9">
                  <c:v>64</c:v>
                </c:pt>
                <c:pt idx="10">
                  <c:v>71</c:v>
                </c:pt>
                <c:pt idx="11">
                  <c:v>77</c:v>
                </c:pt>
                <c:pt idx="12">
                  <c:v>83</c:v>
                </c:pt>
                <c:pt idx="13">
                  <c:v>90</c:v>
                </c:pt>
                <c:pt idx="14">
                  <c:v>96</c:v>
                </c:pt>
                <c:pt idx="15">
                  <c:v>103</c:v>
                </c:pt>
                <c:pt idx="16">
                  <c:v>109</c:v>
                </c:pt>
                <c:pt idx="17">
                  <c:v>115</c:v>
                </c:pt>
                <c:pt idx="18">
                  <c:v>122</c:v>
                </c:pt>
                <c:pt idx="19">
                  <c:v>128</c:v>
                </c:pt>
                <c:pt idx="20">
                  <c:v>134</c:v>
                </c:pt>
                <c:pt idx="21">
                  <c:v>141</c:v>
                </c:pt>
                <c:pt idx="22">
                  <c:v>147</c:v>
                </c:pt>
                <c:pt idx="23">
                  <c:v>153</c:v>
                </c:pt>
                <c:pt idx="24">
                  <c:v>160</c:v>
                </c:pt>
                <c:pt idx="25">
                  <c:v>166</c:v>
                </c:pt>
                <c:pt idx="26">
                  <c:v>172</c:v>
                </c:pt>
                <c:pt idx="27">
                  <c:v>179</c:v>
                </c:pt>
                <c:pt idx="28">
                  <c:v>185</c:v>
                </c:pt>
                <c:pt idx="29">
                  <c:v>191</c:v>
                </c:pt>
                <c:pt idx="30">
                  <c:v>198</c:v>
                </c:pt>
                <c:pt idx="31">
                  <c:v>204</c:v>
                </c:pt>
                <c:pt idx="32">
                  <c:v>210</c:v>
                </c:pt>
                <c:pt idx="33">
                  <c:v>217</c:v>
                </c:pt>
                <c:pt idx="34">
                  <c:v>223</c:v>
                </c:pt>
                <c:pt idx="35">
                  <c:v>229</c:v>
                </c:pt>
                <c:pt idx="36">
                  <c:v>236</c:v>
                </c:pt>
                <c:pt idx="37">
                  <c:v>242</c:v>
                </c:pt>
                <c:pt idx="38">
                  <c:v>248</c:v>
                </c:pt>
                <c:pt idx="39">
                  <c:v>255</c:v>
                </c:pt>
                <c:pt idx="40">
                  <c:v>261</c:v>
                </c:pt>
                <c:pt idx="41">
                  <c:v>267</c:v>
                </c:pt>
                <c:pt idx="42">
                  <c:v>274</c:v>
                </c:pt>
                <c:pt idx="43">
                  <c:v>280</c:v>
                </c:pt>
                <c:pt idx="44">
                  <c:v>287</c:v>
                </c:pt>
                <c:pt idx="45">
                  <c:v>293</c:v>
                </c:pt>
                <c:pt idx="46">
                  <c:v>299</c:v>
                </c:pt>
                <c:pt idx="47">
                  <c:v>306</c:v>
                </c:pt>
                <c:pt idx="48">
                  <c:v>312</c:v>
                </c:pt>
                <c:pt idx="49">
                  <c:v>318</c:v>
                </c:pt>
                <c:pt idx="50">
                  <c:v>325</c:v>
                </c:pt>
                <c:pt idx="51">
                  <c:v>331</c:v>
                </c:pt>
                <c:pt idx="52">
                  <c:v>337</c:v>
                </c:pt>
                <c:pt idx="53">
                  <c:v>344</c:v>
                </c:pt>
                <c:pt idx="54">
                  <c:v>350</c:v>
                </c:pt>
                <c:pt idx="55">
                  <c:v>356</c:v>
                </c:pt>
                <c:pt idx="56">
                  <c:v>363</c:v>
                </c:pt>
                <c:pt idx="57">
                  <c:v>369</c:v>
                </c:pt>
                <c:pt idx="58">
                  <c:v>375</c:v>
                </c:pt>
                <c:pt idx="59">
                  <c:v>382</c:v>
                </c:pt>
                <c:pt idx="60">
                  <c:v>388</c:v>
                </c:pt>
                <c:pt idx="61">
                  <c:v>394</c:v>
                </c:pt>
                <c:pt idx="62">
                  <c:v>401</c:v>
                </c:pt>
                <c:pt idx="63">
                  <c:v>407</c:v>
                </c:pt>
                <c:pt idx="64">
                  <c:v>413</c:v>
                </c:pt>
                <c:pt idx="65">
                  <c:v>420</c:v>
                </c:pt>
                <c:pt idx="66">
                  <c:v>426</c:v>
                </c:pt>
                <c:pt idx="67">
                  <c:v>432</c:v>
                </c:pt>
                <c:pt idx="68">
                  <c:v>439</c:v>
                </c:pt>
                <c:pt idx="69">
                  <c:v>445</c:v>
                </c:pt>
                <c:pt idx="70">
                  <c:v>451</c:v>
                </c:pt>
                <c:pt idx="71">
                  <c:v>458</c:v>
                </c:pt>
                <c:pt idx="72">
                  <c:v>464</c:v>
                </c:pt>
                <c:pt idx="73">
                  <c:v>470</c:v>
                </c:pt>
                <c:pt idx="74">
                  <c:v>477</c:v>
                </c:pt>
                <c:pt idx="75">
                  <c:v>483</c:v>
                </c:pt>
                <c:pt idx="76">
                  <c:v>490</c:v>
                </c:pt>
                <c:pt idx="77">
                  <c:v>496</c:v>
                </c:pt>
                <c:pt idx="78">
                  <c:v>502</c:v>
                </c:pt>
                <c:pt idx="79">
                  <c:v>509</c:v>
                </c:pt>
                <c:pt idx="80">
                  <c:v>515</c:v>
                </c:pt>
                <c:pt idx="81">
                  <c:v>521</c:v>
                </c:pt>
                <c:pt idx="82">
                  <c:v>528</c:v>
                </c:pt>
                <c:pt idx="83">
                  <c:v>534</c:v>
                </c:pt>
                <c:pt idx="84">
                  <c:v>540</c:v>
                </c:pt>
                <c:pt idx="85">
                  <c:v>547</c:v>
                </c:pt>
                <c:pt idx="86">
                  <c:v>553</c:v>
                </c:pt>
                <c:pt idx="87">
                  <c:v>559</c:v>
                </c:pt>
                <c:pt idx="88">
                  <c:v>566</c:v>
                </c:pt>
                <c:pt idx="89">
                  <c:v>572</c:v>
                </c:pt>
                <c:pt idx="90">
                  <c:v>578</c:v>
                </c:pt>
                <c:pt idx="91">
                  <c:v>585</c:v>
                </c:pt>
                <c:pt idx="92">
                  <c:v>591</c:v>
                </c:pt>
                <c:pt idx="93">
                  <c:v>597</c:v>
                </c:pt>
                <c:pt idx="94">
                  <c:v>604</c:v>
                </c:pt>
                <c:pt idx="95">
                  <c:v>610</c:v>
                </c:pt>
                <c:pt idx="96">
                  <c:v>616</c:v>
                </c:pt>
                <c:pt idx="97">
                  <c:v>623</c:v>
                </c:pt>
                <c:pt idx="98">
                  <c:v>629</c:v>
                </c:pt>
                <c:pt idx="99">
                  <c:v>635</c:v>
                </c:pt>
                <c:pt idx="100">
                  <c:v>642</c:v>
                </c:pt>
                <c:pt idx="101">
                  <c:v>648</c:v>
                </c:pt>
                <c:pt idx="102">
                  <c:v>654</c:v>
                </c:pt>
                <c:pt idx="103">
                  <c:v>661</c:v>
                </c:pt>
                <c:pt idx="104">
                  <c:v>667</c:v>
                </c:pt>
                <c:pt idx="105">
                  <c:v>674</c:v>
                </c:pt>
                <c:pt idx="106">
                  <c:v>680</c:v>
                </c:pt>
                <c:pt idx="107">
                  <c:v>686</c:v>
                </c:pt>
                <c:pt idx="108">
                  <c:v>693</c:v>
                </c:pt>
                <c:pt idx="109">
                  <c:v>699</c:v>
                </c:pt>
                <c:pt idx="110">
                  <c:v>705</c:v>
                </c:pt>
                <c:pt idx="111">
                  <c:v>712</c:v>
                </c:pt>
                <c:pt idx="112">
                  <c:v>718</c:v>
                </c:pt>
                <c:pt idx="113">
                  <c:v>724</c:v>
                </c:pt>
                <c:pt idx="114">
                  <c:v>731</c:v>
                </c:pt>
                <c:pt idx="115">
                  <c:v>737</c:v>
                </c:pt>
                <c:pt idx="116">
                  <c:v>743</c:v>
                </c:pt>
                <c:pt idx="117">
                  <c:v>750</c:v>
                </c:pt>
                <c:pt idx="118">
                  <c:v>756</c:v>
                </c:pt>
              </c:numCache>
            </c:numRef>
          </c:xVal>
          <c:yVal>
            <c:numRef>
              <c:f>'Chart Data'!$BF$2:$BF$120</c:f>
              <c:numCache>
                <c:formatCode>General</c:formatCode>
                <c:ptCount val="119"/>
                <c:pt idx="0">
                  <c:v>1.0958574</c:v>
                </c:pt>
                <c:pt idx="1">
                  <c:v>1.0964614</c:v>
                </c:pt>
                <c:pt idx="2">
                  <c:v>1.0964957</c:v>
                </c:pt>
                <c:pt idx="3">
                  <c:v>1.0963809</c:v>
                </c:pt>
                <c:pt idx="4">
                  <c:v>1.0962418</c:v>
                </c:pt>
                <c:pt idx="5">
                  <c:v>1.096189</c:v>
                </c:pt>
                <c:pt idx="6">
                  <c:v>1.0960581</c:v>
                </c:pt>
                <c:pt idx="7">
                  <c:v>1.0964025</c:v>
                </c:pt>
                <c:pt idx="8">
                  <c:v>1.0956687</c:v>
                </c:pt>
                <c:pt idx="9">
                  <c:v>1.0953134</c:v>
                </c:pt>
                <c:pt idx="10">
                  <c:v>1.0949563</c:v>
                </c:pt>
                <c:pt idx="11">
                  <c:v>1.0947393</c:v>
                </c:pt>
                <c:pt idx="12">
                  <c:v>1.0945283</c:v>
                </c:pt>
                <c:pt idx="13">
                  <c:v>1.0942037</c:v>
                </c:pt>
                <c:pt idx="14">
                  <c:v>1.0939144</c:v>
                </c:pt>
                <c:pt idx="15">
                  <c:v>1.0936844</c:v>
                </c:pt>
                <c:pt idx="16">
                  <c:v>1.0932938</c:v>
                </c:pt>
                <c:pt idx="17">
                  <c:v>1.0930861</c:v>
                </c:pt>
                <c:pt idx="18">
                  <c:v>1.0928301</c:v>
                </c:pt>
                <c:pt idx="19">
                  <c:v>1.0925485</c:v>
                </c:pt>
                <c:pt idx="20">
                  <c:v>1.0921513</c:v>
                </c:pt>
                <c:pt idx="21">
                  <c:v>1.0917438</c:v>
                </c:pt>
                <c:pt idx="22">
                  <c:v>1.0914149</c:v>
                </c:pt>
                <c:pt idx="23">
                  <c:v>1.0911511</c:v>
                </c:pt>
                <c:pt idx="24">
                  <c:v>1.0908103</c:v>
                </c:pt>
                <c:pt idx="25">
                  <c:v>1.0904864</c:v>
                </c:pt>
                <c:pt idx="26">
                  <c:v>1.090161</c:v>
                </c:pt>
                <c:pt idx="27">
                  <c:v>1.0902929</c:v>
                </c:pt>
                <c:pt idx="28">
                  <c:v>1.0894611</c:v>
                </c:pt>
                <c:pt idx="29">
                  <c:v>1.089066</c:v>
                </c:pt>
                <c:pt idx="30">
                  <c:v>1.0891346</c:v>
                </c:pt>
                <c:pt idx="31">
                  <c:v>1.0889975</c:v>
                </c:pt>
                <c:pt idx="32">
                  <c:v>1.0886561</c:v>
                </c:pt>
                <c:pt idx="33">
                  <c:v>1.0875359</c:v>
                </c:pt>
                <c:pt idx="34">
                  <c:v>1.0873597</c:v>
                </c:pt>
                <c:pt idx="35">
                  <c:v>1.0867876</c:v>
                </c:pt>
                <c:pt idx="36">
                  <c:v>1.0867945</c:v>
                </c:pt>
                <c:pt idx="37">
                  <c:v>1.0859945</c:v>
                </c:pt>
                <c:pt idx="38">
                  <c:v>1.0855489</c:v>
                </c:pt>
                <c:pt idx="39">
                  <c:v>1.0853019</c:v>
                </c:pt>
                <c:pt idx="40">
                  <c:v>1.0849655</c:v>
                </c:pt>
                <c:pt idx="41">
                  <c:v>1.0843343</c:v>
                </c:pt>
                <c:pt idx="42">
                  <c:v>1.083501</c:v>
                </c:pt>
                <c:pt idx="43">
                  <c:v>1.0831753</c:v>
                </c:pt>
                <c:pt idx="44">
                  <c:v>1.082608</c:v>
                </c:pt>
                <c:pt idx="45">
                  <c:v>1.0827706</c:v>
                </c:pt>
                <c:pt idx="46">
                  <c:v>1.0816543</c:v>
                </c:pt>
                <c:pt idx="47">
                  <c:v>1.0809587</c:v>
                </c:pt>
                <c:pt idx="48">
                  <c:v>1.0804439</c:v>
                </c:pt>
                <c:pt idx="49">
                  <c:v>1.0800371</c:v>
                </c:pt>
                <c:pt idx="50">
                  <c:v>1.0792816</c:v>
                </c:pt>
                <c:pt idx="51">
                  <c:v>1.0787127</c:v>
                </c:pt>
                <c:pt idx="52">
                  <c:v>1.0792925</c:v>
                </c:pt>
                <c:pt idx="53">
                  <c:v>1.0792679</c:v>
                </c:pt>
                <c:pt idx="54">
                  <c:v>1.0794988</c:v>
                </c:pt>
                <c:pt idx="55">
                  <c:v>1.0778939</c:v>
                </c:pt>
                <c:pt idx="56">
                  <c:v>1.0770892</c:v>
                </c:pt>
                <c:pt idx="57">
                  <c:v>1.0765376</c:v>
                </c:pt>
                <c:pt idx="58">
                  <c:v>1.0766761</c:v>
                </c:pt>
                <c:pt idx="59">
                  <c:v>1.0756098</c:v>
                </c:pt>
                <c:pt idx="60">
                  <c:v>1.0746982</c:v>
                </c:pt>
                <c:pt idx="61">
                  <c:v>1.074438</c:v>
                </c:pt>
                <c:pt idx="62">
                  <c:v>1.0735601</c:v>
                </c:pt>
                <c:pt idx="63">
                  <c:v>1.0735848</c:v>
                </c:pt>
                <c:pt idx="64">
                  <c:v>1.0720837</c:v>
                </c:pt>
                <c:pt idx="65">
                  <c:v>1.0711023</c:v>
                </c:pt>
                <c:pt idx="66">
                  <c:v>1.0704018</c:v>
                </c:pt>
                <c:pt idx="67">
                  <c:v>1.0704937</c:v>
                </c:pt>
                <c:pt idx="68">
                  <c:v>1.0688241</c:v>
                </c:pt>
                <c:pt idx="69">
                  <c:v>1.0671558</c:v>
                </c:pt>
                <c:pt idx="70">
                  <c:v>1.0674131</c:v>
                </c:pt>
                <c:pt idx="71">
                  <c:v>1.0662674</c:v>
                </c:pt>
                <c:pt idx="72">
                  <c:v>1.0655763</c:v>
                </c:pt>
                <c:pt idx="73">
                  <c:v>1.0638402</c:v>
                </c:pt>
                <c:pt idx="74">
                  <c:v>1.0625362</c:v>
                </c:pt>
                <c:pt idx="75">
                  <c:v>1.0609328</c:v>
                </c:pt>
                <c:pt idx="76">
                  <c:v>1.0609525</c:v>
                </c:pt>
                <c:pt idx="77">
                  <c:v>1.0591586</c:v>
                </c:pt>
                <c:pt idx="78">
                  <c:v>1.0565548</c:v>
                </c:pt>
                <c:pt idx="79">
                  <c:v>1.0541154</c:v>
                </c:pt>
                <c:pt idx="80">
                  <c:v>1.0526879</c:v>
                </c:pt>
                <c:pt idx="81">
                  <c:v>1.0522608</c:v>
                </c:pt>
                <c:pt idx="82">
                  <c:v>1.0490289</c:v>
                </c:pt>
                <c:pt idx="83">
                  <c:v>1.0473075</c:v>
                </c:pt>
                <c:pt idx="84">
                  <c:v>1.0455509</c:v>
                </c:pt>
                <c:pt idx="85">
                  <c:v>1.0438249</c:v>
                </c:pt>
                <c:pt idx="86">
                  <c:v>1.0413135</c:v>
                </c:pt>
                <c:pt idx="87">
                  <c:v>1.0389912</c:v>
                </c:pt>
                <c:pt idx="88">
                  <c:v>1.0362575</c:v>
                </c:pt>
                <c:pt idx="89">
                  <c:v>1.0339223</c:v>
                </c:pt>
                <c:pt idx="90">
                  <c:v>1.0325794</c:v>
                </c:pt>
                <c:pt idx="91">
                  <c:v>1.0287373</c:v>
                </c:pt>
                <c:pt idx="92">
                  <c:v>1.0257795</c:v>
                </c:pt>
                <c:pt idx="93">
                  <c:v>1.0228593</c:v>
                </c:pt>
                <c:pt idx="94">
                  <c:v>1.01958</c:v>
                </c:pt>
                <c:pt idx="95">
                  <c:v>1.0153095</c:v>
                </c:pt>
                <c:pt idx="96">
                  <c:v>1.0115809</c:v>
                </c:pt>
                <c:pt idx="97">
                  <c:v>1.007001</c:v>
                </c:pt>
                <c:pt idx="98">
                  <c:v>1.002979</c:v>
                </c:pt>
                <c:pt idx="99">
                  <c:v>0.99790925</c:v>
                </c:pt>
                <c:pt idx="100">
                  <c:v>0.99248534</c:v>
                </c:pt>
                <c:pt idx="101">
                  <c:v>0.98732662</c:v>
                </c:pt>
                <c:pt idx="102">
                  <c:v>0.98238367</c:v>
                </c:pt>
                <c:pt idx="103">
                  <c:v>0.97617692</c:v>
                </c:pt>
                <c:pt idx="104">
                  <c:v>0.97085363</c:v>
                </c:pt>
                <c:pt idx="105">
                  <c:v>0.96422166</c:v>
                </c:pt>
                <c:pt idx="106">
                  <c:v>0.95807672</c:v>
                </c:pt>
                <c:pt idx="107">
                  <c:v>0.95207524</c:v>
                </c:pt>
                <c:pt idx="108">
                  <c:v>0.94505018</c:v>
                </c:pt>
                <c:pt idx="109">
                  <c:v>0.93853855</c:v>
                </c:pt>
                <c:pt idx="110">
                  <c:v>0.93221724</c:v>
                </c:pt>
                <c:pt idx="111">
                  <c:v>0.9251371</c:v>
                </c:pt>
                <c:pt idx="112">
                  <c:v>0.91896069</c:v>
                </c:pt>
                <c:pt idx="113">
                  <c:v>0.91239309</c:v>
                </c:pt>
                <c:pt idx="114">
                  <c:v>0.90502495</c:v>
                </c:pt>
                <c:pt idx="115">
                  <c:v>0.89909989</c:v>
                </c:pt>
                <c:pt idx="116">
                  <c:v>0.89357734</c:v>
                </c:pt>
                <c:pt idx="117">
                  <c:v>0.88568318</c:v>
                </c:pt>
                <c:pt idx="118">
                  <c:v>0.88011229</c:v>
                </c:pt>
              </c:numCache>
            </c:numRef>
          </c:yVal>
        </c:ser>
        <c:ser>
          <c:idx val="29"/>
          <c:order val="29"/>
          <c:tx>
            <c:v>Batch1_cell_034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20</c:v>
                </c:pt>
                <c:pt idx="3">
                  <c:v>26</c:v>
                </c:pt>
                <c:pt idx="4">
                  <c:v>32</c:v>
                </c:pt>
                <c:pt idx="5">
                  <c:v>38</c:v>
                </c:pt>
                <c:pt idx="6">
                  <c:v>45</c:v>
                </c:pt>
                <c:pt idx="7">
                  <c:v>51</c:v>
                </c:pt>
                <c:pt idx="8">
                  <c:v>57</c:v>
                </c:pt>
                <c:pt idx="9">
                  <c:v>63</c:v>
                </c:pt>
                <c:pt idx="10">
                  <c:v>69</c:v>
                </c:pt>
                <c:pt idx="11">
                  <c:v>76</c:v>
                </c:pt>
                <c:pt idx="12">
                  <c:v>82</c:v>
                </c:pt>
                <c:pt idx="13">
                  <c:v>88</c:v>
                </c:pt>
                <c:pt idx="14">
                  <c:v>94</c:v>
                </c:pt>
                <c:pt idx="15">
                  <c:v>100</c:v>
                </c:pt>
                <c:pt idx="16">
                  <c:v>107</c:v>
                </c:pt>
                <c:pt idx="17">
                  <c:v>113</c:v>
                </c:pt>
                <c:pt idx="18">
                  <c:v>119</c:v>
                </c:pt>
                <c:pt idx="19">
                  <c:v>125</c:v>
                </c:pt>
                <c:pt idx="20">
                  <c:v>132</c:v>
                </c:pt>
                <c:pt idx="21">
                  <c:v>138</c:v>
                </c:pt>
                <c:pt idx="22">
                  <c:v>144</c:v>
                </c:pt>
                <c:pt idx="23">
                  <c:v>150</c:v>
                </c:pt>
                <c:pt idx="24">
                  <c:v>156</c:v>
                </c:pt>
                <c:pt idx="25">
                  <c:v>163</c:v>
                </c:pt>
                <c:pt idx="26">
                  <c:v>169</c:v>
                </c:pt>
                <c:pt idx="27">
                  <c:v>175</c:v>
                </c:pt>
                <c:pt idx="28">
                  <c:v>181</c:v>
                </c:pt>
                <c:pt idx="29">
                  <c:v>188</c:v>
                </c:pt>
                <c:pt idx="30">
                  <c:v>194</c:v>
                </c:pt>
                <c:pt idx="31">
                  <c:v>200</c:v>
                </c:pt>
                <c:pt idx="32">
                  <c:v>206</c:v>
                </c:pt>
                <c:pt idx="33">
                  <c:v>212</c:v>
                </c:pt>
                <c:pt idx="34">
                  <c:v>219</c:v>
                </c:pt>
                <c:pt idx="35">
                  <c:v>225</c:v>
                </c:pt>
                <c:pt idx="36">
                  <c:v>231</c:v>
                </c:pt>
                <c:pt idx="37">
                  <c:v>237</c:v>
                </c:pt>
                <c:pt idx="38">
                  <c:v>244</c:v>
                </c:pt>
                <c:pt idx="39">
                  <c:v>250</c:v>
                </c:pt>
                <c:pt idx="40">
                  <c:v>256</c:v>
                </c:pt>
                <c:pt idx="41">
                  <c:v>262</c:v>
                </c:pt>
                <c:pt idx="42">
                  <c:v>268</c:v>
                </c:pt>
                <c:pt idx="43">
                  <c:v>275</c:v>
                </c:pt>
                <c:pt idx="44">
                  <c:v>281</c:v>
                </c:pt>
                <c:pt idx="45">
                  <c:v>287</c:v>
                </c:pt>
                <c:pt idx="46">
                  <c:v>293</c:v>
                </c:pt>
                <c:pt idx="47">
                  <c:v>299</c:v>
                </c:pt>
                <c:pt idx="48">
                  <c:v>306</c:v>
                </c:pt>
                <c:pt idx="49">
                  <c:v>312</c:v>
                </c:pt>
                <c:pt idx="50">
                  <c:v>318</c:v>
                </c:pt>
                <c:pt idx="51">
                  <c:v>324</c:v>
                </c:pt>
                <c:pt idx="52">
                  <c:v>331</c:v>
                </c:pt>
                <c:pt idx="53">
                  <c:v>337</c:v>
                </c:pt>
                <c:pt idx="54">
                  <c:v>343</c:v>
                </c:pt>
                <c:pt idx="55">
                  <c:v>349</c:v>
                </c:pt>
                <c:pt idx="56">
                  <c:v>355</c:v>
                </c:pt>
                <c:pt idx="57">
                  <c:v>362</c:v>
                </c:pt>
                <c:pt idx="58">
                  <c:v>368</c:v>
                </c:pt>
                <c:pt idx="59">
                  <c:v>374</c:v>
                </c:pt>
                <c:pt idx="60">
                  <c:v>380</c:v>
                </c:pt>
                <c:pt idx="61">
                  <c:v>387</c:v>
                </c:pt>
                <c:pt idx="62">
                  <c:v>393</c:v>
                </c:pt>
                <c:pt idx="63">
                  <c:v>399</c:v>
                </c:pt>
                <c:pt idx="64">
                  <c:v>405</c:v>
                </c:pt>
                <c:pt idx="65">
                  <c:v>411</c:v>
                </c:pt>
                <c:pt idx="66">
                  <c:v>418</c:v>
                </c:pt>
                <c:pt idx="67">
                  <c:v>424</c:v>
                </c:pt>
                <c:pt idx="68">
                  <c:v>430</c:v>
                </c:pt>
                <c:pt idx="69">
                  <c:v>436</c:v>
                </c:pt>
                <c:pt idx="70">
                  <c:v>443</c:v>
                </c:pt>
                <c:pt idx="71">
                  <c:v>449</c:v>
                </c:pt>
                <c:pt idx="72">
                  <c:v>455</c:v>
                </c:pt>
                <c:pt idx="73">
                  <c:v>461</c:v>
                </c:pt>
                <c:pt idx="74">
                  <c:v>467</c:v>
                </c:pt>
                <c:pt idx="75">
                  <c:v>474</c:v>
                </c:pt>
                <c:pt idx="76">
                  <c:v>480</c:v>
                </c:pt>
                <c:pt idx="77">
                  <c:v>486</c:v>
                </c:pt>
                <c:pt idx="78">
                  <c:v>492</c:v>
                </c:pt>
                <c:pt idx="79">
                  <c:v>498</c:v>
                </c:pt>
                <c:pt idx="80">
                  <c:v>505</c:v>
                </c:pt>
                <c:pt idx="81">
                  <c:v>511</c:v>
                </c:pt>
                <c:pt idx="82">
                  <c:v>517</c:v>
                </c:pt>
                <c:pt idx="83">
                  <c:v>523</c:v>
                </c:pt>
                <c:pt idx="84">
                  <c:v>530</c:v>
                </c:pt>
                <c:pt idx="85">
                  <c:v>536</c:v>
                </c:pt>
                <c:pt idx="86">
                  <c:v>542</c:v>
                </c:pt>
                <c:pt idx="87">
                  <c:v>548</c:v>
                </c:pt>
                <c:pt idx="88">
                  <c:v>554</c:v>
                </c:pt>
                <c:pt idx="89">
                  <c:v>561</c:v>
                </c:pt>
                <c:pt idx="90">
                  <c:v>567</c:v>
                </c:pt>
                <c:pt idx="91">
                  <c:v>573</c:v>
                </c:pt>
                <c:pt idx="92">
                  <c:v>579</c:v>
                </c:pt>
                <c:pt idx="93">
                  <c:v>586</c:v>
                </c:pt>
                <c:pt idx="94">
                  <c:v>592</c:v>
                </c:pt>
                <c:pt idx="95">
                  <c:v>598</c:v>
                </c:pt>
                <c:pt idx="96">
                  <c:v>604</c:v>
                </c:pt>
                <c:pt idx="97">
                  <c:v>610</c:v>
                </c:pt>
                <c:pt idx="98">
                  <c:v>617</c:v>
                </c:pt>
                <c:pt idx="99">
                  <c:v>623</c:v>
                </c:pt>
                <c:pt idx="100">
                  <c:v>629</c:v>
                </c:pt>
                <c:pt idx="101">
                  <c:v>635</c:v>
                </c:pt>
                <c:pt idx="102">
                  <c:v>642</c:v>
                </c:pt>
                <c:pt idx="103">
                  <c:v>648</c:v>
                </c:pt>
                <c:pt idx="104">
                  <c:v>654</c:v>
                </c:pt>
                <c:pt idx="105">
                  <c:v>660</c:v>
                </c:pt>
                <c:pt idx="106">
                  <c:v>666</c:v>
                </c:pt>
                <c:pt idx="107">
                  <c:v>673</c:v>
                </c:pt>
                <c:pt idx="108">
                  <c:v>679</c:v>
                </c:pt>
                <c:pt idx="109">
                  <c:v>685</c:v>
                </c:pt>
                <c:pt idx="110">
                  <c:v>691</c:v>
                </c:pt>
                <c:pt idx="111">
                  <c:v>697</c:v>
                </c:pt>
                <c:pt idx="112">
                  <c:v>704</c:v>
                </c:pt>
                <c:pt idx="113">
                  <c:v>710</c:v>
                </c:pt>
                <c:pt idx="114">
                  <c:v>716</c:v>
                </c:pt>
                <c:pt idx="115">
                  <c:v>722</c:v>
                </c:pt>
                <c:pt idx="116">
                  <c:v>729</c:v>
                </c:pt>
                <c:pt idx="117">
                  <c:v>735</c:v>
                </c:pt>
                <c:pt idx="118">
                  <c:v>741</c:v>
                </c:pt>
              </c:numCache>
            </c:numRef>
          </c:xVal>
          <c:yVal>
            <c:numRef>
              <c:f>'Chart Data'!$BH$2:$BH$120</c:f>
              <c:numCache>
                <c:formatCode>General</c:formatCode>
                <c:ptCount val="119"/>
                <c:pt idx="0">
                  <c:v>1.0790979</c:v>
                </c:pt>
                <c:pt idx="1">
                  <c:v>1.0801984</c:v>
                </c:pt>
                <c:pt idx="2">
                  <c:v>1.0793597</c:v>
                </c:pt>
                <c:pt idx="3">
                  <c:v>1.080523</c:v>
                </c:pt>
                <c:pt idx="4">
                  <c:v>1.0806595</c:v>
                </c:pt>
                <c:pt idx="5">
                  <c:v>1.0806217</c:v>
                </c:pt>
                <c:pt idx="6">
                  <c:v>1.0806106</c:v>
                </c:pt>
                <c:pt idx="7">
                  <c:v>1.0809866</c:v>
                </c:pt>
                <c:pt idx="8">
                  <c:v>1.0804564</c:v>
                </c:pt>
                <c:pt idx="9">
                  <c:v>1.080325</c:v>
                </c:pt>
                <c:pt idx="10">
                  <c:v>1.0801755</c:v>
                </c:pt>
                <c:pt idx="11">
                  <c:v>1.0799905</c:v>
                </c:pt>
                <c:pt idx="12">
                  <c:v>1.0798888</c:v>
                </c:pt>
                <c:pt idx="13">
                  <c:v>1.0797307</c:v>
                </c:pt>
                <c:pt idx="14">
                  <c:v>1.079632</c:v>
                </c:pt>
                <c:pt idx="15">
                  <c:v>1.0794187</c:v>
                </c:pt>
                <c:pt idx="16">
                  <c:v>1.0791841</c:v>
                </c:pt>
                <c:pt idx="17">
                  <c:v>1.0789979</c:v>
                </c:pt>
                <c:pt idx="18">
                  <c:v>1.0787858</c:v>
                </c:pt>
                <c:pt idx="19">
                  <c:v>1.0785079</c:v>
                </c:pt>
                <c:pt idx="20">
                  <c:v>1.0782342</c:v>
                </c:pt>
                <c:pt idx="21">
                  <c:v>1.0779759</c:v>
                </c:pt>
                <c:pt idx="22">
                  <c:v>1.0777657</c:v>
                </c:pt>
                <c:pt idx="23">
                  <c:v>1.0775008</c:v>
                </c:pt>
                <c:pt idx="24">
                  <c:v>1.0772947</c:v>
                </c:pt>
                <c:pt idx="25">
                  <c:v>1.0769291</c:v>
                </c:pt>
                <c:pt idx="26">
                  <c:v>1.0768381</c:v>
                </c:pt>
                <c:pt idx="27">
                  <c:v>1.0769055</c:v>
                </c:pt>
                <c:pt idx="28">
                  <c:v>1.0762452</c:v>
                </c:pt>
                <c:pt idx="29">
                  <c:v>1.0758494</c:v>
                </c:pt>
                <c:pt idx="30">
                  <c:v>1.0759637</c:v>
                </c:pt>
                <c:pt idx="31">
                  <c:v>1.0753665</c:v>
                </c:pt>
                <c:pt idx="32">
                  <c:v>1.0756636</c:v>
                </c:pt>
                <c:pt idx="33">
                  <c:v>1.0746589</c:v>
                </c:pt>
                <c:pt idx="34">
                  <c:v>1.0743333</c:v>
                </c:pt>
                <c:pt idx="35">
                  <c:v>1.0741256</c:v>
                </c:pt>
                <c:pt idx="36">
                  <c:v>1.0740391</c:v>
                </c:pt>
                <c:pt idx="37">
                  <c:v>1.0734292</c:v>
                </c:pt>
                <c:pt idx="38">
                  <c:v>1.0729804</c:v>
                </c:pt>
                <c:pt idx="39">
                  <c:v>1.0729098</c:v>
                </c:pt>
                <c:pt idx="40">
                  <c:v>1.0723119</c:v>
                </c:pt>
                <c:pt idx="41">
                  <c:v>1.0724219</c:v>
                </c:pt>
                <c:pt idx="42">
                  <c:v>1.0716095</c:v>
                </c:pt>
                <c:pt idx="43">
                  <c:v>1.069894</c:v>
                </c:pt>
                <c:pt idx="44">
                  <c:v>1.0707905</c:v>
                </c:pt>
                <c:pt idx="45">
                  <c:v>1.0706912</c:v>
                </c:pt>
                <c:pt idx="46">
                  <c:v>1.0703896</c:v>
                </c:pt>
                <c:pt idx="47">
                  <c:v>1.0695958</c:v>
                </c:pt>
                <c:pt idx="48">
                  <c:v>1.0691897</c:v>
                </c:pt>
                <c:pt idx="49">
                  <c:v>1.0687816</c:v>
                </c:pt>
                <c:pt idx="50">
                  <c:v>1.0686604</c:v>
                </c:pt>
                <c:pt idx="51">
                  <c:v>1.0679466</c:v>
                </c:pt>
                <c:pt idx="52">
                  <c:v>1.0673851</c:v>
                </c:pt>
                <c:pt idx="53">
                  <c:v>1.068217</c:v>
                </c:pt>
                <c:pt idx="54">
                  <c:v>1.068405</c:v>
                </c:pt>
                <c:pt idx="55">
                  <c:v>1.0683035</c:v>
                </c:pt>
                <c:pt idx="56">
                  <c:v>1.0669582</c:v>
                </c:pt>
                <c:pt idx="57">
                  <c:v>1.0663892</c:v>
                </c:pt>
                <c:pt idx="58">
                  <c:v>1.0646496</c:v>
                </c:pt>
                <c:pt idx="59">
                  <c:v>1.064979</c:v>
                </c:pt>
                <c:pt idx="60">
                  <c:v>1.0652623</c:v>
                </c:pt>
                <c:pt idx="61">
                  <c:v>1.0645182</c:v>
                </c:pt>
                <c:pt idx="62">
                  <c:v>1.0641191</c:v>
                </c:pt>
                <c:pt idx="63">
                  <c:v>1.0635773</c:v>
                </c:pt>
                <c:pt idx="64">
                  <c:v>1.0636159</c:v>
                </c:pt>
                <c:pt idx="65">
                  <c:v>1.0623411</c:v>
                </c:pt>
                <c:pt idx="66">
                  <c:v>1.0614889</c:v>
                </c:pt>
                <c:pt idx="67">
                  <c:v>1.0609312</c:v>
                </c:pt>
                <c:pt idx="68">
                  <c:v>1.0612578</c:v>
                </c:pt>
                <c:pt idx="69">
                  <c:v>1.0599557</c:v>
                </c:pt>
                <c:pt idx="70">
                  <c:v>1.0593399</c:v>
                </c:pt>
                <c:pt idx="71">
                  <c:v>1.0587887</c:v>
                </c:pt>
                <c:pt idx="72">
                  <c:v>1.05821</c:v>
                </c:pt>
                <c:pt idx="73">
                  <c:v>1.0578465</c:v>
                </c:pt>
                <c:pt idx="74">
                  <c:v>1.0565848</c:v>
                </c:pt>
                <c:pt idx="75">
                  <c:v>1.055611</c:v>
                </c:pt>
                <c:pt idx="76">
                  <c:v>1.0549778</c:v>
                </c:pt>
                <c:pt idx="77">
                  <c:v>1.0546794</c:v>
                </c:pt>
                <c:pt idx="78">
                  <c:v>1.0533329</c:v>
                </c:pt>
                <c:pt idx="79">
                  <c:v>1.0515097</c:v>
                </c:pt>
                <c:pt idx="80">
                  <c:v>1.0498379</c:v>
                </c:pt>
                <c:pt idx="81">
                  <c:v>1.0487156</c:v>
                </c:pt>
                <c:pt idx="82">
                  <c:v>1.0483745</c:v>
                </c:pt>
                <c:pt idx="83">
                  <c:v>1.0465435</c:v>
                </c:pt>
                <c:pt idx="84">
                  <c:v>1.0450891</c:v>
                </c:pt>
                <c:pt idx="85">
                  <c:v>1.0436482</c:v>
                </c:pt>
                <c:pt idx="86">
                  <c:v>1.0425265</c:v>
                </c:pt>
                <c:pt idx="87">
                  <c:v>1.0409786</c:v>
                </c:pt>
                <c:pt idx="88">
                  <c:v>1.0390189</c:v>
                </c:pt>
                <c:pt idx="89">
                  <c:v>1.0370395</c:v>
                </c:pt>
                <c:pt idx="90">
                  <c:v>1.0349448</c:v>
                </c:pt>
                <c:pt idx="91">
                  <c:v>1.0341569</c:v>
                </c:pt>
                <c:pt idx="92">
                  <c:v>1.031382</c:v>
                </c:pt>
                <c:pt idx="93">
                  <c:v>1.0283822</c:v>
                </c:pt>
                <c:pt idx="94">
                  <c:v>1.0255933</c:v>
                </c:pt>
                <c:pt idx="95">
                  <c:v>1.0229445</c:v>
                </c:pt>
                <c:pt idx="96">
                  <c:v>1.0206769</c:v>
                </c:pt>
                <c:pt idx="97">
                  <c:v>1.0169902</c:v>
                </c:pt>
                <c:pt idx="98">
                  <c:v>1.0129249</c:v>
                </c:pt>
                <c:pt idx="99">
                  <c:v>1.0093807</c:v>
                </c:pt>
                <c:pt idx="100">
                  <c:v>1.0048553</c:v>
                </c:pt>
                <c:pt idx="101">
                  <c:v>1.0007545</c:v>
                </c:pt>
                <c:pt idx="102">
                  <c:v>0.99514461</c:v>
                </c:pt>
                <c:pt idx="103">
                  <c:v>0.98950839</c:v>
                </c:pt>
                <c:pt idx="104">
                  <c:v>0.98393589</c:v>
                </c:pt>
                <c:pt idx="105">
                  <c:v>0.9776867</c:v>
                </c:pt>
                <c:pt idx="106">
                  <c:v>0.97147048</c:v>
                </c:pt>
                <c:pt idx="107">
                  <c:v>0.96334594</c:v>
                </c:pt>
                <c:pt idx="108">
                  <c:v>0.95657593</c:v>
                </c:pt>
                <c:pt idx="109">
                  <c:v>0.94931787</c:v>
                </c:pt>
                <c:pt idx="110">
                  <c:v>0.94258642</c:v>
                </c:pt>
                <c:pt idx="111">
                  <c:v>0.93556136</c:v>
                </c:pt>
                <c:pt idx="112">
                  <c:v>0.92718005</c:v>
                </c:pt>
                <c:pt idx="113">
                  <c:v>0.91999543</c:v>
                </c:pt>
                <c:pt idx="114">
                  <c:v>0.91256922</c:v>
                </c:pt>
                <c:pt idx="115">
                  <c:v>0.90584004</c:v>
                </c:pt>
                <c:pt idx="116">
                  <c:v>0.89698744</c:v>
                </c:pt>
                <c:pt idx="117">
                  <c:v>0.89001167</c:v>
                </c:pt>
                <c:pt idx="118">
                  <c:v>0.88205445</c:v>
                </c:pt>
              </c:numCache>
            </c:numRef>
          </c:yVal>
        </c:ser>
        <c:ser>
          <c:idx val="30"/>
          <c:order val="30"/>
          <c:tx>
            <c:v>Batch1_cell_035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25</c:v>
                </c:pt>
                <c:pt idx="4">
                  <c:v>30</c:v>
                </c:pt>
                <c:pt idx="5">
                  <c:v>36</c:v>
                </c:pt>
                <c:pt idx="6">
                  <c:v>42</c:v>
                </c:pt>
                <c:pt idx="7">
                  <c:v>48</c:v>
                </c:pt>
                <c:pt idx="8">
                  <c:v>54</c:v>
                </c:pt>
                <c:pt idx="9">
                  <c:v>60</c:v>
                </c:pt>
                <c:pt idx="10">
                  <c:v>66</c:v>
                </c:pt>
                <c:pt idx="11">
                  <c:v>72</c:v>
                </c:pt>
                <c:pt idx="12">
                  <c:v>78</c:v>
                </c:pt>
                <c:pt idx="13">
                  <c:v>83</c:v>
                </c:pt>
                <c:pt idx="14">
                  <c:v>89</c:v>
                </c:pt>
                <c:pt idx="15">
                  <c:v>95</c:v>
                </c:pt>
                <c:pt idx="16">
                  <c:v>101</c:v>
                </c:pt>
                <c:pt idx="17">
                  <c:v>107</c:v>
                </c:pt>
                <c:pt idx="18">
                  <c:v>113</c:v>
                </c:pt>
                <c:pt idx="19">
                  <c:v>119</c:v>
                </c:pt>
                <c:pt idx="20">
                  <c:v>125</c:v>
                </c:pt>
                <c:pt idx="21">
                  <c:v>131</c:v>
                </c:pt>
                <c:pt idx="22">
                  <c:v>136</c:v>
                </c:pt>
                <c:pt idx="23">
                  <c:v>142</c:v>
                </c:pt>
                <c:pt idx="24">
                  <c:v>148</c:v>
                </c:pt>
                <c:pt idx="25">
                  <c:v>154</c:v>
                </c:pt>
                <c:pt idx="26">
                  <c:v>160</c:v>
                </c:pt>
                <c:pt idx="27">
                  <c:v>166</c:v>
                </c:pt>
                <c:pt idx="28">
                  <c:v>172</c:v>
                </c:pt>
                <c:pt idx="29">
                  <c:v>178</c:v>
                </c:pt>
                <c:pt idx="30">
                  <c:v>184</c:v>
                </c:pt>
                <c:pt idx="31">
                  <c:v>190</c:v>
                </c:pt>
                <c:pt idx="32">
                  <c:v>195</c:v>
                </c:pt>
                <c:pt idx="33">
                  <c:v>201</c:v>
                </c:pt>
                <c:pt idx="34">
                  <c:v>207</c:v>
                </c:pt>
                <c:pt idx="35">
                  <c:v>213</c:v>
                </c:pt>
                <c:pt idx="36">
                  <c:v>219</c:v>
                </c:pt>
                <c:pt idx="37">
                  <c:v>225</c:v>
                </c:pt>
                <c:pt idx="38">
                  <c:v>231</c:v>
                </c:pt>
                <c:pt idx="39">
                  <c:v>237</c:v>
                </c:pt>
                <c:pt idx="40">
                  <c:v>243</c:v>
                </c:pt>
                <c:pt idx="41">
                  <c:v>248</c:v>
                </c:pt>
                <c:pt idx="42">
                  <c:v>254</c:v>
                </c:pt>
                <c:pt idx="43">
                  <c:v>260</c:v>
                </c:pt>
                <c:pt idx="44">
                  <c:v>266</c:v>
                </c:pt>
                <c:pt idx="45">
                  <c:v>272</c:v>
                </c:pt>
                <c:pt idx="46">
                  <c:v>278</c:v>
                </c:pt>
                <c:pt idx="47">
                  <c:v>284</c:v>
                </c:pt>
                <c:pt idx="48">
                  <c:v>290</c:v>
                </c:pt>
                <c:pt idx="49">
                  <c:v>296</c:v>
                </c:pt>
                <c:pt idx="50">
                  <c:v>301</c:v>
                </c:pt>
                <c:pt idx="51">
                  <c:v>307</c:v>
                </c:pt>
                <c:pt idx="52">
                  <c:v>313</c:v>
                </c:pt>
                <c:pt idx="53">
                  <c:v>319</c:v>
                </c:pt>
                <c:pt idx="54">
                  <c:v>325</c:v>
                </c:pt>
                <c:pt idx="55">
                  <c:v>331</c:v>
                </c:pt>
                <c:pt idx="56">
                  <c:v>337</c:v>
                </c:pt>
                <c:pt idx="57">
                  <c:v>343</c:v>
                </c:pt>
                <c:pt idx="58">
                  <c:v>349</c:v>
                </c:pt>
                <c:pt idx="59">
                  <c:v>354</c:v>
                </c:pt>
                <c:pt idx="60">
                  <c:v>360</c:v>
                </c:pt>
                <c:pt idx="61">
                  <c:v>366</c:v>
                </c:pt>
                <c:pt idx="62">
                  <c:v>372</c:v>
                </c:pt>
                <c:pt idx="63">
                  <c:v>378</c:v>
                </c:pt>
                <c:pt idx="64">
                  <c:v>384</c:v>
                </c:pt>
                <c:pt idx="65">
                  <c:v>390</c:v>
                </c:pt>
                <c:pt idx="66">
                  <c:v>396</c:v>
                </c:pt>
                <c:pt idx="67">
                  <c:v>402</c:v>
                </c:pt>
                <c:pt idx="68">
                  <c:v>407</c:v>
                </c:pt>
                <c:pt idx="69">
                  <c:v>413</c:v>
                </c:pt>
                <c:pt idx="70">
                  <c:v>419</c:v>
                </c:pt>
                <c:pt idx="71">
                  <c:v>425</c:v>
                </c:pt>
                <c:pt idx="72">
                  <c:v>431</c:v>
                </c:pt>
                <c:pt idx="73">
                  <c:v>437</c:v>
                </c:pt>
                <c:pt idx="74">
                  <c:v>443</c:v>
                </c:pt>
                <c:pt idx="75">
                  <c:v>449</c:v>
                </c:pt>
                <c:pt idx="76">
                  <c:v>455</c:v>
                </c:pt>
                <c:pt idx="77">
                  <c:v>460</c:v>
                </c:pt>
                <c:pt idx="78">
                  <c:v>466</c:v>
                </c:pt>
                <c:pt idx="79">
                  <c:v>472</c:v>
                </c:pt>
                <c:pt idx="80">
                  <c:v>478</c:v>
                </c:pt>
                <c:pt idx="81">
                  <c:v>484</c:v>
                </c:pt>
                <c:pt idx="82">
                  <c:v>490</c:v>
                </c:pt>
                <c:pt idx="83">
                  <c:v>496</c:v>
                </c:pt>
                <c:pt idx="84">
                  <c:v>502</c:v>
                </c:pt>
                <c:pt idx="85">
                  <c:v>508</c:v>
                </c:pt>
                <c:pt idx="86">
                  <c:v>513</c:v>
                </c:pt>
                <c:pt idx="87">
                  <c:v>519</c:v>
                </c:pt>
                <c:pt idx="88">
                  <c:v>525</c:v>
                </c:pt>
                <c:pt idx="89">
                  <c:v>531</c:v>
                </c:pt>
                <c:pt idx="90">
                  <c:v>537</c:v>
                </c:pt>
                <c:pt idx="91">
                  <c:v>543</c:v>
                </c:pt>
                <c:pt idx="92">
                  <c:v>549</c:v>
                </c:pt>
                <c:pt idx="93">
                  <c:v>555</c:v>
                </c:pt>
                <c:pt idx="94">
                  <c:v>561</c:v>
                </c:pt>
                <c:pt idx="95">
                  <c:v>567</c:v>
                </c:pt>
                <c:pt idx="96">
                  <c:v>572</c:v>
                </c:pt>
                <c:pt idx="97">
                  <c:v>578</c:v>
                </c:pt>
                <c:pt idx="98">
                  <c:v>584</c:v>
                </c:pt>
                <c:pt idx="99">
                  <c:v>590</c:v>
                </c:pt>
                <c:pt idx="100">
                  <c:v>596</c:v>
                </c:pt>
                <c:pt idx="101">
                  <c:v>602</c:v>
                </c:pt>
                <c:pt idx="102">
                  <c:v>608</c:v>
                </c:pt>
                <c:pt idx="103">
                  <c:v>614</c:v>
                </c:pt>
                <c:pt idx="104">
                  <c:v>620</c:v>
                </c:pt>
                <c:pt idx="105">
                  <c:v>625</c:v>
                </c:pt>
                <c:pt idx="106">
                  <c:v>631</c:v>
                </c:pt>
                <c:pt idx="107">
                  <c:v>637</c:v>
                </c:pt>
                <c:pt idx="108">
                  <c:v>643</c:v>
                </c:pt>
                <c:pt idx="109">
                  <c:v>649</c:v>
                </c:pt>
                <c:pt idx="110">
                  <c:v>655</c:v>
                </c:pt>
                <c:pt idx="111">
                  <c:v>661</c:v>
                </c:pt>
                <c:pt idx="112">
                  <c:v>667</c:v>
                </c:pt>
                <c:pt idx="113">
                  <c:v>673</c:v>
                </c:pt>
                <c:pt idx="114">
                  <c:v>678</c:v>
                </c:pt>
                <c:pt idx="115">
                  <c:v>684</c:v>
                </c:pt>
                <c:pt idx="116">
                  <c:v>690</c:v>
                </c:pt>
                <c:pt idx="117">
                  <c:v>696</c:v>
                </c:pt>
                <c:pt idx="118">
                  <c:v>702</c:v>
                </c:pt>
              </c:numCache>
            </c:numRef>
          </c:xVal>
          <c:yVal>
            <c:numRef>
              <c:f>'Chart Data'!$BJ$2:$BJ$120</c:f>
              <c:numCache>
                <c:formatCode>General</c:formatCode>
                <c:ptCount val="119"/>
                <c:pt idx="0">
                  <c:v>1.0736374</c:v>
                </c:pt>
                <c:pt idx="1">
                  <c:v>1.0743828</c:v>
                </c:pt>
                <c:pt idx="2">
                  <c:v>1.0746566</c:v>
                </c:pt>
                <c:pt idx="3">
                  <c:v>1.0748736</c:v>
                </c:pt>
                <c:pt idx="4">
                  <c:v>1.0749711</c:v>
                </c:pt>
                <c:pt idx="5">
                  <c:v>1.0749905</c:v>
                </c:pt>
                <c:pt idx="6">
                  <c:v>1.0749636</c:v>
                </c:pt>
                <c:pt idx="7">
                  <c:v>1.0749154</c:v>
                </c:pt>
                <c:pt idx="8">
                  <c:v>1.0758115</c:v>
                </c:pt>
                <c:pt idx="9">
                  <c:v>1.0736266</c:v>
                </c:pt>
                <c:pt idx="10">
                  <c:v>1.0747944</c:v>
                </c:pt>
                <c:pt idx="11">
                  <c:v>1.0746617</c:v>
                </c:pt>
                <c:pt idx="12">
                  <c:v>1.0746187</c:v>
                </c:pt>
                <c:pt idx="13">
                  <c:v>1.073137</c:v>
                </c:pt>
                <c:pt idx="14">
                  <c:v>1.0742555</c:v>
                </c:pt>
                <c:pt idx="15">
                  <c:v>1.07411</c:v>
                </c:pt>
                <c:pt idx="16">
                  <c:v>1.0739355</c:v>
                </c:pt>
                <c:pt idx="17">
                  <c:v>1.0737638</c:v>
                </c:pt>
                <c:pt idx="18">
                  <c:v>1.0736147</c:v>
                </c:pt>
                <c:pt idx="19">
                  <c:v>1.0734714</c:v>
                </c:pt>
                <c:pt idx="20">
                  <c:v>1.073298</c:v>
                </c:pt>
                <c:pt idx="21">
                  <c:v>1.073109</c:v>
                </c:pt>
                <c:pt idx="22">
                  <c:v>1.0728511</c:v>
                </c:pt>
                <c:pt idx="23">
                  <c:v>1.0727451</c:v>
                </c:pt>
                <c:pt idx="24">
                  <c:v>1.0724716</c:v>
                </c:pt>
                <c:pt idx="25">
                  <c:v>1.0722746</c:v>
                </c:pt>
                <c:pt idx="26">
                  <c:v>1.0719901</c:v>
                </c:pt>
                <c:pt idx="27">
                  <c:v>1.0721674</c:v>
                </c:pt>
                <c:pt idx="28">
                  <c:v>1.0717789</c:v>
                </c:pt>
                <c:pt idx="29">
                  <c:v>1.0716405</c:v>
                </c:pt>
                <c:pt idx="30">
                  <c:v>1.0710299</c:v>
                </c:pt>
                <c:pt idx="31">
                  <c:v>1.0708096</c:v>
                </c:pt>
                <c:pt idx="32">
                  <c:v>1.0708302</c:v>
                </c:pt>
                <c:pt idx="33">
                  <c:v>1.0709175</c:v>
                </c:pt>
                <c:pt idx="34">
                  <c:v>1.0703545</c:v>
                </c:pt>
                <c:pt idx="35">
                  <c:v>1.0698345</c:v>
                </c:pt>
                <c:pt idx="36">
                  <c:v>1.0696986</c:v>
                </c:pt>
                <c:pt idx="37">
                  <c:v>1.0692334</c:v>
                </c:pt>
                <c:pt idx="38">
                  <c:v>1.0693508</c:v>
                </c:pt>
                <c:pt idx="39">
                  <c:v>1.0685799</c:v>
                </c:pt>
                <c:pt idx="40">
                  <c:v>1.0682176</c:v>
                </c:pt>
                <c:pt idx="41">
                  <c:v>1.068258</c:v>
                </c:pt>
                <c:pt idx="42">
                  <c:v>1.0669147</c:v>
                </c:pt>
                <c:pt idx="43">
                  <c:v>1.0677103</c:v>
                </c:pt>
                <c:pt idx="44">
                  <c:v>1.066936</c:v>
                </c:pt>
                <c:pt idx="45">
                  <c:v>1.0665325</c:v>
                </c:pt>
                <c:pt idx="46">
                  <c:v>1.0650688</c:v>
                </c:pt>
                <c:pt idx="47">
                  <c:v>1.0661359</c:v>
                </c:pt>
                <c:pt idx="48">
                  <c:v>1.0658301</c:v>
                </c:pt>
                <c:pt idx="49">
                  <c:v>1.0648998</c:v>
                </c:pt>
                <c:pt idx="50">
                  <c:v>1.0633299</c:v>
                </c:pt>
                <c:pt idx="51">
                  <c:v>1.0640882</c:v>
                </c:pt>
                <c:pt idx="52">
                  <c:v>1.0639099</c:v>
                </c:pt>
                <c:pt idx="53">
                  <c:v>1.0631905</c:v>
                </c:pt>
                <c:pt idx="54">
                  <c:v>1.0627509</c:v>
                </c:pt>
                <c:pt idx="55">
                  <c:v>1.0633179</c:v>
                </c:pt>
                <c:pt idx="56">
                  <c:v>1.0631251</c:v>
                </c:pt>
                <c:pt idx="57">
                  <c:v>1.0635169</c:v>
                </c:pt>
                <c:pt idx="58">
                  <c:v>1.0621336</c:v>
                </c:pt>
                <c:pt idx="59">
                  <c:v>1.0615296</c:v>
                </c:pt>
                <c:pt idx="60">
                  <c:v>1.061152</c:v>
                </c:pt>
                <c:pt idx="61">
                  <c:v>1.0607024</c:v>
                </c:pt>
                <c:pt idx="62">
                  <c:v>1.0607009</c:v>
                </c:pt>
                <c:pt idx="63">
                  <c:v>1.0593009</c:v>
                </c:pt>
                <c:pt idx="64">
                  <c:v>1.0586749</c:v>
                </c:pt>
                <c:pt idx="65">
                  <c:v>1.0581074</c:v>
                </c:pt>
                <c:pt idx="66">
                  <c:v>1.0580617</c:v>
                </c:pt>
                <c:pt idx="67">
                  <c:v>1.0571725</c:v>
                </c:pt>
                <c:pt idx="68">
                  <c:v>1.0561757</c:v>
                </c:pt>
                <c:pt idx="69">
                  <c:v>1.0555595</c:v>
                </c:pt>
                <c:pt idx="70">
                  <c:v>1.0547104</c:v>
                </c:pt>
                <c:pt idx="71">
                  <c:v>1.0545908</c:v>
                </c:pt>
                <c:pt idx="72">
                  <c:v>1.0528754</c:v>
                </c:pt>
                <c:pt idx="73">
                  <c:v>1.0520626</c:v>
                </c:pt>
                <c:pt idx="74">
                  <c:v>1.0515566</c:v>
                </c:pt>
                <c:pt idx="75">
                  <c:v>1.0503546</c:v>
                </c:pt>
                <c:pt idx="76">
                  <c:v>1.0498458</c:v>
                </c:pt>
                <c:pt idx="77">
                  <c:v>1.0484365</c:v>
                </c:pt>
                <c:pt idx="78">
                  <c:v>1.0471565</c:v>
                </c:pt>
                <c:pt idx="79">
                  <c:v>1.0459678</c:v>
                </c:pt>
                <c:pt idx="80">
                  <c:v>1.0451095</c:v>
                </c:pt>
                <c:pt idx="81">
                  <c:v>1.0442656</c:v>
                </c:pt>
                <c:pt idx="82">
                  <c:v>1.0420541</c:v>
                </c:pt>
                <c:pt idx="83">
                  <c:v>1.0391222</c:v>
                </c:pt>
                <c:pt idx="84">
                  <c:v>1.0364686</c:v>
                </c:pt>
                <c:pt idx="85">
                  <c:v>1.0363568</c:v>
                </c:pt>
                <c:pt idx="86">
                  <c:v>1.0345449</c:v>
                </c:pt>
                <c:pt idx="87">
                  <c:v>1.031938</c:v>
                </c:pt>
                <c:pt idx="88">
                  <c:v>1.0300087</c:v>
                </c:pt>
                <c:pt idx="89">
                  <c:v>1.0266649</c:v>
                </c:pt>
                <c:pt idx="90">
                  <c:v>1.0254741</c:v>
                </c:pt>
                <c:pt idx="91">
                  <c:v>1.0228751</c:v>
                </c:pt>
                <c:pt idx="92">
                  <c:v>1.0194229</c:v>
                </c:pt>
                <c:pt idx="93">
                  <c:v>1.0168258</c:v>
                </c:pt>
                <c:pt idx="94">
                  <c:v>1.0131981</c:v>
                </c:pt>
                <c:pt idx="95">
                  <c:v>1.0102633</c:v>
                </c:pt>
                <c:pt idx="96">
                  <c:v>1.0064731</c:v>
                </c:pt>
                <c:pt idx="97">
                  <c:v>1.0023832</c:v>
                </c:pt>
                <c:pt idx="98">
                  <c:v>0.99831772</c:v>
                </c:pt>
                <c:pt idx="99">
                  <c:v>0.99411589</c:v>
                </c:pt>
                <c:pt idx="100">
                  <c:v>0.98924774</c:v>
                </c:pt>
                <c:pt idx="101">
                  <c:v>0.98375338</c:v>
                </c:pt>
                <c:pt idx="102">
                  <c:v>0.97925234</c:v>
                </c:pt>
                <c:pt idx="103">
                  <c:v>0.97337204</c:v>
                </c:pt>
                <c:pt idx="104">
                  <c:v>0.96782559</c:v>
                </c:pt>
                <c:pt idx="105">
                  <c:v>0.96326256</c:v>
                </c:pt>
                <c:pt idx="106">
                  <c:v>0.95753682</c:v>
                </c:pt>
                <c:pt idx="107">
                  <c:v>0.95130378</c:v>
                </c:pt>
                <c:pt idx="108">
                  <c:v>0.94523895</c:v>
                </c:pt>
                <c:pt idx="109">
                  <c:v>0.9392013</c:v>
                </c:pt>
                <c:pt idx="110">
                  <c:v>0.93297327</c:v>
                </c:pt>
                <c:pt idx="111">
                  <c:v>0.92667502</c:v>
                </c:pt>
                <c:pt idx="112">
                  <c:v>0.92022598</c:v>
                </c:pt>
                <c:pt idx="113">
                  <c:v>0.91378427</c:v>
                </c:pt>
                <c:pt idx="114">
                  <c:v>0.90776038</c:v>
                </c:pt>
                <c:pt idx="115">
                  <c:v>0.90037948</c:v>
                </c:pt>
                <c:pt idx="116">
                  <c:v>0.89446616</c:v>
                </c:pt>
                <c:pt idx="117">
                  <c:v>0.88766068</c:v>
                </c:pt>
                <c:pt idx="118">
                  <c:v>0.8802399</c:v>
                </c:pt>
              </c:numCache>
            </c:numRef>
          </c:yVal>
        </c:ser>
        <c:ser>
          <c:idx val="31"/>
          <c:order val="31"/>
          <c:tx>
            <c:v>Batch1_cell_036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25</c:v>
                </c:pt>
                <c:pt idx="4">
                  <c:v>30</c:v>
                </c:pt>
                <c:pt idx="5">
                  <c:v>36</c:v>
                </c:pt>
                <c:pt idx="6">
                  <c:v>42</c:v>
                </c:pt>
                <c:pt idx="7">
                  <c:v>48</c:v>
                </c:pt>
                <c:pt idx="8">
                  <c:v>54</c:v>
                </c:pt>
                <c:pt idx="9">
                  <c:v>60</c:v>
                </c:pt>
                <c:pt idx="10">
                  <c:v>66</c:v>
                </c:pt>
                <c:pt idx="11">
                  <c:v>72</c:v>
                </c:pt>
                <c:pt idx="12">
                  <c:v>78</c:v>
                </c:pt>
                <c:pt idx="13">
                  <c:v>84</c:v>
                </c:pt>
                <c:pt idx="14">
                  <c:v>89</c:v>
                </c:pt>
                <c:pt idx="15">
                  <c:v>95</c:v>
                </c:pt>
                <c:pt idx="16">
                  <c:v>101</c:v>
                </c:pt>
                <c:pt idx="17">
                  <c:v>107</c:v>
                </c:pt>
                <c:pt idx="18">
                  <c:v>113</c:v>
                </c:pt>
                <c:pt idx="19">
                  <c:v>119</c:v>
                </c:pt>
                <c:pt idx="20">
                  <c:v>125</c:v>
                </c:pt>
                <c:pt idx="21">
                  <c:v>131</c:v>
                </c:pt>
                <c:pt idx="22">
                  <c:v>137</c:v>
                </c:pt>
                <c:pt idx="23">
                  <c:v>143</c:v>
                </c:pt>
                <c:pt idx="24">
                  <c:v>148</c:v>
                </c:pt>
                <c:pt idx="25">
                  <c:v>154</c:v>
                </c:pt>
                <c:pt idx="26">
                  <c:v>160</c:v>
                </c:pt>
                <c:pt idx="27">
                  <c:v>166</c:v>
                </c:pt>
                <c:pt idx="28">
                  <c:v>172</c:v>
                </c:pt>
                <c:pt idx="29">
                  <c:v>178</c:v>
                </c:pt>
                <c:pt idx="30">
                  <c:v>184</c:v>
                </c:pt>
                <c:pt idx="31">
                  <c:v>190</c:v>
                </c:pt>
                <c:pt idx="32">
                  <c:v>196</c:v>
                </c:pt>
                <c:pt idx="33">
                  <c:v>202</c:v>
                </c:pt>
                <c:pt idx="34">
                  <c:v>207</c:v>
                </c:pt>
                <c:pt idx="35">
                  <c:v>213</c:v>
                </c:pt>
                <c:pt idx="36">
                  <c:v>219</c:v>
                </c:pt>
                <c:pt idx="37">
                  <c:v>225</c:v>
                </c:pt>
                <c:pt idx="38">
                  <c:v>231</c:v>
                </c:pt>
                <c:pt idx="39">
                  <c:v>237</c:v>
                </c:pt>
                <c:pt idx="40">
                  <c:v>243</c:v>
                </c:pt>
                <c:pt idx="41">
                  <c:v>249</c:v>
                </c:pt>
                <c:pt idx="42">
                  <c:v>255</c:v>
                </c:pt>
                <c:pt idx="43">
                  <c:v>261</c:v>
                </c:pt>
                <c:pt idx="44">
                  <c:v>266</c:v>
                </c:pt>
                <c:pt idx="45">
                  <c:v>272</c:v>
                </c:pt>
                <c:pt idx="46">
                  <c:v>278</c:v>
                </c:pt>
                <c:pt idx="47">
                  <c:v>284</c:v>
                </c:pt>
                <c:pt idx="48">
                  <c:v>290</c:v>
                </c:pt>
                <c:pt idx="49">
                  <c:v>296</c:v>
                </c:pt>
                <c:pt idx="50">
                  <c:v>302</c:v>
                </c:pt>
                <c:pt idx="51">
                  <c:v>308</c:v>
                </c:pt>
                <c:pt idx="52">
                  <c:v>314</c:v>
                </c:pt>
                <c:pt idx="53">
                  <c:v>320</c:v>
                </c:pt>
                <c:pt idx="54">
                  <c:v>325</c:v>
                </c:pt>
                <c:pt idx="55">
                  <c:v>331</c:v>
                </c:pt>
                <c:pt idx="56">
                  <c:v>337</c:v>
                </c:pt>
                <c:pt idx="57">
                  <c:v>343</c:v>
                </c:pt>
                <c:pt idx="58">
                  <c:v>349</c:v>
                </c:pt>
                <c:pt idx="59">
                  <c:v>355</c:v>
                </c:pt>
                <c:pt idx="60">
                  <c:v>361</c:v>
                </c:pt>
                <c:pt idx="61">
                  <c:v>367</c:v>
                </c:pt>
                <c:pt idx="62">
                  <c:v>373</c:v>
                </c:pt>
                <c:pt idx="63">
                  <c:v>379</c:v>
                </c:pt>
                <c:pt idx="64">
                  <c:v>384</c:v>
                </c:pt>
                <c:pt idx="65">
                  <c:v>390</c:v>
                </c:pt>
                <c:pt idx="66">
                  <c:v>396</c:v>
                </c:pt>
                <c:pt idx="67">
                  <c:v>402</c:v>
                </c:pt>
                <c:pt idx="68">
                  <c:v>408</c:v>
                </c:pt>
                <c:pt idx="69">
                  <c:v>414</c:v>
                </c:pt>
                <c:pt idx="70">
                  <c:v>420</c:v>
                </c:pt>
                <c:pt idx="71">
                  <c:v>426</c:v>
                </c:pt>
                <c:pt idx="72">
                  <c:v>432</c:v>
                </c:pt>
                <c:pt idx="73">
                  <c:v>438</c:v>
                </c:pt>
                <c:pt idx="74">
                  <c:v>443</c:v>
                </c:pt>
                <c:pt idx="75">
                  <c:v>449</c:v>
                </c:pt>
                <c:pt idx="76">
                  <c:v>455</c:v>
                </c:pt>
                <c:pt idx="77">
                  <c:v>461</c:v>
                </c:pt>
                <c:pt idx="78">
                  <c:v>467</c:v>
                </c:pt>
                <c:pt idx="79">
                  <c:v>473</c:v>
                </c:pt>
                <c:pt idx="80">
                  <c:v>479</c:v>
                </c:pt>
                <c:pt idx="81">
                  <c:v>485</c:v>
                </c:pt>
                <c:pt idx="82">
                  <c:v>491</c:v>
                </c:pt>
                <c:pt idx="83">
                  <c:v>497</c:v>
                </c:pt>
                <c:pt idx="84">
                  <c:v>502</c:v>
                </c:pt>
                <c:pt idx="85">
                  <c:v>508</c:v>
                </c:pt>
                <c:pt idx="86">
                  <c:v>514</c:v>
                </c:pt>
                <c:pt idx="87">
                  <c:v>520</c:v>
                </c:pt>
                <c:pt idx="88">
                  <c:v>526</c:v>
                </c:pt>
                <c:pt idx="89">
                  <c:v>532</c:v>
                </c:pt>
                <c:pt idx="90">
                  <c:v>538</c:v>
                </c:pt>
                <c:pt idx="91">
                  <c:v>544</c:v>
                </c:pt>
                <c:pt idx="92">
                  <c:v>550</c:v>
                </c:pt>
                <c:pt idx="93">
                  <c:v>556</c:v>
                </c:pt>
                <c:pt idx="94">
                  <c:v>561</c:v>
                </c:pt>
                <c:pt idx="95">
                  <c:v>567</c:v>
                </c:pt>
                <c:pt idx="96">
                  <c:v>573</c:v>
                </c:pt>
                <c:pt idx="97">
                  <c:v>579</c:v>
                </c:pt>
                <c:pt idx="98">
                  <c:v>585</c:v>
                </c:pt>
                <c:pt idx="99">
                  <c:v>591</c:v>
                </c:pt>
                <c:pt idx="100">
                  <c:v>597</c:v>
                </c:pt>
                <c:pt idx="101">
                  <c:v>603</c:v>
                </c:pt>
                <c:pt idx="102">
                  <c:v>609</c:v>
                </c:pt>
                <c:pt idx="103">
                  <c:v>615</c:v>
                </c:pt>
                <c:pt idx="104">
                  <c:v>620</c:v>
                </c:pt>
                <c:pt idx="105">
                  <c:v>626</c:v>
                </c:pt>
                <c:pt idx="106">
                  <c:v>632</c:v>
                </c:pt>
                <c:pt idx="107">
                  <c:v>638</c:v>
                </c:pt>
                <c:pt idx="108">
                  <c:v>644</c:v>
                </c:pt>
                <c:pt idx="109">
                  <c:v>650</c:v>
                </c:pt>
                <c:pt idx="110">
                  <c:v>656</c:v>
                </c:pt>
                <c:pt idx="111">
                  <c:v>662</c:v>
                </c:pt>
                <c:pt idx="112">
                  <c:v>668</c:v>
                </c:pt>
                <c:pt idx="113">
                  <c:v>674</c:v>
                </c:pt>
                <c:pt idx="114">
                  <c:v>679</c:v>
                </c:pt>
                <c:pt idx="115">
                  <c:v>685</c:v>
                </c:pt>
                <c:pt idx="116">
                  <c:v>691</c:v>
                </c:pt>
                <c:pt idx="117">
                  <c:v>697</c:v>
                </c:pt>
                <c:pt idx="118">
                  <c:v>703</c:v>
                </c:pt>
              </c:numCache>
            </c:numRef>
          </c:xVal>
          <c:yVal>
            <c:numRef>
              <c:f>'Chart Data'!$BL$2:$BL$120</c:f>
              <c:numCache>
                <c:formatCode>General</c:formatCode>
                <c:ptCount val="119"/>
                <c:pt idx="0">
                  <c:v>1.0809534</c:v>
                </c:pt>
                <c:pt idx="1">
                  <c:v>1.0817413</c:v>
                </c:pt>
                <c:pt idx="2">
                  <c:v>1.0818305</c:v>
                </c:pt>
                <c:pt idx="3">
                  <c:v>1.0818405</c:v>
                </c:pt>
                <c:pt idx="4">
                  <c:v>1.0818996</c:v>
                </c:pt>
                <c:pt idx="5">
                  <c:v>1.0818889</c:v>
                </c:pt>
                <c:pt idx="6">
                  <c:v>1.0818161</c:v>
                </c:pt>
                <c:pt idx="7">
                  <c:v>1.080546</c:v>
                </c:pt>
                <c:pt idx="8">
                  <c:v>1.0823593</c:v>
                </c:pt>
                <c:pt idx="9">
                  <c:v>1.0815966</c:v>
                </c:pt>
                <c:pt idx="10">
                  <c:v>1.0812919</c:v>
                </c:pt>
                <c:pt idx="11">
                  <c:v>1.0811651</c:v>
                </c:pt>
                <c:pt idx="12">
                  <c:v>1.0810243</c:v>
                </c:pt>
                <c:pt idx="13">
                  <c:v>1.0808513</c:v>
                </c:pt>
                <c:pt idx="14">
                  <c:v>1.0806205</c:v>
                </c:pt>
                <c:pt idx="15">
                  <c:v>1.0804385</c:v>
                </c:pt>
                <c:pt idx="16">
                  <c:v>1.0801983</c:v>
                </c:pt>
                <c:pt idx="17">
                  <c:v>1.0799013</c:v>
                </c:pt>
                <c:pt idx="18">
                  <c:v>1.0797939</c:v>
                </c:pt>
                <c:pt idx="19">
                  <c:v>1.0796021</c:v>
                </c:pt>
                <c:pt idx="20">
                  <c:v>1.0792295</c:v>
                </c:pt>
                <c:pt idx="21">
                  <c:v>1.0789875</c:v>
                </c:pt>
                <c:pt idx="22">
                  <c:v>1.0786475</c:v>
                </c:pt>
                <c:pt idx="23">
                  <c:v>1.0783814</c:v>
                </c:pt>
                <c:pt idx="24">
                  <c:v>1.0781356</c:v>
                </c:pt>
                <c:pt idx="25">
                  <c:v>1.0778754</c:v>
                </c:pt>
                <c:pt idx="26">
                  <c:v>1.0774955</c:v>
                </c:pt>
                <c:pt idx="27">
                  <c:v>1.0774491</c:v>
                </c:pt>
                <c:pt idx="28">
                  <c:v>1.0773594</c:v>
                </c:pt>
                <c:pt idx="29">
                  <c:v>1.0767881</c:v>
                </c:pt>
                <c:pt idx="30">
                  <c:v>1.0764209</c:v>
                </c:pt>
                <c:pt idx="31">
                  <c:v>1.0761386</c:v>
                </c:pt>
                <c:pt idx="32">
                  <c:v>1.0751985</c:v>
                </c:pt>
                <c:pt idx="33">
                  <c:v>1.0760821</c:v>
                </c:pt>
                <c:pt idx="34">
                  <c:v>1.0751603</c:v>
                </c:pt>
                <c:pt idx="35">
                  <c:v>1.0746715</c:v>
                </c:pt>
                <c:pt idx="36">
                  <c:v>1.0735283</c:v>
                </c:pt>
                <c:pt idx="37">
                  <c:v>1.0739974</c:v>
                </c:pt>
                <c:pt idx="38">
                  <c:v>1.0740019</c:v>
                </c:pt>
                <c:pt idx="39">
                  <c:v>1.0732523</c:v>
                </c:pt>
                <c:pt idx="40">
                  <c:v>1.0728513</c:v>
                </c:pt>
                <c:pt idx="41">
                  <c:v>1.0726163</c:v>
                </c:pt>
                <c:pt idx="42">
                  <c:v>1.0723685</c:v>
                </c:pt>
                <c:pt idx="43">
                  <c:v>1.0717628</c:v>
                </c:pt>
                <c:pt idx="44">
                  <c:v>1.07127</c:v>
                </c:pt>
                <c:pt idx="45">
                  <c:v>1.0708165</c:v>
                </c:pt>
                <c:pt idx="46">
                  <c:v>1.0705515</c:v>
                </c:pt>
                <c:pt idx="47">
                  <c:v>1.0704377</c:v>
                </c:pt>
                <c:pt idx="48">
                  <c:v>1.0696039</c:v>
                </c:pt>
                <c:pt idx="49">
                  <c:v>1.0691087</c:v>
                </c:pt>
                <c:pt idx="50">
                  <c:v>1.0686622</c:v>
                </c:pt>
                <c:pt idx="51">
                  <c:v>1.0682001</c:v>
                </c:pt>
                <c:pt idx="52">
                  <c:v>1.0679111</c:v>
                </c:pt>
                <c:pt idx="53">
                  <c:v>1.0671792</c:v>
                </c:pt>
                <c:pt idx="54">
                  <c:v>1.0666962</c:v>
                </c:pt>
                <c:pt idx="55">
                  <c:v>1.0673351</c:v>
                </c:pt>
                <c:pt idx="56">
                  <c:v>1.0672864</c:v>
                </c:pt>
                <c:pt idx="57">
                  <c:v>1.0673261</c:v>
                </c:pt>
                <c:pt idx="58">
                  <c:v>1.0656947</c:v>
                </c:pt>
                <c:pt idx="59">
                  <c:v>1.0650319</c:v>
                </c:pt>
                <c:pt idx="60">
                  <c:v>1.0644919</c:v>
                </c:pt>
                <c:pt idx="61">
                  <c:v>1.0646062</c:v>
                </c:pt>
                <c:pt idx="62">
                  <c:v>1.0634884</c:v>
                </c:pt>
                <c:pt idx="63">
                  <c:v>1.0627408</c:v>
                </c:pt>
                <c:pt idx="64">
                  <c:v>1.0623116</c:v>
                </c:pt>
                <c:pt idx="65">
                  <c:v>1.0615089</c:v>
                </c:pt>
                <c:pt idx="66">
                  <c:v>1.061623</c:v>
                </c:pt>
                <c:pt idx="67">
                  <c:v>1.0603743</c:v>
                </c:pt>
                <c:pt idx="68">
                  <c:v>1.0582554</c:v>
                </c:pt>
                <c:pt idx="69">
                  <c:v>1.0590205</c:v>
                </c:pt>
                <c:pt idx="70">
                  <c:v>1.0575329</c:v>
                </c:pt>
                <c:pt idx="71">
                  <c:v>1.0578377</c:v>
                </c:pt>
                <c:pt idx="72">
                  <c:v>1.0559865</c:v>
                </c:pt>
                <c:pt idx="73">
                  <c:v>1.0553344</c:v>
                </c:pt>
                <c:pt idx="74">
                  <c:v>1.0545633</c:v>
                </c:pt>
                <c:pt idx="75">
                  <c:v>1.0540112</c:v>
                </c:pt>
                <c:pt idx="76">
                  <c:v>1.0529169</c:v>
                </c:pt>
                <c:pt idx="77">
                  <c:v>1.0517124</c:v>
                </c:pt>
                <c:pt idx="78">
                  <c:v>1.0503485</c:v>
                </c:pt>
                <c:pt idx="79">
                  <c:v>1.0492904</c:v>
                </c:pt>
                <c:pt idx="80">
                  <c:v>1.0488847</c:v>
                </c:pt>
                <c:pt idx="81">
                  <c:v>1.0471309</c:v>
                </c:pt>
                <c:pt idx="82">
                  <c:v>1.0434399</c:v>
                </c:pt>
                <c:pt idx="83">
                  <c:v>1.0429872</c:v>
                </c:pt>
                <c:pt idx="84">
                  <c:v>1.0414017</c:v>
                </c:pt>
                <c:pt idx="85">
                  <c:v>1.0405024</c:v>
                </c:pt>
                <c:pt idx="86">
                  <c:v>1.0381274</c:v>
                </c:pt>
                <c:pt idx="87">
                  <c:v>1.0358411</c:v>
                </c:pt>
                <c:pt idx="88">
                  <c:v>1.0337466</c:v>
                </c:pt>
                <c:pt idx="89">
                  <c:v>1.0314709</c:v>
                </c:pt>
                <c:pt idx="90">
                  <c:v>1.0284702</c:v>
                </c:pt>
                <c:pt idx="91">
                  <c:v>1.0256282</c:v>
                </c:pt>
                <c:pt idx="92">
                  <c:v>1.0226007</c:v>
                </c:pt>
                <c:pt idx="93">
                  <c:v>1.0189379</c:v>
                </c:pt>
                <c:pt idx="94">
                  <c:v>1.0164882</c:v>
                </c:pt>
                <c:pt idx="95">
                  <c:v>1.0129086</c:v>
                </c:pt>
                <c:pt idx="96">
                  <c:v>1.0086178</c:v>
                </c:pt>
                <c:pt idx="97">
                  <c:v>1.0048932</c:v>
                </c:pt>
                <c:pt idx="98">
                  <c:v>1.0005023</c:v>
                </c:pt>
                <c:pt idx="99">
                  <c:v>0.99626327</c:v>
                </c:pt>
                <c:pt idx="100">
                  <c:v>0.99051017</c:v>
                </c:pt>
                <c:pt idx="101">
                  <c:v>0.98512542</c:v>
                </c:pt>
                <c:pt idx="102">
                  <c:v>0.97955883</c:v>
                </c:pt>
                <c:pt idx="103">
                  <c:v>0.97336888</c:v>
                </c:pt>
                <c:pt idx="104">
                  <c:v>0.96850324</c:v>
                </c:pt>
                <c:pt idx="105">
                  <c:v>0.96192515</c:v>
                </c:pt>
                <c:pt idx="106">
                  <c:v>0.95562118</c:v>
                </c:pt>
                <c:pt idx="107">
                  <c:v>0.94967192</c:v>
                </c:pt>
                <c:pt idx="108">
                  <c:v>0.94385761</c:v>
                </c:pt>
                <c:pt idx="109">
                  <c:v>0.93782419</c:v>
                </c:pt>
                <c:pt idx="110">
                  <c:v>0.93170291</c:v>
                </c:pt>
                <c:pt idx="111">
                  <c:v>0.92541701</c:v>
                </c:pt>
                <c:pt idx="112">
                  <c:v>0.91881943</c:v>
                </c:pt>
                <c:pt idx="113">
                  <c:v>0.91273916</c:v>
                </c:pt>
                <c:pt idx="114">
                  <c:v>0.90735757</c:v>
                </c:pt>
                <c:pt idx="115">
                  <c:v>0.90134239</c:v>
                </c:pt>
                <c:pt idx="116">
                  <c:v>0.89520991</c:v>
                </c:pt>
                <c:pt idx="117">
                  <c:v>0.88900203</c:v>
                </c:pt>
                <c:pt idx="118">
                  <c:v>0.88231802</c:v>
                </c:pt>
              </c:numCache>
            </c:numRef>
          </c:yVal>
        </c:ser>
        <c:ser>
          <c:idx val="32"/>
          <c:order val="32"/>
          <c:tx>
            <c:v>Batch1_cell_037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Data'!$BM$2:$BM$120</c:f>
              <c:numCache>
                <c:formatCode>General</c:formatCode>
                <c:ptCount val="119"/>
                <c:pt idx="0">
                  <c:v>6</c:v>
                </c:pt>
                <c:pt idx="1">
                  <c:v>12</c:v>
                </c:pt>
                <c:pt idx="2">
                  <c:v>17</c:v>
                </c:pt>
                <c:pt idx="3">
                  <c:v>23</c:v>
                </c:pt>
                <c:pt idx="4">
                  <c:v>28</c:v>
                </c:pt>
                <c:pt idx="5">
                  <c:v>34</c:v>
                </c:pt>
                <c:pt idx="6">
                  <c:v>39</c:v>
                </c:pt>
                <c:pt idx="7">
                  <c:v>44</c:v>
                </c:pt>
                <c:pt idx="8">
                  <c:v>50</c:v>
                </c:pt>
                <c:pt idx="9">
                  <c:v>55</c:v>
                </c:pt>
                <c:pt idx="10">
                  <c:v>61</c:v>
                </c:pt>
                <c:pt idx="11">
                  <c:v>66</c:v>
                </c:pt>
                <c:pt idx="12">
                  <c:v>72</c:v>
                </c:pt>
                <c:pt idx="13">
                  <c:v>77</c:v>
                </c:pt>
                <c:pt idx="14">
                  <c:v>82</c:v>
                </c:pt>
                <c:pt idx="15">
                  <c:v>88</c:v>
                </c:pt>
                <c:pt idx="16">
                  <c:v>93</c:v>
                </c:pt>
                <c:pt idx="17">
                  <c:v>99</c:v>
                </c:pt>
                <c:pt idx="18">
                  <c:v>104</c:v>
                </c:pt>
                <c:pt idx="19">
                  <c:v>110</c:v>
                </c:pt>
                <c:pt idx="20">
                  <c:v>115</c:v>
                </c:pt>
                <c:pt idx="21">
                  <c:v>120</c:v>
                </c:pt>
                <c:pt idx="22">
                  <c:v>126</c:v>
                </c:pt>
                <c:pt idx="23">
                  <c:v>131</c:v>
                </c:pt>
                <c:pt idx="24">
                  <c:v>137</c:v>
                </c:pt>
                <c:pt idx="25">
                  <c:v>142</c:v>
                </c:pt>
                <c:pt idx="26">
                  <c:v>148</c:v>
                </c:pt>
                <c:pt idx="27">
                  <c:v>153</c:v>
                </c:pt>
                <c:pt idx="28">
                  <c:v>158</c:v>
                </c:pt>
                <c:pt idx="29">
                  <c:v>164</c:v>
                </c:pt>
                <c:pt idx="30">
                  <c:v>169</c:v>
                </c:pt>
                <c:pt idx="31">
                  <c:v>175</c:v>
                </c:pt>
                <c:pt idx="32">
                  <c:v>180</c:v>
                </c:pt>
                <c:pt idx="33">
                  <c:v>186</c:v>
                </c:pt>
                <c:pt idx="34">
                  <c:v>191</c:v>
                </c:pt>
                <c:pt idx="35">
                  <c:v>196</c:v>
                </c:pt>
                <c:pt idx="36">
                  <c:v>202</c:v>
                </c:pt>
                <c:pt idx="37">
                  <c:v>207</c:v>
                </c:pt>
                <c:pt idx="38">
                  <c:v>213</c:v>
                </c:pt>
                <c:pt idx="39">
                  <c:v>218</c:v>
                </c:pt>
                <c:pt idx="40">
                  <c:v>224</c:v>
                </c:pt>
                <c:pt idx="41">
                  <c:v>229</c:v>
                </c:pt>
                <c:pt idx="42">
                  <c:v>234</c:v>
                </c:pt>
                <c:pt idx="43">
                  <c:v>240</c:v>
                </c:pt>
                <c:pt idx="44">
                  <c:v>245</c:v>
                </c:pt>
                <c:pt idx="45">
                  <c:v>251</c:v>
                </c:pt>
                <c:pt idx="46">
                  <c:v>256</c:v>
                </c:pt>
                <c:pt idx="47">
                  <c:v>262</c:v>
                </c:pt>
                <c:pt idx="48">
                  <c:v>267</c:v>
                </c:pt>
                <c:pt idx="49">
                  <c:v>272</c:v>
                </c:pt>
                <c:pt idx="50">
                  <c:v>278</c:v>
                </c:pt>
                <c:pt idx="51">
                  <c:v>283</c:v>
                </c:pt>
                <c:pt idx="52">
                  <c:v>289</c:v>
                </c:pt>
                <c:pt idx="53">
                  <c:v>294</c:v>
                </c:pt>
                <c:pt idx="54">
                  <c:v>300</c:v>
                </c:pt>
                <c:pt idx="55">
                  <c:v>305</c:v>
                </c:pt>
                <c:pt idx="56">
                  <c:v>310</c:v>
                </c:pt>
                <c:pt idx="57">
                  <c:v>316</c:v>
                </c:pt>
                <c:pt idx="58">
                  <c:v>321</c:v>
                </c:pt>
                <c:pt idx="59">
                  <c:v>327</c:v>
                </c:pt>
                <c:pt idx="60">
                  <c:v>332</c:v>
                </c:pt>
                <c:pt idx="61">
                  <c:v>338</c:v>
                </c:pt>
                <c:pt idx="62">
                  <c:v>343</c:v>
                </c:pt>
                <c:pt idx="63">
                  <c:v>348</c:v>
                </c:pt>
                <c:pt idx="64">
                  <c:v>354</c:v>
                </c:pt>
                <c:pt idx="65">
                  <c:v>359</c:v>
                </c:pt>
                <c:pt idx="66">
                  <c:v>365</c:v>
                </c:pt>
                <c:pt idx="67">
                  <c:v>370</c:v>
                </c:pt>
                <c:pt idx="68">
                  <c:v>376</c:v>
                </c:pt>
                <c:pt idx="69">
                  <c:v>381</c:v>
                </c:pt>
                <c:pt idx="70">
                  <c:v>386</c:v>
                </c:pt>
                <c:pt idx="71">
                  <c:v>392</c:v>
                </c:pt>
                <c:pt idx="72">
                  <c:v>397</c:v>
                </c:pt>
                <c:pt idx="73">
                  <c:v>403</c:v>
                </c:pt>
                <c:pt idx="74">
                  <c:v>408</c:v>
                </c:pt>
                <c:pt idx="75">
                  <c:v>414</c:v>
                </c:pt>
                <c:pt idx="76">
                  <c:v>419</c:v>
                </c:pt>
                <c:pt idx="77">
                  <c:v>424</c:v>
                </c:pt>
                <c:pt idx="78">
                  <c:v>430</c:v>
                </c:pt>
                <c:pt idx="79">
                  <c:v>435</c:v>
                </c:pt>
                <c:pt idx="80">
                  <c:v>441</c:v>
                </c:pt>
                <c:pt idx="81">
                  <c:v>446</c:v>
                </c:pt>
                <c:pt idx="82">
                  <c:v>452</c:v>
                </c:pt>
                <c:pt idx="83">
                  <c:v>457</c:v>
                </c:pt>
                <c:pt idx="84">
                  <c:v>462</c:v>
                </c:pt>
                <c:pt idx="85">
                  <c:v>468</c:v>
                </c:pt>
                <c:pt idx="86">
                  <c:v>473</c:v>
                </c:pt>
                <c:pt idx="87">
                  <c:v>479</c:v>
                </c:pt>
                <c:pt idx="88">
                  <c:v>484</c:v>
                </c:pt>
                <c:pt idx="89">
                  <c:v>490</c:v>
                </c:pt>
                <c:pt idx="90">
                  <c:v>495</c:v>
                </c:pt>
                <c:pt idx="91">
                  <c:v>500</c:v>
                </c:pt>
                <c:pt idx="92">
                  <c:v>506</c:v>
                </c:pt>
                <c:pt idx="93">
                  <c:v>511</c:v>
                </c:pt>
                <c:pt idx="94">
                  <c:v>517</c:v>
                </c:pt>
                <c:pt idx="95">
                  <c:v>522</c:v>
                </c:pt>
                <c:pt idx="96">
                  <c:v>528</c:v>
                </c:pt>
                <c:pt idx="97">
                  <c:v>533</c:v>
                </c:pt>
                <c:pt idx="98">
                  <c:v>538</c:v>
                </c:pt>
                <c:pt idx="99">
                  <c:v>544</c:v>
                </c:pt>
                <c:pt idx="100">
                  <c:v>549</c:v>
                </c:pt>
                <c:pt idx="101">
                  <c:v>555</c:v>
                </c:pt>
                <c:pt idx="102">
                  <c:v>560</c:v>
                </c:pt>
                <c:pt idx="103">
                  <c:v>566</c:v>
                </c:pt>
                <c:pt idx="104">
                  <c:v>571</c:v>
                </c:pt>
                <c:pt idx="105">
                  <c:v>576</c:v>
                </c:pt>
                <c:pt idx="106">
                  <c:v>582</c:v>
                </c:pt>
                <c:pt idx="107">
                  <c:v>587</c:v>
                </c:pt>
                <c:pt idx="108">
                  <c:v>593</c:v>
                </c:pt>
                <c:pt idx="109">
                  <c:v>598</c:v>
                </c:pt>
                <c:pt idx="110">
                  <c:v>604</c:v>
                </c:pt>
                <c:pt idx="111">
                  <c:v>609</c:v>
                </c:pt>
                <c:pt idx="112">
                  <c:v>614</c:v>
                </c:pt>
                <c:pt idx="113">
                  <c:v>620</c:v>
                </c:pt>
                <c:pt idx="114">
                  <c:v>625</c:v>
                </c:pt>
                <c:pt idx="115">
                  <c:v>631</c:v>
                </c:pt>
                <c:pt idx="116">
                  <c:v>636</c:v>
                </c:pt>
                <c:pt idx="117">
                  <c:v>642</c:v>
                </c:pt>
                <c:pt idx="118">
                  <c:v>647</c:v>
                </c:pt>
              </c:numCache>
            </c:numRef>
          </c:xVal>
          <c:yVal>
            <c:numRef>
              <c:f>'Chart Data'!$BN$2:$BN$120</c:f>
              <c:numCache>
                <c:formatCode>General</c:formatCode>
                <c:ptCount val="119"/>
                <c:pt idx="0">
                  <c:v>1.0774544</c:v>
                </c:pt>
                <c:pt idx="1">
                  <c:v>1.0784422</c:v>
                </c:pt>
                <c:pt idx="2">
                  <c:v>1.078631</c:v>
                </c:pt>
                <c:pt idx="3">
                  <c:v>1.0786744</c:v>
                </c:pt>
                <c:pt idx="4">
                  <c:v>1.0786976</c:v>
                </c:pt>
                <c:pt idx="5">
                  <c:v>1.0787129</c:v>
                </c:pt>
                <c:pt idx="6">
                  <c:v>1.0786955</c:v>
                </c:pt>
                <c:pt idx="7">
                  <c:v>1.0786166</c:v>
                </c:pt>
                <c:pt idx="8">
                  <c:v>1.0787735</c:v>
                </c:pt>
                <c:pt idx="9">
                  <c:v>1.0788085</c:v>
                </c:pt>
                <c:pt idx="10">
                  <c:v>1.0782512</c:v>
                </c:pt>
                <c:pt idx="11">
                  <c:v>1.0780566</c:v>
                </c:pt>
                <c:pt idx="12">
                  <c:v>1.0778847</c:v>
                </c:pt>
                <c:pt idx="13">
                  <c:v>1.0777344</c:v>
                </c:pt>
                <c:pt idx="14">
                  <c:v>1.0775095</c:v>
                </c:pt>
                <c:pt idx="15">
                  <c:v>1.0772825</c:v>
                </c:pt>
                <c:pt idx="16">
                  <c:v>1.0771136</c:v>
                </c:pt>
                <c:pt idx="17">
                  <c:v>1.0768373</c:v>
                </c:pt>
                <c:pt idx="18">
                  <c:v>1.0766343</c:v>
                </c:pt>
                <c:pt idx="19">
                  <c:v>1.0763607</c:v>
                </c:pt>
                <c:pt idx="20">
                  <c:v>1.0761234</c:v>
                </c:pt>
                <c:pt idx="21">
                  <c:v>1.0759176</c:v>
                </c:pt>
                <c:pt idx="22">
                  <c:v>1.0755388</c:v>
                </c:pt>
                <c:pt idx="23">
                  <c:v>1.0752665</c:v>
                </c:pt>
                <c:pt idx="24">
                  <c:v>1.0748974</c:v>
                </c:pt>
                <c:pt idx="25">
                  <c:v>1.0745993</c:v>
                </c:pt>
                <c:pt idx="26">
                  <c:v>1.0742813</c:v>
                </c:pt>
                <c:pt idx="27">
                  <c:v>1.0740601</c:v>
                </c:pt>
                <c:pt idx="28">
                  <c:v>1.0737115</c:v>
                </c:pt>
                <c:pt idx="29">
                  <c:v>1.073693</c:v>
                </c:pt>
                <c:pt idx="30">
                  <c:v>1.073068</c:v>
                </c:pt>
                <c:pt idx="31">
                  <c:v>1.0731499</c:v>
                </c:pt>
                <c:pt idx="32">
                  <c:v>1.0723897</c:v>
                </c:pt>
                <c:pt idx="33">
                  <c:v>1.0719106</c:v>
                </c:pt>
                <c:pt idx="34">
                  <c:v>1.0720208</c:v>
                </c:pt>
                <c:pt idx="35">
                  <c:v>1.071326</c:v>
                </c:pt>
                <c:pt idx="36">
                  <c:v>1.071716</c:v>
                </c:pt>
                <c:pt idx="37">
                  <c:v>1.069543</c:v>
                </c:pt>
                <c:pt idx="38">
                  <c:v>1.0702239</c:v>
                </c:pt>
                <c:pt idx="39">
                  <c:v>1.0702184</c:v>
                </c:pt>
                <c:pt idx="40">
                  <c:v>1.0682081</c:v>
                </c:pt>
                <c:pt idx="41">
                  <c:v>1.0695051</c:v>
                </c:pt>
                <c:pt idx="42">
                  <c:v>1.0687491</c:v>
                </c:pt>
                <c:pt idx="43">
                  <c:v>1.0682313</c:v>
                </c:pt>
                <c:pt idx="44">
                  <c:v>1.068107</c:v>
                </c:pt>
                <c:pt idx="45">
                  <c:v>1.0673954</c:v>
                </c:pt>
                <c:pt idx="46">
                  <c:v>1.067495</c:v>
                </c:pt>
                <c:pt idx="47">
                  <c:v>1.066564</c:v>
                </c:pt>
                <c:pt idx="48">
                  <c:v>1.0660849</c:v>
                </c:pt>
                <c:pt idx="49">
                  <c:v>1.0657032</c:v>
                </c:pt>
                <c:pt idx="50">
                  <c:v>1.0651902</c:v>
                </c:pt>
                <c:pt idx="51">
                  <c:v>1.0652624</c:v>
                </c:pt>
                <c:pt idx="52">
                  <c:v>1.0642704</c:v>
                </c:pt>
                <c:pt idx="53">
                  <c:v>1.0637019</c:v>
                </c:pt>
                <c:pt idx="54">
                  <c:v>1.0631572</c:v>
                </c:pt>
                <c:pt idx="55">
                  <c:v>1.0627017</c:v>
                </c:pt>
                <c:pt idx="56">
                  <c:v>1.0624876</c:v>
                </c:pt>
                <c:pt idx="57">
                  <c:v>1.0616753</c:v>
                </c:pt>
                <c:pt idx="58">
                  <c:v>1.0611515</c:v>
                </c:pt>
                <c:pt idx="59">
                  <c:v>1.0610976</c:v>
                </c:pt>
                <c:pt idx="60">
                  <c:v>1.0598428</c:v>
                </c:pt>
                <c:pt idx="61">
                  <c:v>1.0613649</c:v>
                </c:pt>
                <c:pt idx="62">
                  <c:v>1.060481</c:v>
                </c:pt>
                <c:pt idx="63">
                  <c:v>1.059325</c:v>
                </c:pt>
                <c:pt idx="64">
                  <c:v>1.0584818</c:v>
                </c:pt>
                <c:pt idx="65">
                  <c:v>1.0579827</c:v>
                </c:pt>
                <c:pt idx="66">
                  <c:v>1.0577279</c:v>
                </c:pt>
                <c:pt idx="67">
                  <c:v>1.057153</c:v>
                </c:pt>
                <c:pt idx="68">
                  <c:v>1.055793</c:v>
                </c:pt>
                <c:pt idx="69">
                  <c:v>1.054917</c:v>
                </c:pt>
                <c:pt idx="70">
                  <c:v>1.0544983</c:v>
                </c:pt>
                <c:pt idx="71">
                  <c:v>1.0540746</c:v>
                </c:pt>
                <c:pt idx="72">
                  <c:v>1.0530512</c:v>
                </c:pt>
                <c:pt idx="73">
                  <c:v>1.0514311</c:v>
                </c:pt>
                <c:pt idx="74">
                  <c:v>1.050861</c:v>
                </c:pt>
                <c:pt idx="75">
                  <c:v>1.0496848</c:v>
                </c:pt>
                <c:pt idx="76">
                  <c:v>1.0492773</c:v>
                </c:pt>
                <c:pt idx="77">
                  <c:v>1.0482975</c:v>
                </c:pt>
                <c:pt idx="78">
                  <c:v>1.0468224</c:v>
                </c:pt>
                <c:pt idx="79">
                  <c:v>1.0443254</c:v>
                </c:pt>
                <c:pt idx="80">
                  <c:v>1.0422099</c:v>
                </c:pt>
                <c:pt idx="81">
                  <c:v>1.0429363</c:v>
                </c:pt>
                <c:pt idx="82">
                  <c:v>1.0416652</c:v>
                </c:pt>
                <c:pt idx="83">
                  <c:v>1.0396575</c:v>
                </c:pt>
                <c:pt idx="84">
                  <c:v>1.0383325</c:v>
                </c:pt>
                <c:pt idx="85">
                  <c:v>1.0365697</c:v>
                </c:pt>
                <c:pt idx="86">
                  <c:v>1.0353961</c:v>
                </c:pt>
                <c:pt idx="87">
                  <c:v>1.0340294</c:v>
                </c:pt>
                <c:pt idx="88">
                  <c:v>1.0314081</c:v>
                </c:pt>
                <c:pt idx="89">
                  <c:v>1.0270153</c:v>
                </c:pt>
                <c:pt idx="90">
                  <c:v>1.0254309</c:v>
                </c:pt>
                <c:pt idx="91">
                  <c:v>1.0232565</c:v>
                </c:pt>
                <c:pt idx="92">
                  <c:v>1.0206994</c:v>
                </c:pt>
                <c:pt idx="93">
                  <c:v>1.0177959</c:v>
                </c:pt>
                <c:pt idx="94">
                  <c:v>1.0133488</c:v>
                </c:pt>
                <c:pt idx="95">
                  <c:v>1.010595</c:v>
                </c:pt>
                <c:pt idx="96">
                  <c:v>1.006742</c:v>
                </c:pt>
                <c:pt idx="97">
                  <c:v>1.0034333</c:v>
                </c:pt>
                <c:pt idx="98">
                  <c:v>0.99947745</c:v>
                </c:pt>
                <c:pt idx="99">
                  <c:v>0.99406219</c:v>
                </c:pt>
                <c:pt idx="100">
                  <c:v>0.98959208</c:v>
                </c:pt>
                <c:pt idx="101">
                  <c:v>0.984115</c:v>
                </c:pt>
                <c:pt idx="102">
                  <c:v>0.97960573</c:v>
                </c:pt>
                <c:pt idx="103">
                  <c:v>0.97435689</c:v>
                </c:pt>
                <c:pt idx="104">
                  <c:v>0.96919984</c:v>
                </c:pt>
                <c:pt idx="105">
                  <c:v>0.96386266</c:v>
                </c:pt>
                <c:pt idx="106">
                  <c:v>0.95749873</c:v>
                </c:pt>
                <c:pt idx="107">
                  <c:v>0.95217729</c:v>
                </c:pt>
                <c:pt idx="108">
                  <c:v>0.9462952</c:v>
                </c:pt>
                <c:pt idx="109">
                  <c:v>0.94062746</c:v>
                </c:pt>
                <c:pt idx="110">
                  <c:v>0.93434197</c:v>
                </c:pt>
                <c:pt idx="111">
                  <c:v>0.92885369</c:v>
                </c:pt>
                <c:pt idx="112">
                  <c:v>0.92321283</c:v>
                </c:pt>
                <c:pt idx="113">
                  <c:v>0.91641533</c:v>
                </c:pt>
                <c:pt idx="114">
                  <c:v>0.91068137</c:v>
                </c:pt>
                <c:pt idx="115">
                  <c:v>0.9034583</c:v>
                </c:pt>
                <c:pt idx="116">
                  <c:v>0.89741755</c:v>
                </c:pt>
                <c:pt idx="117">
                  <c:v>0.88951772</c:v>
                </c:pt>
                <c:pt idx="118">
                  <c:v>0.88336319</c:v>
                </c:pt>
              </c:numCache>
            </c:numRef>
          </c:yVal>
        </c:ser>
        <c:ser>
          <c:idx val="33"/>
          <c:order val="33"/>
          <c:tx>
            <c:v>Batch1_cell_038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Data'!$BO$2:$BO$120</c:f>
              <c:numCache>
                <c:formatCode>General</c:formatCode>
                <c:ptCount val="119"/>
                <c:pt idx="0">
                  <c:v>6</c:v>
                </c:pt>
                <c:pt idx="1">
                  <c:v>11</c:v>
                </c:pt>
                <c:pt idx="2">
                  <c:v>17</c:v>
                </c:pt>
                <c:pt idx="3">
                  <c:v>22</c:v>
                </c:pt>
                <c:pt idx="4">
                  <c:v>27</c:v>
                </c:pt>
                <c:pt idx="5">
                  <c:v>32</c:v>
                </c:pt>
                <c:pt idx="6">
                  <c:v>37</c:v>
                </c:pt>
                <c:pt idx="7">
                  <c:v>42</c:v>
                </c:pt>
                <c:pt idx="8">
                  <c:v>48</c:v>
                </c:pt>
                <c:pt idx="9">
                  <c:v>53</c:v>
                </c:pt>
                <c:pt idx="10">
                  <c:v>58</c:v>
                </c:pt>
                <c:pt idx="11">
                  <c:v>63</c:v>
                </c:pt>
                <c:pt idx="12">
                  <c:v>68</c:v>
                </c:pt>
                <c:pt idx="13">
                  <c:v>73</c:v>
                </c:pt>
                <c:pt idx="14">
                  <c:v>79</c:v>
                </c:pt>
                <c:pt idx="15">
                  <c:v>84</c:v>
                </c:pt>
                <c:pt idx="16">
                  <c:v>89</c:v>
                </c:pt>
                <c:pt idx="17">
                  <c:v>94</c:v>
                </c:pt>
                <c:pt idx="18">
                  <c:v>99</c:v>
                </c:pt>
                <c:pt idx="19">
                  <c:v>104</c:v>
                </c:pt>
                <c:pt idx="20">
                  <c:v>110</c:v>
                </c:pt>
                <c:pt idx="21">
                  <c:v>115</c:v>
                </c:pt>
                <c:pt idx="22">
                  <c:v>120</c:v>
                </c:pt>
                <c:pt idx="23">
                  <c:v>125</c:v>
                </c:pt>
                <c:pt idx="24">
                  <c:v>130</c:v>
                </c:pt>
                <c:pt idx="25">
                  <c:v>135</c:v>
                </c:pt>
                <c:pt idx="26">
                  <c:v>141</c:v>
                </c:pt>
                <c:pt idx="27">
                  <c:v>146</c:v>
                </c:pt>
                <c:pt idx="28">
                  <c:v>151</c:v>
                </c:pt>
                <c:pt idx="29">
                  <c:v>156</c:v>
                </c:pt>
                <c:pt idx="30">
                  <c:v>161</c:v>
                </c:pt>
                <c:pt idx="31">
                  <c:v>166</c:v>
                </c:pt>
                <c:pt idx="32">
                  <c:v>172</c:v>
                </c:pt>
                <c:pt idx="33">
                  <c:v>177</c:v>
                </c:pt>
                <c:pt idx="34">
                  <c:v>182</c:v>
                </c:pt>
                <c:pt idx="35">
                  <c:v>187</c:v>
                </c:pt>
                <c:pt idx="36">
                  <c:v>192</c:v>
                </c:pt>
                <c:pt idx="37">
                  <c:v>197</c:v>
                </c:pt>
                <c:pt idx="38">
                  <c:v>203</c:v>
                </c:pt>
                <c:pt idx="39">
                  <c:v>208</c:v>
                </c:pt>
                <c:pt idx="40">
                  <c:v>213</c:v>
                </c:pt>
                <c:pt idx="41">
                  <c:v>218</c:v>
                </c:pt>
                <c:pt idx="42">
                  <c:v>223</c:v>
                </c:pt>
                <c:pt idx="43">
                  <c:v>228</c:v>
                </c:pt>
                <c:pt idx="44">
                  <c:v>234</c:v>
                </c:pt>
                <c:pt idx="45">
                  <c:v>239</c:v>
                </c:pt>
                <c:pt idx="46">
                  <c:v>244</c:v>
                </c:pt>
                <c:pt idx="47">
                  <c:v>249</c:v>
                </c:pt>
                <c:pt idx="48">
                  <c:v>254</c:v>
                </c:pt>
                <c:pt idx="49">
                  <c:v>259</c:v>
                </c:pt>
                <c:pt idx="50">
                  <c:v>265</c:v>
                </c:pt>
                <c:pt idx="51">
                  <c:v>270</c:v>
                </c:pt>
                <c:pt idx="52">
                  <c:v>275</c:v>
                </c:pt>
                <c:pt idx="53">
                  <c:v>280</c:v>
                </c:pt>
                <c:pt idx="54">
                  <c:v>285</c:v>
                </c:pt>
                <c:pt idx="55">
                  <c:v>290</c:v>
                </c:pt>
                <c:pt idx="56">
                  <c:v>296</c:v>
                </c:pt>
                <c:pt idx="57">
                  <c:v>301</c:v>
                </c:pt>
                <c:pt idx="58">
                  <c:v>306</c:v>
                </c:pt>
                <c:pt idx="59">
                  <c:v>311</c:v>
                </c:pt>
                <c:pt idx="60">
                  <c:v>316</c:v>
                </c:pt>
                <c:pt idx="61">
                  <c:v>321</c:v>
                </c:pt>
                <c:pt idx="62">
                  <c:v>327</c:v>
                </c:pt>
                <c:pt idx="63">
                  <c:v>332</c:v>
                </c:pt>
                <c:pt idx="64">
                  <c:v>337</c:v>
                </c:pt>
                <c:pt idx="65">
                  <c:v>342</c:v>
                </c:pt>
                <c:pt idx="66">
                  <c:v>347</c:v>
                </c:pt>
                <c:pt idx="67">
                  <c:v>352</c:v>
                </c:pt>
                <c:pt idx="68">
                  <c:v>358</c:v>
                </c:pt>
                <c:pt idx="69">
                  <c:v>363</c:v>
                </c:pt>
                <c:pt idx="70">
                  <c:v>368</c:v>
                </c:pt>
                <c:pt idx="71">
                  <c:v>373</c:v>
                </c:pt>
                <c:pt idx="72">
                  <c:v>378</c:v>
                </c:pt>
                <c:pt idx="73">
                  <c:v>383</c:v>
                </c:pt>
                <c:pt idx="74">
                  <c:v>389</c:v>
                </c:pt>
                <c:pt idx="75">
                  <c:v>394</c:v>
                </c:pt>
                <c:pt idx="76">
                  <c:v>399</c:v>
                </c:pt>
                <c:pt idx="77">
                  <c:v>404</c:v>
                </c:pt>
                <c:pt idx="78">
                  <c:v>409</c:v>
                </c:pt>
                <c:pt idx="79">
                  <c:v>414</c:v>
                </c:pt>
                <c:pt idx="80">
                  <c:v>420</c:v>
                </c:pt>
                <c:pt idx="81">
                  <c:v>425</c:v>
                </c:pt>
                <c:pt idx="82">
                  <c:v>430</c:v>
                </c:pt>
                <c:pt idx="83">
                  <c:v>435</c:v>
                </c:pt>
                <c:pt idx="84">
                  <c:v>440</c:v>
                </c:pt>
                <c:pt idx="85">
                  <c:v>445</c:v>
                </c:pt>
                <c:pt idx="86">
                  <c:v>451</c:v>
                </c:pt>
                <c:pt idx="87">
                  <c:v>456</c:v>
                </c:pt>
                <c:pt idx="88">
                  <c:v>461</c:v>
                </c:pt>
                <c:pt idx="89">
                  <c:v>466</c:v>
                </c:pt>
                <c:pt idx="90">
                  <c:v>471</c:v>
                </c:pt>
                <c:pt idx="91">
                  <c:v>476</c:v>
                </c:pt>
                <c:pt idx="92">
                  <c:v>482</c:v>
                </c:pt>
                <c:pt idx="93">
                  <c:v>487</c:v>
                </c:pt>
                <c:pt idx="94">
                  <c:v>492</c:v>
                </c:pt>
                <c:pt idx="95">
                  <c:v>497</c:v>
                </c:pt>
                <c:pt idx="96">
                  <c:v>502</c:v>
                </c:pt>
                <c:pt idx="97">
                  <c:v>507</c:v>
                </c:pt>
                <c:pt idx="98">
                  <c:v>513</c:v>
                </c:pt>
                <c:pt idx="99">
                  <c:v>518</c:v>
                </c:pt>
                <c:pt idx="100">
                  <c:v>523</c:v>
                </c:pt>
                <c:pt idx="101">
                  <c:v>528</c:v>
                </c:pt>
                <c:pt idx="102">
                  <c:v>533</c:v>
                </c:pt>
                <c:pt idx="103">
                  <c:v>538</c:v>
                </c:pt>
                <c:pt idx="104">
                  <c:v>544</c:v>
                </c:pt>
                <c:pt idx="105">
                  <c:v>549</c:v>
                </c:pt>
                <c:pt idx="106">
                  <c:v>554</c:v>
                </c:pt>
                <c:pt idx="107">
                  <c:v>559</c:v>
                </c:pt>
                <c:pt idx="108">
                  <c:v>564</c:v>
                </c:pt>
                <c:pt idx="109">
                  <c:v>569</c:v>
                </c:pt>
                <c:pt idx="110">
                  <c:v>575</c:v>
                </c:pt>
                <c:pt idx="111">
                  <c:v>580</c:v>
                </c:pt>
                <c:pt idx="112">
                  <c:v>585</c:v>
                </c:pt>
                <c:pt idx="113">
                  <c:v>590</c:v>
                </c:pt>
                <c:pt idx="114">
                  <c:v>595</c:v>
                </c:pt>
                <c:pt idx="115">
                  <c:v>600</c:v>
                </c:pt>
                <c:pt idx="116">
                  <c:v>606</c:v>
                </c:pt>
                <c:pt idx="117">
                  <c:v>611</c:v>
                </c:pt>
                <c:pt idx="118">
                  <c:v>616</c:v>
                </c:pt>
              </c:numCache>
            </c:numRef>
          </c:xVal>
          <c:yVal>
            <c:numRef>
              <c:f>'Chart Data'!$BP$2:$BP$120</c:f>
              <c:numCache>
                <c:formatCode>General</c:formatCode>
                <c:ptCount val="119"/>
                <c:pt idx="0">
                  <c:v>1.0752445</c:v>
                </c:pt>
                <c:pt idx="1">
                  <c:v>1.0762513</c:v>
                </c:pt>
                <c:pt idx="2">
                  <c:v>1.0763295</c:v>
                </c:pt>
                <c:pt idx="3">
                  <c:v>1.0764546</c:v>
                </c:pt>
                <c:pt idx="4">
                  <c:v>1.0762899</c:v>
                </c:pt>
                <c:pt idx="5">
                  <c:v>1.0764402</c:v>
                </c:pt>
                <c:pt idx="6">
                  <c:v>1.0764438</c:v>
                </c:pt>
                <c:pt idx="7">
                  <c:v>1.0762589</c:v>
                </c:pt>
                <c:pt idx="8">
                  <c:v>1.0760394</c:v>
                </c:pt>
                <c:pt idx="9">
                  <c:v>1.0763674</c:v>
                </c:pt>
                <c:pt idx="10">
                  <c:v>1.0759432</c:v>
                </c:pt>
                <c:pt idx="11">
                  <c:v>1.0758239</c:v>
                </c:pt>
                <c:pt idx="12">
                  <c:v>1.0756068</c:v>
                </c:pt>
                <c:pt idx="13">
                  <c:v>1.0756865</c:v>
                </c:pt>
                <c:pt idx="14">
                  <c:v>1.0753604</c:v>
                </c:pt>
                <c:pt idx="15">
                  <c:v>1.0752735</c:v>
                </c:pt>
                <c:pt idx="16">
                  <c:v>1.075088</c:v>
                </c:pt>
                <c:pt idx="17">
                  <c:v>1.0749421</c:v>
                </c:pt>
                <c:pt idx="18">
                  <c:v>1.0748731</c:v>
                </c:pt>
                <c:pt idx="19">
                  <c:v>1.0747582</c:v>
                </c:pt>
                <c:pt idx="20">
                  <c:v>1.074423</c:v>
                </c:pt>
                <c:pt idx="21">
                  <c:v>1.0743833</c:v>
                </c:pt>
                <c:pt idx="22">
                  <c:v>1.0741625</c:v>
                </c:pt>
                <c:pt idx="23">
                  <c:v>1.0740284</c:v>
                </c:pt>
                <c:pt idx="24">
                  <c:v>1.0738014</c:v>
                </c:pt>
                <c:pt idx="25">
                  <c:v>1.0736276</c:v>
                </c:pt>
                <c:pt idx="26">
                  <c:v>1.0732957</c:v>
                </c:pt>
                <c:pt idx="27">
                  <c:v>1.0731528</c:v>
                </c:pt>
                <c:pt idx="28">
                  <c:v>1.0729046</c:v>
                </c:pt>
                <c:pt idx="29">
                  <c:v>1.0727322</c:v>
                </c:pt>
                <c:pt idx="30">
                  <c:v>1.0723928</c:v>
                </c:pt>
                <c:pt idx="31">
                  <c:v>1.0722878</c:v>
                </c:pt>
                <c:pt idx="32">
                  <c:v>1.0720129</c:v>
                </c:pt>
                <c:pt idx="33">
                  <c:v>1.0722405</c:v>
                </c:pt>
                <c:pt idx="34">
                  <c:v>1.0716434</c:v>
                </c:pt>
                <c:pt idx="35">
                  <c:v>1.0712554</c:v>
                </c:pt>
                <c:pt idx="36">
                  <c:v>1.0709803</c:v>
                </c:pt>
                <c:pt idx="37">
                  <c:v>1.0710493</c:v>
                </c:pt>
                <c:pt idx="38">
                  <c:v>1.0704564</c:v>
                </c:pt>
                <c:pt idx="39">
                  <c:v>1.0706413</c:v>
                </c:pt>
                <c:pt idx="40">
                  <c:v>1.0698079</c:v>
                </c:pt>
                <c:pt idx="41">
                  <c:v>1.0693201</c:v>
                </c:pt>
                <c:pt idx="42">
                  <c:v>1.0693103</c:v>
                </c:pt>
                <c:pt idx="43">
                  <c:v>1.0688286</c:v>
                </c:pt>
                <c:pt idx="44">
                  <c:v>1.0686697</c:v>
                </c:pt>
                <c:pt idx="45">
                  <c:v>1.0680771</c:v>
                </c:pt>
                <c:pt idx="46">
                  <c:v>1.0676919</c:v>
                </c:pt>
                <c:pt idx="47">
                  <c:v>1.0672818</c:v>
                </c:pt>
                <c:pt idx="48">
                  <c:v>1.067073</c:v>
                </c:pt>
                <c:pt idx="49">
                  <c:v>1.0665854</c:v>
                </c:pt>
                <c:pt idx="50">
                  <c:v>1.0662618</c:v>
                </c:pt>
                <c:pt idx="51">
                  <c:v>1.0654854</c:v>
                </c:pt>
                <c:pt idx="52">
                  <c:v>1.0648204</c:v>
                </c:pt>
                <c:pt idx="53">
                  <c:v>1.0646287</c:v>
                </c:pt>
                <c:pt idx="54">
                  <c:v>1.0643637</c:v>
                </c:pt>
                <c:pt idx="55">
                  <c:v>1.0638157</c:v>
                </c:pt>
                <c:pt idx="56">
                  <c:v>1.063311</c:v>
                </c:pt>
                <c:pt idx="57">
                  <c:v>1.0626786</c:v>
                </c:pt>
                <c:pt idx="58">
                  <c:v>1.061983</c:v>
                </c:pt>
                <c:pt idx="59">
                  <c:v>1.0616126</c:v>
                </c:pt>
                <c:pt idx="60">
                  <c:v>1.060721</c:v>
                </c:pt>
                <c:pt idx="61">
                  <c:v>1.0604724</c:v>
                </c:pt>
                <c:pt idx="62">
                  <c:v>1.0597934</c:v>
                </c:pt>
                <c:pt idx="63">
                  <c:v>1.0589011</c:v>
                </c:pt>
                <c:pt idx="64">
                  <c:v>1.0584401</c:v>
                </c:pt>
                <c:pt idx="65">
                  <c:v>1.0583838</c:v>
                </c:pt>
                <c:pt idx="66">
                  <c:v>1.0579948</c:v>
                </c:pt>
                <c:pt idx="67">
                  <c:v>1.0581917</c:v>
                </c:pt>
                <c:pt idx="68">
                  <c:v>1.0562274</c:v>
                </c:pt>
                <c:pt idx="69">
                  <c:v>1.0554309</c:v>
                </c:pt>
                <c:pt idx="70">
                  <c:v>1.0549966</c:v>
                </c:pt>
                <c:pt idx="71">
                  <c:v>1.0538573</c:v>
                </c:pt>
                <c:pt idx="72">
                  <c:v>1.053838</c:v>
                </c:pt>
                <c:pt idx="73">
                  <c:v>1.0527157</c:v>
                </c:pt>
                <c:pt idx="74">
                  <c:v>1.0512834</c:v>
                </c:pt>
                <c:pt idx="75">
                  <c:v>1.0506597</c:v>
                </c:pt>
                <c:pt idx="76">
                  <c:v>1.0496964</c:v>
                </c:pt>
                <c:pt idx="77">
                  <c:v>1.0488896</c:v>
                </c:pt>
                <c:pt idx="78">
                  <c:v>1.0481237</c:v>
                </c:pt>
                <c:pt idx="79">
                  <c:v>1.0465355</c:v>
                </c:pt>
                <c:pt idx="80">
                  <c:v>1.0448129</c:v>
                </c:pt>
                <c:pt idx="81">
                  <c:v>1.0437946</c:v>
                </c:pt>
                <c:pt idx="82">
                  <c:v>1.0426536</c:v>
                </c:pt>
                <c:pt idx="83">
                  <c:v>1.0418788</c:v>
                </c:pt>
                <c:pt idx="84">
                  <c:v>1.0404919</c:v>
                </c:pt>
                <c:pt idx="85">
                  <c:v>1.0385848</c:v>
                </c:pt>
                <c:pt idx="86">
                  <c:v>1.0365928</c:v>
                </c:pt>
                <c:pt idx="87">
                  <c:v>1.0350876</c:v>
                </c:pt>
                <c:pt idx="88">
                  <c:v>1.0332452</c:v>
                </c:pt>
                <c:pt idx="89">
                  <c:v>1.0320328</c:v>
                </c:pt>
                <c:pt idx="90">
                  <c:v>1.0303835</c:v>
                </c:pt>
                <c:pt idx="91">
                  <c:v>1.0276783</c:v>
                </c:pt>
                <c:pt idx="92">
                  <c:v>1.02509</c:v>
                </c:pt>
                <c:pt idx="93">
                  <c:v>1.022396</c:v>
                </c:pt>
                <c:pt idx="94">
                  <c:v>1.0194697</c:v>
                </c:pt>
                <c:pt idx="95">
                  <c:v>1.017522</c:v>
                </c:pt>
                <c:pt idx="96">
                  <c:v>1.0130962</c:v>
                </c:pt>
                <c:pt idx="97">
                  <c:v>1.0100875</c:v>
                </c:pt>
                <c:pt idx="98">
                  <c:v>1.0031887</c:v>
                </c:pt>
                <c:pt idx="99">
                  <c:v>0.99958146</c:v>
                </c:pt>
                <c:pt idx="100">
                  <c:v>0.99507385</c:v>
                </c:pt>
                <c:pt idx="101">
                  <c:v>0.9907161</c:v>
                </c:pt>
                <c:pt idx="102">
                  <c:v>0.9851594</c:v>
                </c:pt>
                <c:pt idx="103">
                  <c:v>0.97913045</c:v>
                </c:pt>
                <c:pt idx="104">
                  <c:v>0.97179186</c:v>
                </c:pt>
                <c:pt idx="105">
                  <c:v>0.96567994</c:v>
                </c:pt>
                <c:pt idx="106">
                  <c:v>0.95936978</c:v>
                </c:pt>
                <c:pt idx="107">
                  <c:v>0.95328367</c:v>
                </c:pt>
                <c:pt idx="108">
                  <c:v>0.94694704</c:v>
                </c:pt>
                <c:pt idx="109">
                  <c:v>0.94103569</c:v>
                </c:pt>
                <c:pt idx="110">
                  <c:v>0.93307656</c:v>
                </c:pt>
                <c:pt idx="111">
                  <c:v>0.92717874</c:v>
                </c:pt>
                <c:pt idx="112">
                  <c:v>0.92096996</c:v>
                </c:pt>
                <c:pt idx="113">
                  <c:v>0.91489393</c:v>
                </c:pt>
                <c:pt idx="114">
                  <c:v>0.90842754</c:v>
                </c:pt>
                <c:pt idx="115">
                  <c:v>0.90173966</c:v>
                </c:pt>
                <c:pt idx="116">
                  <c:v>0.89389837</c:v>
                </c:pt>
                <c:pt idx="117">
                  <c:v>0.88293016</c:v>
                </c:pt>
                <c:pt idx="118">
                  <c:v>0.88110942</c:v>
                </c:pt>
              </c:numCache>
            </c:numRef>
          </c:yVal>
        </c:ser>
        <c:ser>
          <c:idx val="34"/>
          <c:order val="34"/>
          <c:tx>
            <c:v>Batch1_cell_039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Data'!$BQ$2:$BQ$120</c:f>
              <c:numCache>
                <c:formatCode>General</c:formatCode>
                <c:ptCount val="119"/>
                <c:pt idx="0">
                  <c:v>6</c:v>
                </c:pt>
                <c:pt idx="1">
                  <c:v>11</c:v>
                </c:pt>
                <c:pt idx="2">
                  <c:v>17</c:v>
                </c:pt>
                <c:pt idx="3">
                  <c:v>22</c:v>
                </c:pt>
                <c:pt idx="4">
                  <c:v>27</c:v>
                </c:pt>
                <c:pt idx="5">
                  <c:v>32</c:v>
                </c:pt>
                <c:pt idx="6">
                  <c:v>38</c:v>
                </c:pt>
                <c:pt idx="7">
                  <c:v>43</c:v>
                </c:pt>
                <c:pt idx="8">
                  <c:v>48</c:v>
                </c:pt>
                <c:pt idx="9">
                  <c:v>53</c:v>
                </c:pt>
                <c:pt idx="10">
                  <c:v>59</c:v>
                </c:pt>
                <c:pt idx="11">
                  <c:v>64</c:v>
                </c:pt>
                <c:pt idx="12">
                  <c:v>69</c:v>
                </c:pt>
                <c:pt idx="13">
                  <c:v>74</c:v>
                </c:pt>
                <c:pt idx="14">
                  <c:v>80</c:v>
                </c:pt>
                <c:pt idx="15">
                  <c:v>85</c:v>
                </c:pt>
                <c:pt idx="16">
                  <c:v>90</c:v>
                </c:pt>
                <c:pt idx="17">
                  <c:v>95</c:v>
                </c:pt>
                <c:pt idx="18">
                  <c:v>100</c:v>
                </c:pt>
                <c:pt idx="19">
                  <c:v>106</c:v>
                </c:pt>
                <c:pt idx="20">
                  <c:v>111</c:v>
                </c:pt>
                <c:pt idx="21">
                  <c:v>116</c:v>
                </c:pt>
                <c:pt idx="22">
                  <c:v>121</c:v>
                </c:pt>
                <c:pt idx="23">
                  <c:v>127</c:v>
                </c:pt>
                <c:pt idx="24">
                  <c:v>132</c:v>
                </c:pt>
                <c:pt idx="25">
                  <c:v>137</c:v>
                </c:pt>
                <c:pt idx="26">
                  <c:v>142</c:v>
                </c:pt>
                <c:pt idx="27">
                  <c:v>148</c:v>
                </c:pt>
                <c:pt idx="28">
                  <c:v>153</c:v>
                </c:pt>
                <c:pt idx="29">
                  <c:v>158</c:v>
                </c:pt>
                <c:pt idx="30">
                  <c:v>163</c:v>
                </c:pt>
                <c:pt idx="31">
                  <c:v>169</c:v>
                </c:pt>
                <c:pt idx="32">
                  <c:v>174</c:v>
                </c:pt>
                <c:pt idx="33">
                  <c:v>179</c:v>
                </c:pt>
                <c:pt idx="34">
                  <c:v>184</c:v>
                </c:pt>
                <c:pt idx="35">
                  <c:v>189</c:v>
                </c:pt>
                <c:pt idx="36">
                  <c:v>195</c:v>
                </c:pt>
                <c:pt idx="37">
                  <c:v>200</c:v>
                </c:pt>
                <c:pt idx="38">
                  <c:v>205</c:v>
                </c:pt>
                <c:pt idx="39">
                  <c:v>210</c:v>
                </c:pt>
                <c:pt idx="40">
                  <c:v>216</c:v>
                </c:pt>
                <c:pt idx="41">
                  <c:v>221</c:v>
                </c:pt>
                <c:pt idx="42">
                  <c:v>226</c:v>
                </c:pt>
                <c:pt idx="43">
                  <c:v>231</c:v>
                </c:pt>
                <c:pt idx="44">
                  <c:v>237</c:v>
                </c:pt>
                <c:pt idx="45">
                  <c:v>242</c:v>
                </c:pt>
                <c:pt idx="46">
                  <c:v>247</c:v>
                </c:pt>
                <c:pt idx="47">
                  <c:v>252</c:v>
                </c:pt>
                <c:pt idx="48">
                  <c:v>258</c:v>
                </c:pt>
                <c:pt idx="49">
                  <c:v>263</c:v>
                </c:pt>
                <c:pt idx="50">
                  <c:v>268</c:v>
                </c:pt>
                <c:pt idx="51">
                  <c:v>273</c:v>
                </c:pt>
                <c:pt idx="52">
                  <c:v>278</c:v>
                </c:pt>
                <c:pt idx="53">
                  <c:v>284</c:v>
                </c:pt>
                <c:pt idx="54">
                  <c:v>289</c:v>
                </c:pt>
                <c:pt idx="55">
                  <c:v>294</c:v>
                </c:pt>
                <c:pt idx="56">
                  <c:v>299</c:v>
                </c:pt>
                <c:pt idx="57">
                  <c:v>305</c:v>
                </c:pt>
                <c:pt idx="58">
                  <c:v>310</c:v>
                </c:pt>
                <c:pt idx="59">
                  <c:v>315</c:v>
                </c:pt>
                <c:pt idx="60">
                  <c:v>320</c:v>
                </c:pt>
                <c:pt idx="61">
                  <c:v>326</c:v>
                </c:pt>
                <c:pt idx="62">
                  <c:v>331</c:v>
                </c:pt>
                <c:pt idx="63">
                  <c:v>336</c:v>
                </c:pt>
                <c:pt idx="64">
                  <c:v>341</c:v>
                </c:pt>
                <c:pt idx="65">
                  <c:v>347</c:v>
                </c:pt>
                <c:pt idx="66">
                  <c:v>352</c:v>
                </c:pt>
                <c:pt idx="67">
                  <c:v>357</c:v>
                </c:pt>
                <c:pt idx="68">
                  <c:v>362</c:v>
                </c:pt>
                <c:pt idx="69">
                  <c:v>367</c:v>
                </c:pt>
                <c:pt idx="70">
                  <c:v>373</c:v>
                </c:pt>
                <c:pt idx="71">
                  <c:v>378</c:v>
                </c:pt>
                <c:pt idx="72">
                  <c:v>383</c:v>
                </c:pt>
                <c:pt idx="73">
                  <c:v>388</c:v>
                </c:pt>
                <c:pt idx="74">
                  <c:v>394</c:v>
                </c:pt>
                <c:pt idx="75">
                  <c:v>399</c:v>
                </c:pt>
                <c:pt idx="76">
                  <c:v>404</c:v>
                </c:pt>
                <c:pt idx="77">
                  <c:v>409</c:v>
                </c:pt>
                <c:pt idx="78">
                  <c:v>415</c:v>
                </c:pt>
                <c:pt idx="79">
                  <c:v>420</c:v>
                </c:pt>
                <c:pt idx="80">
                  <c:v>425</c:v>
                </c:pt>
                <c:pt idx="81">
                  <c:v>430</c:v>
                </c:pt>
                <c:pt idx="82">
                  <c:v>436</c:v>
                </c:pt>
                <c:pt idx="83">
                  <c:v>441</c:v>
                </c:pt>
                <c:pt idx="84">
                  <c:v>446</c:v>
                </c:pt>
                <c:pt idx="85">
                  <c:v>451</c:v>
                </c:pt>
                <c:pt idx="86">
                  <c:v>456</c:v>
                </c:pt>
                <c:pt idx="87">
                  <c:v>462</c:v>
                </c:pt>
                <c:pt idx="88">
                  <c:v>467</c:v>
                </c:pt>
                <c:pt idx="89">
                  <c:v>472</c:v>
                </c:pt>
                <c:pt idx="90">
                  <c:v>477</c:v>
                </c:pt>
                <c:pt idx="91">
                  <c:v>483</c:v>
                </c:pt>
                <c:pt idx="92">
                  <c:v>488</c:v>
                </c:pt>
                <c:pt idx="93">
                  <c:v>493</c:v>
                </c:pt>
                <c:pt idx="94">
                  <c:v>498</c:v>
                </c:pt>
                <c:pt idx="95">
                  <c:v>504</c:v>
                </c:pt>
                <c:pt idx="96">
                  <c:v>509</c:v>
                </c:pt>
                <c:pt idx="97">
                  <c:v>514</c:v>
                </c:pt>
                <c:pt idx="98">
                  <c:v>519</c:v>
                </c:pt>
                <c:pt idx="99">
                  <c:v>525</c:v>
                </c:pt>
                <c:pt idx="100">
                  <c:v>530</c:v>
                </c:pt>
                <c:pt idx="101">
                  <c:v>535</c:v>
                </c:pt>
                <c:pt idx="102">
                  <c:v>540</c:v>
                </c:pt>
                <c:pt idx="103">
                  <c:v>545</c:v>
                </c:pt>
                <c:pt idx="104">
                  <c:v>551</c:v>
                </c:pt>
                <c:pt idx="105">
                  <c:v>556</c:v>
                </c:pt>
                <c:pt idx="106">
                  <c:v>561</c:v>
                </c:pt>
                <c:pt idx="107">
                  <c:v>566</c:v>
                </c:pt>
                <c:pt idx="108">
                  <c:v>572</c:v>
                </c:pt>
                <c:pt idx="109">
                  <c:v>577</c:v>
                </c:pt>
                <c:pt idx="110">
                  <c:v>582</c:v>
                </c:pt>
                <c:pt idx="111">
                  <c:v>587</c:v>
                </c:pt>
                <c:pt idx="112">
                  <c:v>593</c:v>
                </c:pt>
                <c:pt idx="113">
                  <c:v>598</c:v>
                </c:pt>
                <c:pt idx="114">
                  <c:v>603</c:v>
                </c:pt>
                <c:pt idx="115">
                  <c:v>608</c:v>
                </c:pt>
                <c:pt idx="116">
                  <c:v>614</c:v>
                </c:pt>
                <c:pt idx="117">
                  <c:v>619</c:v>
                </c:pt>
                <c:pt idx="118">
                  <c:v>624</c:v>
                </c:pt>
              </c:numCache>
            </c:numRef>
          </c:xVal>
          <c:yVal>
            <c:numRef>
              <c:f>'Chart Data'!$BR$2:$BR$120</c:f>
              <c:numCache>
                <c:formatCode>General</c:formatCode>
                <c:ptCount val="119"/>
                <c:pt idx="0">
                  <c:v>1.0847878</c:v>
                </c:pt>
                <c:pt idx="1">
                  <c:v>1.0857193</c:v>
                </c:pt>
                <c:pt idx="2">
                  <c:v>1.0859635</c:v>
                </c:pt>
                <c:pt idx="3">
                  <c:v>1.0861069</c:v>
                </c:pt>
                <c:pt idx="4">
                  <c:v>1.0861409</c:v>
                </c:pt>
                <c:pt idx="5">
                  <c:v>1.0862615</c:v>
                </c:pt>
                <c:pt idx="6">
                  <c:v>1.0863073</c:v>
                </c:pt>
                <c:pt idx="7">
                  <c:v>1.0861998</c:v>
                </c:pt>
                <c:pt idx="8">
                  <c:v>1.0860896</c:v>
                </c:pt>
                <c:pt idx="9">
                  <c:v>1.0863007</c:v>
                </c:pt>
                <c:pt idx="10">
                  <c:v>1.0859696</c:v>
                </c:pt>
                <c:pt idx="11">
                  <c:v>1.0859203</c:v>
                </c:pt>
                <c:pt idx="12">
                  <c:v>1.0857098</c:v>
                </c:pt>
                <c:pt idx="13">
                  <c:v>1.0855557</c:v>
                </c:pt>
                <c:pt idx="14">
                  <c:v>1.0853689</c:v>
                </c:pt>
                <c:pt idx="15">
                  <c:v>1.0852667</c:v>
                </c:pt>
                <c:pt idx="16">
                  <c:v>1.0850699</c:v>
                </c:pt>
                <c:pt idx="17">
                  <c:v>1.0849363</c:v>
                </c:pt>
                <c:pt idx="18">
                  <c:v>1.0847629</c:v>
                </c:pt>
                <c:pt idx="19">
                  <c:v>1.0845824</c:v>
                </c:pt>
                <c:pt idx="20">
                  <c:v>1.0842599</c:v>
                </c:pt>
                <c:pt idx="21">
                  <c:v>1.0841475</c:v>
                </c:pt>
                <c:pt idx="22">
                  <c:v>1.0839283</c:v>
                </c:pt>
                <c:pt idx="23">
                  <c:v>1.0835936</c:v>
                </c:pt>
                <c:pt idx="24">
                  <c:v>1.083369</c:v>
                </c:pt>
                <c:pt idx="25">
                  <c:v>1.0830426</c:v>
                </c:pt>
                <c:pt idx="26">
                  <c:v>1.0829139</c:v>
                </c:pt>
                <c:pt idx="27">
                  <c:v>1.0826006</c:v>
                </c:pt>
                <c:pt idx="28">
                  <c:v>1.0823987</c:v>
                </c:pt>
                <c:pt idx="29">
                  <c:v>1.0821568</c:v>
                </c:pt>
                <c:pt idx="30">
                  <c:v>1.081816</c:v>
                </c:pt>
                <c:pt idx="31">
                  <c:v>1.0818653</c:v>
                </c:pt>
                <c:pt idx="32">
                  <c:v>1.0813894</c:v>
                </c:pt>
                <c:pt idx="33">
                  <c:v>1.0814586</c:v>
                </c:pt>
                <c:pt idx="34">
                  <c:v>1.0807987</c:v>
                </c:pt>
                <c:pt idx="35">
                  <c:v>1.080384</c:v>
                </c:pt>
                <c:pt idx="36">
                  <c:v>1.0802212</c:v>
                </c:pt>
                <c:pt idx="37">
                  <c:v>1.0797983</c:v>
                </c:pt>
                <c:pt idx="38">
                  <c:v>1.0800914</c:v>
                </c:pt>
                <c:pt idx="39">
                  <c:v>1.0795481</c:v>
                </c:pt>
                <c:pt idx="40">
                  <c:v>1.0787429</c:v>
                </c:pt>
                <c:pt idx="41">
                  <c:v>1.0784795</c:v>
                </c:pt>
                <c:pt idx="42">
                  <c:v>1.0783975</c:v>
                </c:pt>
                <c:pt idx="43">
                  <c:v>1.0779291</c:v>
                </c:pt>
                <c:pt idx="44">
                  <c:v>1.0777414</c:v>
                </c:pt>
                <c:pt idx="45">
                  <c:v>1.0770643</c:v>
                </c:pt>
                <c:pt idx="46">
                  <c:v>1.0765812</c:v>
                </c:pt>
                <c:pt idx="47">
                  <c:v>1.0765107</c:v>
                </c:pt>
                <c:pt idx="48">
                  <c:v>1.0757817</c:v>
                </c:pt>
                <c:pt idx="49">
                  <c:v>1.0758637</c:v>
                </c:pt>
                <c:pt idx="50">
                  <c:v>1.0751406</c:v>
                </c:pt>
                <c:pt idx="51">
                  <c:v>1.0746453</c:v>
                </c:pt>
                <c:pt idx="52">
                  <c:v>1.0741231</c:v>
                </c:pt>
                <c:pt idx="53">
                  <c:v>1.0737575</c:v>
                </c:pt>
                <c:pt idx="54">
                  <c:v>1.0735244</c:v>
                </c:pt>
                <c:pt idx="55">
                  <c:v>1.0732899</c:v>
                </c:pt>
                <c:pt idx="56">
                  <c:v>1.0723196</c:v>
                </c:pt>
                <c:pt idx="57">
                  <c:v>1.0716102</c:v>
                </c:pt>
                <c:pt idx="58">
                  <c:v>1.0710969</c:v>
                </c:pt>
                <c:pt idx="59">
                  <c:v>1.0705822</c:v>
                </c:pt>
                <c:pt idx="60">
                  <c:v>1.0702792</c:v>
                </c:pt>
                <c:pt idx="61">
                  <c:v>1.0694199</c:v>
                </c:pt>
                <c:pt idx="62">
                  <c:v>1.0687773</c:v>
                </c:pt>
                <c:pt idx="63">
                  <c:v>1.0686193</c:v>
                </c:pt>
                <c:pt idx="64">
                  <c:v>1.067977</c:v>
                </c:pt>
                <c:pt idx="65">
                  <c:v>1.0685606</c:v>
                </c:pt>
                <c:pt idx="66">
                  <c:v>1.0676111</c:v>
                </c:pt>
                <c:pt idx="67">
                  <c:v>1.0662715</c:v>
                </c:pt>
                <c:pt idx="68">
                  <c:v>1.0654461</c:v>
                </c:pt>
                <c:pt idx="69">
                  <c:v>1.0648878</c:v>
                </c:pt>
                <c:pt idx="70">
                  <c:v>1.0642488</c:v>
                </c:pt>
                <c:pt idx="71">
                  <c:v>1.0638095</c:v>
                </c:pt>
                <c:pt idx="72">
                  <c:v>1.0623883</c:v>
                </c:pt>
                <c:pt idx="73">
                  <c:v>1.0612844</c:v>
                </c:pt>
                <c:pt idx="74">
                  <c:v>1.0604391</c:v>
                </c:pt>
                <c:pt idx="75">
                  <c:v>1.0590864</c:v>
                </c:pt>
                <c:pt idx="76">
                  <c:v>1.0587679</c:v>
                </c:pt>
                <c:pt idx="77">
                  <c:v>1.0575957</c:v>
                </c:pt>
                <c:pt idx="78">
                  <c:v>1.0558562</c:v>
                </c:pt>
                <c:pt idx="79">
                  <c:v>1.0547583</c:v>
                </c:pt>
                <c:pt idx="80">
                  <c:v>1.0532964</c:v>
                </c:pt>
                <c:pt idx="81">
                  <c:v>1.0521846</c:v>
                </c:pt>
                <c:pt idx="82">
                  <c:v>1.0511085</c:v>
                </c:pt>
                <c:pt idx="83">
                  <c:v>1.0489944</c:v>
                </c:pt>
                <c:pt idx="84">
                  <c:v>1.0473746</c:v>
                </c:pt>
                <c:pt idx="85">
                  <c:v>1.0456319</c:v>
                </c:pt>
                <c:pt idx="86">
                  <c:v>1.0439404</c:v>
                </c:pt>
                <c:pt idx="87">
                  <c:v>1.0420052</c:v>
                </c:pt>
                <c:pt idx="88">
                  <c:v>1.04018</c:v>
                </c:pt>
                <c:pt idx="89">
                  <c:v>1.0376805</c:v>
                </c:pt>
                <c:pt idx="90">
                  <c:v>1.0352935</c:v>
                </c:pt>
                <c:pt idx="91">
                  <c:v>1.0324255</c:v>
                </c:pt>
                <c:pt idx="92">
                  <c:v>1.0299022</c:v>
                </c:pt>
                <c:pt idx="93">
                  <c:v>1.0279093</c:v>
                </c:pt>
                <c:pt idx="94">
                  <c:v>1.0243963</c:v>
                </c:pt>
                <c:pt idx="95">
                  <c:v>1.018258</c:v>
                </c:pt>
                <c:pt idx="96">
                  <c:v>1.014394</c:v>
                </c:pt>
                <c:pt idx="97">
                  <c:v>1.0103805</c:v>
                </c:pt>
                <c:pt idx="98">
                  <c:v>1.0059513</c:v>
                </c:pt>
                <c:pt idx="99">
                  <c:v>1.000465</c:v>
                </c:pt>
                <c:pt idx="100">
                  <c:v>0.99505353</c:v>
                </c:pt>
                <c:pt idx="101">
                  <c:v>0.9894644</c:v>
                </c:pt>
                <c:pt idx="102">
                  <c:v>0.9839772</c:v>
                </c:pt>
                <c:pt idx="103">
                  <c:v>0.97797197</c:v>
                </c:pt>
                <c:pt idx="104">
                  <c:v>0.97102338</c:v>
                </c:pt>
                <c:pt idx="105">
                  <c:v>0.96459681</c:v>
                </c:pt>
                <c:pt idx="106">
                  <c:v>0.95867044</c:v>
                </c:pt>
                <c:pt idx="107">
                  <c:v>0.95220798</c:v>
                </c:pt>
                <c:pt idx="108">
                  <c:v>0.94495851</c:v>
                </c:pt>
                <c:pt idx="109">
                  <c:v>0.93884635</c:v>
                </c:pt>
                <c:pt idx="110">
                  <c:v>0.93316996</c:v>
                </c:pt>
                <c:pt idx="111">
                  <c:v>0.92723489</c:v>
                </c:pt>
                <c:pt idx="112">
                  <c:v>0.91943002</c:v>
                </c:pt>
                <c:pt idx="113">
                  <c:v>0.91322553</c:v>
                </c:pt>
                <c:pt idx="114">
                  <c:v>0.90694124</c:v>
                </c:pt>
                <c:pt idx="115">
                  <c:v>0.90054119</c:v>
                </c:pt>
                <c:pt idx="116">
                  <c:v>0.8930068</c:v>
                </c:pt>
                <c:pt idx="117">
                  <c:v>0.88638282</c:v>
                </c:pt>
                <c:pt idx="118">
                  <c:v>0.88011074</c:v>
                </c:pt>
              </c:numCache>
            </c:numRef>
          </c:yVal>
        </c:ser>
        <c:ser>
          <c:idx val="35"/>
          <c:order val="35"/>
          <c:tx>
            <c:v>Batch1_cell_040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Data'!$BS$2:$BS$120</c:f>
              <c:numCache>
                <c:formatCode>General</c:formatCode>
                <c:ptCount val="119"/>
                <c:pt idx="0">
                  <c:v>9</c:v>
                </c:pt>
                <c:pt idx="1">
                  <c:v>17</c:v>
                </c:pt>
                <c:pt idx="2">
                  <c:v>25</c:v>
                </c:pt>
                <c:pt idx="3">
                  <c:v>33</c:v>
                </c:pt>
                <c:pt idx="4">
                  <c:v>42</c:v>
                </c:pt>
                <c:pt idx="5">
                  <c:v>50</c:v>
                </c:pt>
                <c:pt idx="6">
                  <c:v>58</c:v>
                </c:pt>
                <c:pt idx="7">
                  <c:v>66</c:v>
                </c:pt>
                <c:pt idx="8">
                  <c:v>74</c:v>
                </c:pt>
                <c:pt idx="9">
                  <c:v>82</c:v>
                </c:pt>
                <c:pt idx="10">
                  <c:v>90</c:v>
                </c:pt>
                <c:pt idx="11">
                  <c:v>98</c:v>
                </c:pt>
                <c:pt idx="12">
                  <c:v>106</c:v>
                </c:pt>
                <c:pt idx="13">
                  <c:v>114</c:v>
                </c:pt>
                <c:pt idx="14">
                  <c:v>123</c:v>
                </c:pt>
                <c:pt idx="15">
                  <c:v>131</c:v>
                </c:pt>
                <c:pt idx="16">
                  <c:v>139</c:v>
                </c:pt>
                <c:pt idx="17">
                  <c:v>147</c:v>
                </c:pt>
                <c:pt idx="18">
                  <c:v>155</c:v>
                </c:pt>
                <c:pt idx="19">
                  <c:v>163</c:v>
                </c:pt>
                <c:pt idx="20">
                  <c:v>171</c:v>
                </c:pt>
                <c:pt idx="21">
                  <c:v>179</c:v>
                </c:pt>
                <c:pt idx="22">
                  <c:v>187</c:v>
                </c:pt>
                <c:pt idx="23">
                  <c:v>195</c:v>
                </c:pt>
                <c:pt idx="24">
                  <c:v>204</c:v>
                </c:pt>
                <c:pt idx="25">
                  <c:v>212</c:v>
                </c:pt>
                <c:pt idx="26">
                  <c:v>220</c:v>
                </c:pt>
                <c:pt idx="27">
                  <c:v>228</c:v>
                </c:pt>
                <c:pt idx="28">
                  <c:v>236</c:v>
                </c:pt>
                <c:pt idx="29">
                  <c:v>244</c:v>
                </c:pt>
                <c:pt idx="30">
                  <c:v>252</c:v>
                </c:pt>
                <c:pt idx="31">
                  <c:v>260</c:v>
                </c:pt>
                <c:pt idx="32">
                  <c:v>268</c:v>
                </c:pt>
                <c:pt idx="33">
                  <c:v>276</c:v>
                </c:pt>
                <c:pt idx="34">
                  <c:v>285</c:v>
                </c:pt>
                <c:pt idx="35">
                  <c:v>293</c:v>
                </c:pt>
                <c:pt idx="36">
                  <c:v>301</c:v>
                </c:pt>
                <c:pt idx="37">
                  <c:v>309</c:v>
                </c:pt>
                <c:pt idx="38">
                  <c:v>317</c:v>
                </c:pt>
                <c:pt idx="39">
                  <c:v>325</c:v>
                </c:pt>
                <c:pt idx="40">
                  <c:v>333</c:v>
                </c:pt>
                <c:pt idx="41">
                  <c:v>341</c:v>
                </c:pt>
                <c:pt idx="42">
                  <c:v>349</c:v>
                </c:pt>
                <c:pt idx="43">
                  <c:v>357</c:v>
                </c:pt>
                <c:pt idx="44">
                  <c:v>366</c:v>
                </c:pt>
                <c:pt idx="45">
                  <c:v>374</c:v>
                </c:pt>
                <c:pt idx="46">
                  <c:v>382</c:v>
                </c:pt>
                <c:pt idx="47">
                  <c:v>390</c:v>
                </c:pt>
                <c:pt idx="48">
                  <c:v>398</c:v>
                </c:pt>
                <c:pt idx="49">
                  <c:v>406</c:v>
                </c:pt>
                <c:pt idx="50">
                  <c:v>414</c:v>
                </c:pt>
                <c:pt idx="51">
                  <c:v>422</c:v>
                </c:pt>
                <c:pt idx="52">
                  <c:v>430</c:v>
                </c:pt>
                <c:pt idx="53">
                  <c:v>438</c:v>
                </c:pt>
                <c:pt idx="54">
                  <c:v>447</c:v>
                </c:pt>
                <c:pt idx="55">
                  <c:v>455</c:v>
                </c:pt>
                <c:pt idx="56">
                  <c:v>463</c:v>
                </c:pt>
                <c:pt idx="57">
                  <c:v>471</c:v>
                </c:pt>
                <c:pt idx="58">
                  <c:v>479</c:v>
                </c:pt>
                <c:pt idx="59">
                  <c:v>487</c:v>
                </c:pt>
                <c:pt idx="60">
                  <c:v>495</c:v>
                </c:pt>
                <c:pt idx="61">
                  <c:v>503</c:v>
                </c:pt>
                <c:pt idx="62">
                  <c:v>511</c:v>
                </c:pt>
                <c:pt idx="63">
                  <c:v>519</c:v>
                </c:pt>
                <c:pt idx="64">
                  <c:v>528</c:v>
                </c:pt>
                <c:pt idx="65">
                  <c:v>536</c:v>
                </c:pt>
                <c:pt idx="66">
                  <c:v>544</c:v>
                </c:pt>
                <c:pt idx="67">
                  <c:v>552</c:v>
                </c:pt>
                <c:pt idx="68">
                  <c:v>560</c:v>
                </c:pt>
                <c:pt idx="69">
                  <c:v>568</c:v>
                </c:pt>
                <c:pt idx="70">
                  <c:v>576</c:v>
                </c:pt>
                <c:pt idx="71">
                  <c:v>584</c:v>
                </c:pt>
                <c:pt idx="72">
                  <c:v>592</c:v>
                </c:pt>
                <c:pt idx="73">
                  <c:v>600</c:v>
                </c:pt>
                <c:pt idx="74">
                  <c:v>609</c:v>
                </c:pt>
                <c:pt idx="75">
                  <c:v>617</c:v>
                </c:pt>
                <c:pt idx="76">
                  <c:v>625</c:v>
                </c:pt>
                <c:pt idx="77">
                  <c:v>633</c:v>
                </c:pt>
                <c:pt idx="78">
                  <c:v>641</c:v>
                </c:pt>
                <c:pt idx="79">
                  <c:v>649</c:v>
                </c:pt>
                <c:pt idx="80">
                  <c:v>657</c:v>
                </c:pt>
                <c:pt idx="81">
                  <c:v>665</c:v>
                </c:pt>
                <c:pt idx="82">
                  <c:v>673</c:v>
                </c:pt>
                <c:pt idx="83">
                  <c:v>681</c:v>
                </c:pt>
                <c:pt idx="84">
                  <c:v>690</c:v>
                </c:pt>
                <c:pt idx="85">
                  <c:v>698</c:v>
                </c:pt>
                <c:pt idx="86">
                  <c:v>706</c:v>
                </c:pt>
                <c:pt idx="87">
                  <c:v>714</c:v>
                </c:pt>
                <c:pt idx="88">
                  <c:v>722</c:v>
                </c:pt>
                <c:pt idx="89">
                  <c:v>730</c:v>
                </c:pt>
                <c:pt idx="90">
                  <c:v>738</c:v>
                </c:pt>
                <c:pt idx="91">
                  <c:v>746</c:v>
                </c:pt>
                <c:pt idx="92">
                  <c:v>754</c:v>
                </c:pt>
                <c:pt idx="93">
                  <c:v>762</c:v>
                </c:pt>
                <c:pt idx="94">
                  <c:v>771</c:v>
                </c:pt>
                <c:pt idx="95">
                  <c:v>779</c:v>
                </c:pt>
                <c:pt idx="96">
                  <c:v>787</c:v>
                </c:pt>
                <c:pt idx="97">
                  <c:v>795</c:v>
                </c:pt>
                <c:pt idx="98">
                  <c:v>803</c:v>
                </c:pt>
                <c:pt idx="99">
                  <c:v>811</c:v>
                </c:pt>
                <c:pt idx="100">
                  <c:v>819</c:v>
                </c:pt>
                <c:pt idx="101">
                  <c:v>827</c:v>
                </c:pt>
                <c:pt idx="102">
                  <c:v>835</c:v>
                </c:pt>
                <c:pt idx="103">
                  <c:v>843</c:v>
                </c:pt>
                <c:pt idx="104">
                  <c:v>852</c:v>
                </c:pt>
                <c:pt idx="105">
                  <c:v>860</c:v>
                </c:pt>
                <c:pt idx="106">
                  <c:v>868</c:v>
                </c:pt>
                <c:pt idx="107">
                  <c:v>876</c:v>
                </c:pt>
                <c:pt idx="108">
                  <c:v>884</c:v>
                </c:pt>
                <c:pt idx="109">
                  <c:v>892</c:v>
                </c:pt>
                <c:pt idx="110">
                  <c:v>900</c:v>
                </c:pt>
                <c:pt idx="111">
                  <c:v>908</c:v>
                </c:pt>
                <c:pt idx="112">
                  <c:v>916</c:v>
                </c:pt>
                <c:pt idx="113">
                  <c:v>924</c:v>
                </c:pt>
                <c:pt idx="114">
                  <c:v>933</c:v>
                </c:pt>
                <c:pt idx="115">
                  <c:v>941</c:v>
                </c:pt>
                <c:pt idx="116">
                  <c:v>949</c:v>
                </c:pt>
                <c:pt idx="117">
                  <c:v>957</c:v>
                </c:pt>
                <c:pt idx="118">
                  <c:v>965</c:v>
                </c:pt>
              </c:numCache>
            </c:numRef>
          </c:xVal>
          <c:yVal>
            <c:numRef>
              <c:f>'Chart Data'!$BT$2:$BT$120</c:f>
              <c:numCache>
                <c:formatCode>General</c:formatCode>
                <c:ptCount val="119"/>
                <c:pt idx="0">
                  <c:v>1.0869442</c:v>
                </c:pt>
                <c:pt idx="1">
                  <c:v>1.0873928</c:v>
                </c:pt>
                <c:pt idx="2">
                  <c:v>1.0875146</c:v>
                </c:pt>
                <c:pt idx="3">
                  <c:v>1.0875931</c:v>
                </c:pt>
                <c:pt idx="4">
                  <c:v>1.0873679</c:v>
                </c:pt>
                <c:pt idx="5">
                  <c:v>1.0874337</c:v>
                </c:pt>
                <c:pt idx="6">
                  <c:v>1.0872645</c:v>
                </c:pt>
                <c:pt idx="7">
                  <c:v>1.0870699</c:v>
                </c:pt>
                <c:pt idx="8">
                  <c:v>1.0867499</c:v>
                </c:pt>
                <c:pt idx="9">
                  <c:v>1.0865077</c:v>
                </c:pt>
                <c:pt idx="10">
                  <c:v>1.0861542</c:v>
                </c:pt>
                <c:pt idx="11">
                  <c:v>1.0858395</c:v>
                </c:pt>
                <c:pt idx="12">
                  <c:v>1.0853467</c:v>
                </c:pt>
                <c:pt idx="13">
                  <c:v>1.0852926</c:v>
                </c:pt>
                <c:pt idx="14">
                  <c:v>1.0849427</c:v>
                </c:pt>
                <c:pt idx="15">
                  <c:v>1.0845499</c:v>
                </c:pt>
                <c:pt idx="16">
                  <c:v>1.0843121</c:v>
                </c:pt>
                <c:pt idx="17">
                  <c:v>1.083887</c:v>
                </c:pt>
                <c:pt idx="18">
                  <c:v>1.0836502</c:v>
                </c:pt>
                <c:pt idx="19">
                  <c:v>1.0836792</c:v>
                </c:pt>
                <c:pt idx="20">
                  <c:v>1.083425</c:v>
                </c:pt>
                <c:pt idx="21">
                  <c:v>1.0827966</c:v>
                </c:pt>
                <c:pt idx="22">
                  <c:v>1.0824397</c:v>
                </c:pt>
                <c:pt idx="23">
                  <c:v>1.082201</c:v>
                </c:pt>
                <c:pt idx="24">
                  <c:v>1.0818337</c:v>
                </c:pt>
                <c:pt idx="25">
                  <c:v>1.0813401</c:v>
                </c:pt>
                <c:pt idx="26">
                  <c:v>1.0810201</c:v>
                </c:pt>
                <c:pt idx="27">
                  <c:v>1.0810375</c:v>
                </c:pt>
                <c:pt idx="28">
                  <c:v>1.080255</c:v>
                </c:pt>
                <c:pt idx="29">
                  <c:v>1.0802715</c:v>
                </c:pt>
                <c:pt idx="30">
                  <c:v>1.0799135</c:v>
                </c:pt>
                <c:pt idx="31">
                  <c:v>1.0791813</c:v>
                </c:pt>
                <c:pt idx="32">
                  <c:v>1.0787188</c:v>
                </c:pt>
                <c:pt idx="33">
                  <c:v>1.0784132</c:v>
                </c:pt>
                <c:pt idx="34">
                  <c:v>1.0781561</c:v>
                </c:pt>
                <c:pt idx="35">
                  <c:v>1.0775471</c:v>
                </c:pt>
                <c:pt idx="36">
                  <c:v>1.077353</c:v>
                </c:pt>
                <c:pt idx="37">
                  <c:v>1.0771092</c:v>
                </c:pt>
                <c:pt idx="38">
                  <c:v>1.0765065</c:v>
                </c:pt>
                <c:pt idx="39">
                  <c:v>1.0771093</c:v>
                </c:pt>
                <c:pt idx="40">
                  <c:v>1.0774587</c:v>
                </c:pt>
                <c:pt idx="41">
                  <c:v>1.0766275</c:v>
                </c:pt>
                <c:pt idx="42">
                  <c:v>1.0758302</c:v>
                </c:pt>
                <c:pt idx="43">
                  <c:v>1.0753518</c:v>
                </c:pt>
                <c:pt idx="44">
                  <c:v>1.0755999</c:v>
                </c:pt>
                <c:pt idx="45">
                  <c:v>1.0743841</c:v>
                </c:pt>
                <c:pt idx="46">
                  <c:v>1.0740374</c:v>
                </c:pt>
                <c:pt idx="47">
                  <c:v>1.0743212</c:v>
                </c:pt>
                <c:pt idx="48">
                  <c:v>1.0729948</c:v>
                </c:pt>
                <c:pt idx="49">
                  <c:v>1.0728523</c:v>
                </c:pt>
                <c:pt idx="50">
                  <c:v>1.0725502</c:v>
                </c:pt>
                <c:pt idx="51">
                  <c:v>1.0717559</c:v>
                </c:pt>
                <c:pt idx="52">
                  <c:v>1.0710502</c:v>
                </c:pt>
                <c:pt idx="53">
                  <c:v>1.0704882</c:v>
                </c:pt>
                <c:pt idx="54">
                  <c:v>1.0704904</c:v>
                </c:pt>
                <c:pt idx="55">
                  <c:v>1.06934</c:v>
                </c:pt>
                <c:pt idx="56">
                  <c:v>1.0686882</c:v>
                </c:pt>
                <c:pt idx="57">
                  <c:v>1.0692486</c:v>
                </c:pt>
                <c:pt idx="58">
                  <c:v>1.0676091</c:v>
                </c:pt>
                <c:pt idx="59">
                  <c:v>1.0658613</c:v>
                </c:pt>
                <c:pt idx="60">
                  <c:v>1.0654624</c:v>
                </c:pt>
                <c:pt idx="61">
                  <c:v>1.0647876</c:v>
                </c:pt>
                <c:pt idx="62">
                  <c:v>1.0638843</c:v>
                </c:pt>
                <c:pt idx="63">
                  <c:v>1.0633068</c:v>
                </c:pt>
                <c:pt idx="64">
                  <c:v>1.0626131</c:v>
                </c:pt>
                <c:pt idx="65">
                  <c:v>1.0613914</c:v>
                </c:pt>
                <c:pt idx="66">
                  <c:v>1.0607088</c:v>
                </c:pt>
                <c:pt idx="67">
                  <c:v>1.0602366</c:v>
                </c:pt>
                <c:pt idx="68">
                  <c:v>1.0588311</c:v>
                </c:pt>
                <c:pt idx="69">
                  <c:v>1.0576743</c:v>
                </c:pt>
                <c:pt idx="70">
                  <c:v>1.0563698</c:v>
                </c:pt>
                <c:pt idx="71">
                  <c:v>1.0555186</c:v>
                </c:pt>
                <c:pt idx="72">
                  <c:v>1.0541593</c:v>
                </c:pt>
                <c:pt idx="73">
                  <c:v>1.052781</c:v>
                </c:pt>
                <c:pt idx="74">
                  <c:v>1.0509737</c:v>
                </c:pt>
                <c:pt idx="75">
                  <c:v>1.0495238</c:v>
                </c:pt>
                <c:pt idx="76">
                  <c:v>1.0482637</c:v>
                </c:pt>
                <c:pt idx="77">
                  <c:v>1.0469432</c:v>
                </c:pt>
                <c:pt idx="78">
                  <c:v>1.0456187</c:v>
                </c:pt>
                <c:pt idx="79">
                  <c:v>1.0433978</c:v>
                </c:pt>
                <c:pt idx="80">
                  <c:v>1.0421003</c:v>
                </c:pt>
                <c:pt idx="81">
                  <c:v>1.0402814</c:v>
                </c:pt>
                <c:pt idx="82">
                  <c:v>1.038354</c:v>
                </c:pt>
                <c:pt idx="83">
                  <c:v>1.0362372</c:v>
                </c:pt>
                <c:pt idx="84">
                  <c:v>1.0338892</c:v>
                </c:pt>
                <c:pt idx="85">
                  <c:v>1.0317748</c:v>
                </c:pt>
                <c:pt idx="86">
                  <c:v>1.0297383</c:v>
                </c:pt>
                <c:pt idx="87">
                  <c:v>1.0275557</c:v>
                </c:pt>
                <c:pt idx="88">
                  <c:v>1.025798</c:v>
                </c:pt>
                <c:pt idx="89">
                  <c:v>1.0226486</c:v>
                </c:pt>
                <c:pt idx="90">
                  <c:v>1.0196563</c:v>
                </c:pt>
                <c:pt idx="91">
                  <c:v>1.0174184</c:v>
                </c:pt>
                <c:pt idx="92">
                  <c:v>1.0150831</c:v>
                </c:pt>
                <c:pt idx="93">
                  <c:v>1.0114259</c:v>
                </c:pt>
                <c:pt idx="94">
                  <c:v>1.0081569</c:v>
                </c:pt>
                <c:pt idx="95">
                  <c:v>1.0055883</c:v>
                </c:pt>
                <c:pt idx="96">
                  <c:v>1.0020902</c:v>
                </c:pt>
                <c:pt idx="97">
                  <c:v>0.99862564</c:v>
                </c:pt>
                <c:pt idx="98">
                  <c:v>0.99488962</c:v>
                </c:pt>
                <c:pt idx="99">
                  <c:v>0.99161398</c:v>
                </c:pt>
                <c:pt idx="100">
                  <c:v>0.98664153</c:v>
                </c:pt>
                <c:pt idx="101">
                  <c:v>0.98244148</c:v>
                </c:pt>
                <c:pt idx="102">
                  <c:v>0.97774804</c:v>
                </c:pt>
                <c:pt idx="103">
                  <c:v>0.97317421</c:v>
                </c:pt>
                <c:pt idx="104">
                  <c:v>0.96738887</c:v>
                </c:pt>
                <c:pt idx="105">
                  <c:v>0.9622252</c:v>
                </c:pt>
                <c:pt idx="106">
                  <c:v>0.95741326</c:v>
                </c:pt>
                <c:pt idx="107">
                  <c:v>0.95101362</c:v>
                </c:pt>
                <c:pt idx="108">
                  <c:v>0.94619983</c:v>
                </c:pt>
                <c:pt idx="109">
                  <c:v>0.94111067</c:v>
                </c:pt>
                <c:pt idx="110">
                  <c:v>0.9362936</c:v>
                </c:pt>
                <c:pt idx="111">
                  <c:v>0.93030757</c:v>
                </c:pt>
                <c:pt idx="112">
                  <c:v>0.92421079</c:v>
                </c:pt>
                <c:pt idx="113">
                  <c:v>0.91840076</c:v>
                </c:pt>
                <c:pt idx="114">
                  <c:v>0.91156864</c:v>
                </c:pt>
                <c:pt idx="115">
                  <c:v>0.90450197</c:v>
                </c:pt>
                <c:pt idx="116">
                  <c:v>0.89618635</c:v>
                </c:pt>
                <c:pt idx="117">
                  <c:v>0.889597</c:v>
                </c:pt>
                <c:pt idx="118">
                  <c:v>0.88060951</c:v>
                </c:pt>
              </c:numCache>
            </c:numRef>
          </c:yVal>
        </c:ser>
        <c:ser>
          <c:idx val="36"/>
          <c:order val="36"/>
          <c:tx>
            <c:v>Batch1_cell_041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Data'!$BU$2:$BU$120</c:f>
              <c:numCache>
                <c:formatCode>General</c:formatCode>
                <c:ptCount val="119"/>
                <c:pt idx="0">
                  <c:v>10</c:v>
                </c:pt>
                <c:pt idx="1">
                  <c:v>19</c:v>
                </c:pt>
                <c:pt idx="2">
                  <c:v>27</c:v>
                </c:pt>
                <c:pt idx="3">
                  <c:v>36</c:v>
                </c:pt>
                <c:pt idx="4">
                  <c:v>45</c:v>
                </c:pt>
                <c:pt idx="5">
                  <c:v>54</c:v>
                </c:pt>
                <c:pt idx="6">
                  <c:v>63</c:v>
                </c:pt>
                <c:pt idx="7">
                  <c:v>72</c:v>
                </c:pt>
                <c:pt idx="8">
                  <c:v>80</c:v>
                </c:pt>
                <c:pt idx="9">
                  <c:v>89</c:v>
                </c:pt>
                <c:pt idx="10">
                  <c:v>98</c:v>
                </c:pt>
                <c:pt idx="11">
                  <c:v>107</c:v>
                </c:pt>
                <c:pt idx="12">
                  <c:v>116</c:v>
                </c:pt>
                <c:pt idx="13">
                  <c:v>124</c:v>
                </c:pt>
                <c:pt idx="14">
                  <c:v>133</c:v>
                </c:pt>
                <c:pt idx="15">
                  <c:v>142</c:v>
                </c:pt>
                <c:pt idx="16">
                  <c:v>151</c:v>
                </c:pt>
                <c:pt idx="17">
                  <c:v>160</c:v>
                </c:pt>
                <c:pt idx="18">
                  <c:v>168</c:v>
                </c:pt>
                <c:pt idx="19">
                  <c:v>177</c:v>
                </c:pt>
                <c:pt idx="20">
                  <c:v>186</c:v>
                </c:pt>
                <c:pt idx="21">
                  <c:v>195</c:v>
                </c:pt>
                <c:pt idx="22">
                  <c:v>204</c:v>
                </c:pt>
                <c:pt idx="23">
                  <c:v>213</c:v>
                </c:pt>
                <c:pt idx="24">
                  <c:v>221</c:v>
                </c:pt>
                <c:pt idx="25">
                  <c:v>230</c:v>
                </c:pt>
                <c:pt idx="26">
                  <c:v>239</c:v>
                </c:pt>
                <c:pt idx="27">
                  <c:v>248</c:v>
                </c:pt>
                <c:pt idx="28">
                  <c:v>257</c:v>
                </c:pt>
                <c:pt idx="29">
                  <c:v>265</c:v>
                </c:pt>
                <c:pt idx="30">
                  <c:v>274</c:v>
                </c:pt>
                <c:pt idx="31">
                  <c:v>283</c:v>
                </c:pt>
                <c:pt idx="32">
                  <c:v>292</c:v>
                </c:pt>
                <c:pt idx="33">
                  <c:v>301</c:v>
                </c:pt>
                <c:pt idx="34">
                  <c:v>310</c:v>
                </c:pt>
                <c:pt idx="35">
                  <c:v>318</c:v>
                </c:pt>
                <c:pt idx="36">
                  <c:v>327</c:v>
                </c:pt>
                <c:pt idx="37">
                  <c:v>336</c:v>
                </c:pt>
                <c:pt idx="38">
                  <c:v>345</c:v>
                </c:pt>
                <c:pt idx="39">
                  <c:v>354</c:v>
                </c:pt>
                <c:pt idx="40">
                  <c:v>362</c:v>
                </c:pt>
                <c:pt idx="41">
                  <c:v>371</c:v>
                </c:pt>
                <c:pt idx="42">
                  <c:v>380</c:v>
                </c:pt>
                <c:pt idx="43">
                  <c:v>389</c:v>
                </c:pt>
                <c:pt idx="44">
                  <c:v>398</c:v>
                </c:pt>
                <c:pt idx="45">
                  <c:v>406</c:v>
                </c:pt>
                <c:pt idx="46">
                  <c:v>415</c:v>
                </c:pt>
                <c:pt idx="47">
                  <c:v>424</c:v>
                </c:pt>
                <c:pt idx="48">
                  <c:v>433</c:v>
                </c:pt>
                <c:pt idx="49">
                  <c:v>442</c:v>
                </c:pt>
                <c:pt idx="50">
                  <c:v>451</c:v>
                </c:pt>
                <c:pt idx="51">
                  <c:v>459</c:v>
                </c:pt>
                <c:pt idx="52">
                  <c:v>468</c:v>
                </c:pt>
                <c:pt idx="53">
                  <c:v>477</c:v>
                </c:pt>
                <c:pt idx="54">
                  <c:v>486</c:v>
                </c:pt>
                <c:pt idx="55">
                  <c:v>495</c:v>
                </c:pt>
                <c:pt idx="56">
                  <c:v>503</c:v>
                </c:pt>
                <c:pt idx="57">
                  <c:v>512</c:v>
                </c:pt>
                <c:pt idx="58">
                  <c:v>521</c:v>
                </c:pt>
                <c:pt idx="59">
                  <c:v>530</c:v>
                </c:pt>
                <c:pt idx="60">
                  <c:v>539</c:v>
                </c:pt>
                <c:pt idx="61">
                  <c:v>548</c:v>
                </c:pt>
                <c:pt idx="62">
                  <c:v>556</c:v>
                </c:pt>
                <c:pt idx="63">
                  <c:v>565</c:v>
                </c:pt>
                <c:pt idx="64">
                  <c:v>574</c:v>
                </c:pt>
                <c:pt idx="65">
                  <c:v>583</c:v>
                </c:pt>
                <c:pt idx="66">
                  <c:v>592</c:v>
                </c:pt>
                <c:pt idx="67">
                  <c:v>600</c:v>
                </c:pt>
                <c:pt idx="68">
                  <c:v>609</c:v>
                </c:pt>
                <c:pt idx="69">
                  <c:v>618</c:v>
                </c:pt>
                <c:pt idx="70">
                  <c:v>627</c:v>
                </c:pt>
                <c:pt idx="71">
                  <c:v>636</c:v>
                </c:pt>
                <c:pt idx="72">
                  <c:v>645</c:v>
                </c:pt>
                <c:pt idx="73">
                  <c:v>653</c:v>
                </c:pt>
                <c:pt idx="74">
                  <c:v>662</c:v>
                </c:pt>
                <c:pt idx="75">
                  <c:v>671</c:v>
                </c:pt>
                <c:pt idx="76">
                  <c:v>680</c:v>
                </c:pt>
                <c:pt idx="77">
                  <c:v>689</c:v>
                </c:pt>
                <c:pt idx="78">
                  <c:v>697</c:v>
                </c:pt>
                <c:pt idx="79">
                  <c:v>706</c:v>
                </c:pt>
                <c:pt idx="80">
                  <c:v>715</c:v>
                </c:pt>
                <c:pt idx="81">
                  <c:v>724</c:v>
                </c:pt>
                <c:pt idx="82">
                  <c:v>733</c:v>
                </c:pt>
                <c:pt idx="83">
                  <c:v>741</c:v>
                </c:pt>
                <c:pt idx="84">
                  <c:v>750</c:v>
                </c:pt>
                <c:pt idx="85">
                  <c:v>759</c:v>
                </c:pt>
                <c:pt idx="86">
                  <c:v>768</c:v>
                </c:pt>
                <c:pt idx="87">
                  <c:v>777</c:v>
                </c:pt>
                <c:pt idx="88">
                  <c:v>786</c:v>
                </c:pt>
                <c:pt idx="89">
                  <c:v>794</c:v>
                </c:pt>
                <c:pt idx="90">
                  <c:v>803</c:v>
                </c:pt>
                <c:pt idx="91">
                  <c:v>812</c:v>
                </c:pt>
                <c:pt idx="92">
                  <c:v>821</c:v>
                </c:pt>
                <c:pt idx="93">
                  <c:v>830</c:v>
                </c:pt>
                <c:pt idx="94">
                  <c:v>838</c:v>
                </c:pt>
                <c:pt idx="95">
                  <c:v>847</c:v>
                </c:pt>
                <c:pt idx="96">
                  <c:v>856</c:v>
                </c:pt>
                <c:pt idx="97">
                  <c:v>865</c:v>
                </c:pt>
                <c:pt idx="98">
                  <c:v>874</c:v>
                </c:pt>
                <c:pt idx="99">
                  <c:v>883</c:v>
                </c:pt>
                <c:pt idx="100">
                  <c:v>891</c:v>
                </c:pt>
                <c:pt idx="101">
                  <c:v>900</c:v>
                </c:pt>
                <c:pt idx="102">
                  <c:v>909</c:v>
                </c:pt>
                <c:pt idx="103">
                  <c:v>918</c:v>
                </c:pt>
                <c:pt idx="104">
                  <c:v>927</c:v>
                </c:pt>
                <c:pt idx="105">
                  <c:v>935</c:v>
                </c:pt>
                <c:pt idx="106">
                  <c:v>944</c:v>
                </c:pt>
                <c:pt idx="107">
                  <c:v>953</c:v>
                </c:pt>
                <c:pt idx="108">
                  <c:v>962</c:v>
                </c:pt>
                <c:pt idx="109">
                  <c:v>971</c:v>
                </c:pt>
                <c:pt idx="110">
                  <c:v>979</c:v>
                </c:pt>
                <c:pt idx="111">
                  <c:v>988</c:v>
                </c:pt>
                <c:pt idx="112">
                  <c:v>997</c:v>
                </c:pt>
                <c:pt idx="113">
                  <c:v>1006</c:v>
                </c:pt>
                <c:pt idx="114">
                  <c:v>1015</c:v>
                </c:pt>
                <c:pt idx="115">
                  <c:v>1024</c:v>
                </c:pt>
                <c:pt idx="116">
                  <c:v>1032</c:v>
                </c:pt>
                <c:pt idx="117">
                  <c:v>1041</c:v>
                </c:pt>
                <c:pt idx="118">
                  <c:v>1050</c:v>
                </c:pt>
              </c:numCache>
            </c:numRef>
          </c:xVal>
          <c:yVal>
            <c:numRef>
              <c:f>'Chart Data'!$BV$2:$BV$120</c:f>
              <c:numCache>
                <c:formatCode>General</c:formatCode>
                <c:ptCount val="119"/>
                <c:pt idx="0">
                  <c:v>1.0827476</c:v>
                </c:pt>
                <c:pt idx="1">
                  <c:v>1.0831213</c:v>
                </c:pt>
                <c:pt idx="2">
                  <c:v>1.0831995</c:v>
                </c:pt>
                <c:pt idx="3">
                  <c:v>1.0834813</c:v>
                </c:pt>
                <c:pt idx="4">
                  <c:v>1.0832443</c:v>
                </c:pt>
                <c:pt idx="5">
                  <c:v>1.0837955</c:v>
                </c:pt>
                <c:pt idx="6">
                  <c:v>1.0832187</c:v>
                </c:pt>
                <c:pt idx="7">
                  <c:v>1.0829127</c:v>
                </c:pt>
                <c:pt idx="8">
                  <c:v>1.0827106</c:v>
                </c:pt>
                <c:pt idx="9">
                  <c:v>1.0824267</c:v>
                </c:pt>
                <c:pt idx="10">
                  <c:v>1.0822525</c:v>
                </c:pt>
                <c:pt idx="11">
                  <c:v>1.0818998</c:v>
                </c:pt>
                <c:pt idx="12">
                  <c:v>1.0816678</c:v>
                </c:pt>
                <c:pt idx="13">
                  <c:v>1.0813655</c:v>
                </c:pt>
                <c:pt idx="14">
                  <c:v>1.080871</c:v>
                </c:pt>
                <c:pt idx="15">
                  <c:v>1.0805397</c:v>
                </c:pt>
                <c:pt idx="16">
                  <c:v>1.0802526</c:v>
                </c:pt>
                <c:pt idx="17">
                  <c:v>1.0797752</c:v>
                </c:pt>
                <c:pt idx="18">
                  <c:v>1.0794748</c:v>
                </c:pt>
                <c:pt idx="19">
                  <c:v>1.0791914</c:v>
                </c:pt>
                <c:pt idx="20">
                  <c:v>1.0787156</c:v>
                </c:pt>
                <c:pt idx="21">
                  <c:v>1.0783483</c:v>
                </c:pt>
                <c:pt idx="22">
                  <c:v>1.0782585</c:v>
                </c:pt>
                <c:pt idx="23">
                  <c:v>1.0775759</c:v>
                </c:pt>
                <c:pt idx="24">
                  <c:v>1.0772938</c:v>
                </c:pt>
                <c:pt idx="25">
                  <c:v>1.0772277</c:v>
                </c:pt>
                <c:pt idx="26">
                  <c:v>1.0763549</c:v>
                </c:pt>
                <c:pt idx="27">
                  <c:v>1.0760688</c:v>
                </c:pt>
                <c:pt idx="28">
                  <c:v>1.076056</c:v>
                </c:pt>
                <c:pt idx="29">
                  <c:v>1.0752265</c:v>
                </c:pt>
                <c:pt idx="30">
                  <c:v>1.0749098</c:v>
                </c:pt>
                <c:pt idx="31">
                  <c:v>1.0749139</c:v>
                </c:pt>
                <c:pt idx="32">
                  <c:v>1.0739026</c:v>
                </c:pt>
                <c:pt idx="33">
                  <c:v>1.0734903</c:v>
                </c:pt>
                <c:pt idx="34">
                  <c:v>1.0733097</c:v>
                </c:pt>
                <c:pt idx="35">
                  <c:v>1.0726806</c:v>
                </c:pt>
                <c:pt idx="36">
                  <c:v>1.0728229</c:v>
                </c:pt>
                <c:pt idx="37">
                  <c:v>1.0732745</c:v>
                </c:pt>
                <c:pt idx="38">
                  <c:v>1.0722641</c:v>
                </c:pt>
                <c:pt idx="39">
                  <c:v>1.0713425</c:v>
                </c:pt>
                <c:pt idx="40">
                  <c:v>1.0711528</c:v>
                </c:pt>
                <c:pt idx="41">
                  <c:v>1.0707477</c:v>
                </c:pt>
                <c:pt idx="42">
                  <c:v>1.0700541</c:v>
                </c:pt>
                <c:pt idx="43">
                  <c:v>1.0693181</c:v>
                </c:pt>
                <c:pt idx="44">
                  <c:v>1.0693787</c:v>
                </c:pt>
                <c:pt idx="45">
                  <c:v>1.0684435</c:v>
                </c:pt>
                <c:pt idx="46">
                  <c:v>1.0679028</c:v>
                </c:pt>
                <c:pt idx="47">
                  <c:v>1.0681998</c:v>
                </c:pt>
                <c:pt idx="48">
                  <c:v>1.0666507</c:v>
                </c:pt>
                <c:pt idx="49">
                  <c:v>1.0663654</c:v>
                </c:pt>
                <c:pt idx="50">
                  <c:v>1.0662413</c:v>
                </c:pt>
                <c:pt idx="51">
                  <c:v>1.0651222</c:v>
                </c:pt>
                <c:pt idx="52">
                  <c:v>1.0645219</c:v>
                </c:pt>
                <c:pt idx="53">
                  <c:v>1.0646535</c:v>
                </c:pt>
                <c:pt idx="54">
                  <c:v>1.0633841</c:v>
                </c:pt>
                <c:pt idx="55">
                  <c:v>1.0618104</c:v>
                </c:pt>
                <c:pt idx="56">
                  <c:v>1.0611537</c:v>
                </c:pt>
                <c:pt idx="57">
                  <c:v>1.0610803</c:v>
                </c:pt>
                <c:pt idx="58">
                  <c:v>1.0597262</c:v>
                </c:pt>
                <c:pt idx="59">
                  <c:v>1.0594857</c:v>
                </c:pt>
                <c:pt idx="60">
                  <c:v>1.0589949</c:v>
                </c:pt>
                <c:pt idx="61">
                  <c:v>1.0579814</c:v>
                </c:pt>
                <c:pt idx="62">
                  <c:v>1.0576292</c:v>
                </c:pt>
                <c:pt idx="63">
                  <c:v>1.05738</c:v>
                </c:pt>
                <c:pt idx="64">
                  <c:v>1.0559968</c:v>
                </c:pt>
                <c:pt idx="65">
                  <c:v>1.0555217</c:v>
                </c:pt>
                <c:pt idx="66">
                  <c:v>1.0549408</c:v>
                </c:pt>
                <c:pt idx="67">
                  <c:v>1.0538183</c:v>
                </c:pt>
                <c:pt idx="68">
                  <c:v>1.0529507</c:v>
                </c:pt>
                <c:pt idx="69">
                  <c:v>1.0522428</c:v>
                </c:pt>
                <c:pt idx="70">
                  <c:v>1.0516357</c:v>
                </c:pt>
                <c:pt idx="71">
                  <c:v>1.0503801</c:v>
                </c:pt>
                <c:pt idx="72">
                  <c:v>1.0495728</c:v>
                </c:pt>
                <c:pt idx="73">
                  <c:v>1.0487616</c:v>
                </c:pt>
                <c:pt idx="74">
                  <c:v>1.0478718</c:v>
                </c:pt>
                <c:pt idx="75">
                  <c:v>1.0465205</c:v>
                </c:pt>
                <c:pt idx="76">
                  <c:v>1.0453447</c:v>
                </c:pt>
                <c:pt idx="77">
                  <c:v>1.0442798</c:v>
                </c:pt>
                <c:pt idx="78">
                  <c:v>1.0432326</c:v>
                </c:pt>
                <c:pt idx="79">
                  <c:v>1.0417302</c:v>
                </c:pt>
                <c:pt idx="80">
                  <c:v>1.0406041</c:v>
                </c:pt>
                <c:pt idx="81">
                  <c:v>1.0394199</c:v>
                </c:pt>
                <c:pt idx="82">
                  <c:v>1.0380425</c:v>
                </c:pt>
                <c:pt idx="83">
                  <c:v>1.037554</c:v>
                </c:pt>
                <c:pt idx="84">
                  <c:v>1.0352012</c:v>
                </c:pt>
                <c:pt idx="85">
                  <c:v>1.0334712</c:v>
                </c:pt>
                <c:pt idx="86">
                  <c:v>1.0327603</c:v>
                </c:pt>
                <c:pt idx="87">
                  <c:v>1.0303371</c:v>
                </c:pt>
                <c:pt idx="88">
                  <c:v>1.0282748</c:v>
                </c:pt>
                <c:pt idx="89">
                  <c:v>1.0269238</c:v>
                </c:pt>
                <c:pt idx="90">
                  <c:v>1.0247639</c:v>
                </c:pt>
                <c:pt idx="91">
                  <c:v>1.0221524</c:v>
                </c:pt>
                <c:pt idx="92">
                  <c:v>1.0195229</c:v>
                </c:pt>
                <c:pt idx="93">
                  <c:v>1.0170934</c:v>
                </c:pt>
                <c:pt idx="94">
                  <c:v>1.013916</c:v>
                </c:pt>
                <c:pt idx="95">
                  <c:v>1.0106058</c:v>
                </c:pt>
                <c:pt idx="96">
                  <c:v>1.0075792</c:v>
                </c:pt>
                <c:pt idx="97">
                  <c:v>1.0032675</c:v>
                </c:pt>
                <c:pt idx="98">
                  <c:v>0.99892348</c:v>
                </c:pt>
                <c:pt idx="99">
                  <c:v>0.99477363</c:v>
                </c:pt>
                <c:pt idx="100">
                  <c:v>0.9895227</c:v>
                </c:pt>
                <c:pt idx="101">
                  <c:v>0.98490626</c:v>
                </c:pt>
                <c:pt idx="102">
                  <c:v>0.98022753</c:v>
                </c:pt>
                <c:pt idx="103">
                  <c:v>0.97473264</c:v>
                </c:pt>
                <c:pt idx="104">
                  <c:v>0.96951526</c:v>
                </c:pt>
                <c:pt idx="105">
                  <c:v>0.96484089</c:v>
                </c:pt>
                <c:pt idx="106">
                  <c:v>0.96044773</c:v>
                </c:pt>
                <c:pt idx="107">
                  <c:v>0.95452476</c:v>
                </c:pt>
                <c:pt idx="108">
                  <c:v>0.94795978</c:v>
                </c:pt>
                <c:pt idx="109">
                  <c:v>0.94194615</c:v>
                </c:pt>
                <c:pt idx="110">
                  <c:v>0.93636882</c:v>
                </c:pt>
                <c:pt idx="111">
                  <c:v>0.92958027</c:v>
                </c:pt>
                <c:pt idx="112">
                  <c:v>0.92390108</c:v>
                </c:pt>
                <c:pt idx="113">
                  <c:v>0.91785604</c:v>
                </c:pt>
                <c:pt idx="114">
                  <c:v>0.91030049</c:v>
                </c:pt>
                <c:pt idx="115">
                  <c:v>0.90312231</c:v>
                </c:pt>
                <c:pt idx="116">
                  <c:v>0.89710045</c:v>
                </c:pt>
                <c:pt idx="117">
                  <c:v>0.88981104</c:v>
                </c:pt>
                <c:pt idx="118">
                  <c:v>0.88106161</c:v>
                </c:pt>
              </c:numCache>
            </c:numRef>
          </c:yVal>
        </c:ser>
        <c:ser>
          <c:idx val="37"/>
          <c:order val="37"/>
          <c:tx>
            <c:v>Batch1_cell_042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Data'!$BW$2:$BW$120</c:f>
              <c:numCache>
                <c:formatCode>General</c:formatCode>
                <c:ptCount val="119"/>
                <c:pt idx="0">
                  <c:v>7</c:v>
                </c:pt>
                <c:pt idx="1">
                  <c:v>13</c:v>
                </c:pt>
                <c:pt idx="2">
                  <c:v>19</c:v>
                </c:pt>
                <c:pt idx="3">
                  <c:v>25</c:v>
                </c:pt>
                <c:pt idx="4">
                  <c:v>30</c:v>
                </c:pt>
                <c:pt idx="5">
                  <c:v>36</c:v>
                </c:pt>
                <c:pt idx="6">
                  <c:v>42</c:v>
                </c:pt>
                <c:pt idx="7">
                  <c:v>48</c:v>
                </c:pt>
                <c:pt idx="8">
                  <c:v>54</c:v>
                </c:pt>
                <c:pt idx="9">
                  <c:v>60</c:v>
                </c:pt>
                <c:pt idx="10">
                  <c:v>66</c:v>
                </c:pt>
                <c:pt idx="11">
                  <c:v>72</c:v>
                </c:pt>
                <c:pt idx="12">
                  <c:v>77</c:v>
                </c:pt>
                <c:pt idx="13">
                  <c:v>83</c:v>
                </c:pt>
                <c:pt idx="14">
                  <c:v>89</c:v>
                </c:pt>
                <c:pt idx="15">
                  <c:v>95</c:v>
                </c:pt>
                <c:pt idx="16">
                  <c:v>101</c:v>
                </c:pt>
                <c:pt idx="17">
                  <c:v>107</c:v>
                </c:pt>
                <c:pt idx="18">
                  <c:v>113</c:v>
                </c:pt>
                <c:pt idx="19">
                  <c:v>119</c:v>
                </c:pt>
                <c:pt idx="20">
                  <c:v>125</c:v>
                </c:pt>
                <c:pt idx="21">
                  <c:v>130</c:v>
                </c:pt>
                <c:pt idx="22">
                  <c:v>136</c:v>
                </c:pt>
                <c:pt idx="23">
                  <c:v>142</c:v>
                </c:pt>
                <c:pt idx="24">
                  <c:v>148</c:v>
                </c:pt>
                <c:pt idx="25">
                  <c:v>154</c:v>
                </c:pt>
                <c:pt idx="26">
                  <c:v>160</c:v>
                </c:pt>
                <c:pt idx="27">
                  <c:v>166</c:v>
                </c:pt>
                <c:pt idx="28">
                  <c:v>172</c:v>
                </c:pt>
                <c:pt idx="29">
                  <c:v>177</c:v>
                </c:pt>
                <c:pt idx="30">
                  <c:v>183</c:v>
                </c:pt>
                <c:pt idx="31">
                  <c:v>189</c:v>
                </c:pt>
                <c:pt idx="32">
                  <c:v>195</c:v>
                </c:pt>
                <c:pt idx="33">
                  <c:v>201</c:v>
                </c:pt>
                <c:pt idx="34">
                  <c:v>207</c:v>
                </c:pt>
                <c:pt idx="35">
                  <c:v>213</c:v>
                </c:pt>
                <c:pt idx="36">
                  <c:v>219</c:v>
                </c:pt>
                <c:pt idx="37">
                  <c:v>225</c:v>
                </c:pt>
                <c:pt idx="38">
                  <c:v>230</c:v>
                </c:pt>
                <c:pt idx="39">
                  <c:v>236</c:v>
                </c:pt>
                <c:pt idx="40">
                  <c:v>242</c:v>
                </c:pt>
                <c:pt idx="41">
                  <c:v>248</c:v>
                </c:pt>
                <c:pt idx="42">
                  <c:v>254</c:v>
                </c:pt>
                <c:pt idx="43">
                  <c:v>260</c:v>
                </c:pt>
                <c:pt idx="44">
                  <c:v>266</c:v>
                </c:pt>
                <c:pt idx="45">
                  <c:v>272</c:v>
                </c:pt>
                <c:pt idx="46">
                  <c:v>277</c:v>
                </c:pt>
                <c:pt idx="47">
                  <c:v>283</c:v>
                </c:pt>
                <c:pt idx="48">
                  <c:v>289</c:v>
                </c:pt>
                <c:pt idx="49">
                  <c:v>295</c:v>
                </c:pt>
                <c:pt idx="50">
                  <c:v>301</c:v>
                </c:pt>
                <c:pt idx="51">
                  <c:v>307</c:v>
                </c:pt>
                <c:pt idx="52">
                  <c:v>313</c:v>
                </c:pt>
                <c:pt idx="53">
                  <c:v>319</c:v>
                </c:pt>
                <c:pt idx="54">
                  <c:v>325</c:v>
                </c:pt>
                <c:pt idx="55">
                  <c:v>330</c:v>
                </c:pt>
                <c:pt idx="56">
                  <c:v>336</c:v>
                </c:pt>
                <c:pt idx="57">
                  <c:v>342</c:v>
                </c:pt>
                <c:pt idx="58">
                  <c:v>348</c:v>
                </c:pt>
                <c:pt idx="59">
                  <c:v>354</c:v>
                </c:pt>
                <c:pt idx="60">
                  <c:v>360</c:v>
                </c:pt>
                <c:pt idx="61">
                  <c:v>366</c:v>
                </c:pt>
                <c:pt idx="62">
                  <c:v>372</c:v>
                </c:pt>
                <c:pt idx="63">
                  <c:v>377</c:v>
                </c:pt>
                <c:pt idx="64">
                  <c:v>383</c:v>
                </c:pt>
                <c:pt idx="65">
                  <c:v>389</c:v>
                </c:pt>
                <c:pt idx="66">
                  <c:v>395</c:v>
                </c:pt>
                <c:pt idx="67">
                  <c:v>401</c:v>
                </c:pt>
                <c:pt idx="68">
                  <c:v>407</c:v>
                </c:pt>
                <c:pt idx="69">
                  <c:v>413</c:v>
                </c:pt>
                <c:pt idx="70">
                  <c:v>419</c:v>
                </c:pt>
                <c:pt idx="71">
                  <c:v>425</c:v>
                </c:pt>
                <c:pt idx="72">
                  <c:v>430</c:v>
                </c:pt>
                <c:pt idx="73">
                  <c:v>436</c:v>
                </c:pt>
                <c:pt idx="74">
                  <c:v>442</c:v>
                </c:pt>
                <c:pt idx="75">
                  <c:v>448</c:v>
                </c:pt>
                <c:pt idx="76">
                  <c:v>454</c:v>
                </c:pt>
                <c:pt idx="77">
                  <c:v>460</c:v>
                </c:pt>
                <c:pt idx="78">
                  <c:v>466</c:v>
                </c:pt>
                <c:pt idx="79">
                  <c:v>472</c:v>
                </c:pt>
                <c:pt idx="80">
                  <c:v>477</c:v>
                </c:pt>
                <c:pt idx="81">
                  <c:v>483</c:v>
                </c:pt>
                <c:pt idx="82">
                  <c:v>489</c:v>
                </c:pt>
                <c:pt idx="83">
                  <c:v>495</c:v>
                </c:pt>
                <c:pt idx="84">
                  <c:v>501</c:v>
                </c:pt>
                <c:pt idx="85">
                  <c:v>507</c:v>
                </c:pt>
                <c:pt idx="86">
                  <c:v>513</c:v>
                </c:pt>
                <c:pt idx="87">
                  <c:v>519</c:v>
                </c:pt>
                <c:pt idx="88">
                  <c:v>525</c:v>
                </c:pt>
                <c:pt idx="89">
                  <c:v>530</c:v>
                </c:pt>
                <c:pt idx="90">
                  <c:v>536</c:v>
                </c:pt>
                <c:pt idx="91">
                  <c:v>542</c:v>
                </c:pt>
                <c:pt idx="92">
                  <c:v>548</c:v>
                </c:pt>
                <c:pt idx="93">
                  <c:v>554</c:v>
                </c:pt>
                <c:pt idx="94">
                  <c:v>560</c:v>
                </c:pt>
                <c:pt idx="95">
                  <c:v>566</c:v>
                </c:pt>
                <c:pt idx="96">
                  <c:v>572</c:v>
                </c:pt>
                <c:pt idx="97">
                  <c:v>577</c:v>
                </c:pt>
                <c:pt idx="98">
                  <c:v>583</c:v>
                </c:pt>
                <c:pt idx="99">
                  <c:v>589</c:v>
                </c:pt>
                <c:pt idx="100">
                  <c:v>595</c:v>
                </c:pt>
                <c:pt idx="101">
                  <c:v>601</c:v>
                </c:pt>
                <c:pt idx="102">
                  <c:v>607</c:v>
                </c:pt>
                <c:pt idx="103">
                  <c:v>613</c:v>
                </c:pt>
                <c:pt idx="104">
                  <c:v>619</c:v>
                </c:pt>
                <c:pt idx="105">
                  <c:v>625</c:v>
                </c:pt>
                <c:pt idx="106">
                  <c:v>630</c:v>
                </c:pt>
                <c:pt idx="107">
                  <c:v>636</c:v>
                </c:pt>
                <c:pt idx="108">
                  <c:v>642</c:v>
                </c:pt>
                <c:pt idx="109">
                  <c:v>648</c:v>
                </c:pt>
                <c:pt idx="110">
                  <c:v>654</c:v>
                </c:pt>
                <c:pt idx="111">
                  <c:v>660</c:v>
                </c:pt>
                <c:pt idx="112">
                  <c:v>666</c:v>
                </c:pt>
                <c:pt idx="113">
                  <c:v>672</c:v>
                </c:pt>
                <c:pt idx="114">
                  <c:v>677</c:v>
                </c:pt>
                <c:pt idx="115">
                  <c:v>683</c:v>
                </c:pt>
                <c:pt idx="116">
                  <c:v>689</c:v>
                </c:pt>
                <c:pt idx="117">
                  <c:v>695</c:v>
                </c:pt>
                <c:pt idx="118">
                  <c:v>701</c:v>
                </c:pt>
              </c:numCache>
            </c:numRef>
          </c:xVal>
          <c:yVal>
            <c:numRef>
              <c:f>'Chart Data'!$BX$2:$BX$120</c:f>
              <c:numCache>
                <c:formatCode>General</c:formatCode>
                <c:ptCount val="119"/>
                <c:pt idx="0">
                  <c:v>1.0831659</c:v>
                </c:pt>
                <c:pt idx="1">
                  <c:v>1.0839056</c:v>
                </c:pt>
                <c:pt idx="2">
                  <c:v>1.0841254</c:v>
                </c:pt>
                <c:pt idx="3">
                  <c:v>1.0840853</c:v>
                </c:pt>
                <c:pt idx="4">
                  <c:v>1.0842557</c:v>
                </c:pt>
                <c:pt idx="5">
                  <c:v>1.0843306</c:v>
                </c:pt>
                <c:pt idx="6">
                  <c:v>1.0842272</c:v>
                </c:pt>
                <c:pt idx="7">
                  <c:v>1.0842035</c:v>
                </c:pt>
                <c:pt idx="8">
                  <c:v>1.084832</c:v>
                </c:pt>
                <c:pt idx="9">
                  <c:v>1.0842601</c:v>
                </c:pt>
                <c:pt idx="10">
                  <c:v>1.0841503</c:v>
                </c:pt>
                <c:pt idx="11">
                  <c:v>1.0840681</c:v>
                </c:pt>
                <c:pt idx="12">
                  <c:v>1.0839247</c:v>
                </c:pt>
                <c:pt idx="13">
                  <c:v>1.0837893</c:v>
                </c:pt>
                <c:pt idx="14">
                  <c:v>1.0835422</c:v>
                </c:pt>
                <c:pt idx="15">
                  <c:v>1.0834644</c:v>
                </c:pt>
                <c:pt idx="16">
                  <c:v>1.083203</c:v>
                </c:pt>
                <c:pt idx="17">
                  <c:v>1.0829235</c:v>
                </c:pt>
                <c:pt idx="18">
                  <c:v>1.0828689</c:v>
                </c:pt>
                <c:pt idx="19">
                  <c:v>1.0826004</c:v>
                </c:pt>
                <c:pt idx="20">
                  <c:v>1.0823539</c:v>
                </c:pt>
                <c:pt idx="21">
                  <c:v>1.0821007</c:v>
                </c:pt>
                <c:pt idx="22">
                  <c:v>1.08166</c:v>
                </c:pt>
                <c:pt idx="23">
                  <c:v>1.0815777</c:v>
                </c:pt>
                <c:pt idx="24">
                  <c:v>1.0812285</c:v>
                </c:pt>
                <c:pt idx="25">
                  <c:v>1.0810413</c:v>
                </c:pt>
                <c:pt idx="26">
                  <c:v>1.0806493</c:v>
                </c:pt>
                <c:pt idx="27">
                  <c:v>1.0806869</c:v>
                </c:pt>
                <c:pt idx="28">
                  <c:v>1.0803323</c:v>
                </c:pt>
                <c:pt idx="29">
                  <c:v>1.080202</c:v>
                </c:pt>
                <c:pt idx="30">
                  <c:v>1.0795609</c:v>
                </c:pt>
                <c:pt idx="31">
                  <c:v>1.0791024</c:v>
                </c:pt>
                <c:pt idx="32">
                  <c:v>1.0790782</c:v>
                </c:pt>
                <c:pt idx="33">
                  <c:v>1.0791209</c:v>
                </c:pt>
                <c:pt idx="34">
                  <c:v>1.0784912</c:v>
                </c:pt>
                <c:pt idx="35">
                  <c:v>1.0779262</c:v>
                </c:pt>
                <c:pt idx="36">
                  <c:v>1.0777266</c:v>
                </c:pt>
                <c:pt idx="37">
                  <c:v>1.0772722</c:v>
                </c:pt>
                <c:pt idx="38">
                  <c:v>1.0773339</c:v>
                </c:pt>
                <c:pt idx="39">
                  <c:v>1.0766187</c:v>
                </c:pt>
                <c:pt idx="40">
                  <c:v>1.0760998</c:v>
                </c:pt>
                <c:pt idx="41">
                  <c:v>1.0759828</c:v>
                </c:pt>
                <c:pt idx="42">
                  <c:v>1.0752852</c:v>
                </c:pt>
                <c:pt idx="43">
                  <c:v>1.075375</c:v>
                </c:pt>
                <c:pt idx="44">
                  <c:v>1.0746155</c:v>
                </c:pt>
                <c:pt idx="45">
                  <c:v>1.0740188</c:v>
                </c:pt>
                <c:pt idx="46">
                  <c:v>1.0738527</c:v>
                </c:pt>
                <c:pt idx="47">
                  <c:v>1.073351</c:v>
                </c:pt>
                <c:pt idx="48">
                  <c:v>1.0729163</c:v>
                </c:pt>
                <c:pt idx="49">
                  <c:v>1.0723755</c:v>
                </c:pt>
                <c:pt idx="50">
                  <c:v>1.0718678</c:v>
                </c:pt>
                <c:pt idx="51">
                  <c:v>1.0714061</c:v>
                </c:pt>
                <c:pt idx="52">
                  <c:v>1.0710737</c:v>
                </c:pt>
                <c:pt idx="53">
                  <c:v>1.0704002</c:v>
                </c:pt>
                <c:pt idx="54">
                  <c:v>1.0698742</c:v>
                </c:pt>
                <c:pt idx="55">
                  <c:v>1.0694445</c:v>
                </c:pt>
                <c:pt idx="56">
                  <c:v>1.0694875</c:v>
                </c:pt>
                <c:pt idx="57">
                  <c:v>1.0697842</c:v>
                </c:pt>
                <c:pt idx="58">
                  <c:v>1.0686948</c:v>
                </c:pt>
                <c:pt idx="59">
                  <c:v>1.0679766</c:v>
                </c:pt>
                <c:pt idx="60">
                  <c:v>1.0671723</c:v>
                </c:pt>
                <c:pt idx="61">
                  <c:v>1.0660751</c:v>
                </c:pt>
                <c:pt idx="62">
                  <c:v>1.0663016</c:v>
                </c:pt>
                <c:pt idx="63">
                  <c:v>1.0653926</c:v>
                </c:pt>
                <c:pt idx="64">
                  <c:v>1.0643656</c:v>
                </c:pt>
                <c:pt idx="65">
                  <c:v>1.0635873</c:v>
                </c:pt>
                <c:pt idx="66">
                  <c:v>1.0627683</c:v>
                </c:pt>
                <c:pt idx="67">
                  <c:v>1.0625278</c:v>
                </c:pt>
                <c:pt idx="68">
                  <c:v>1.0611138</c:v>
                </c:pt>
                <c:pt idx="69">
                  <c:v>1.0601443</c:v>
                </c:pt>
                <c:pt idx="70">
                  <c:v>1.0591731</c:v>
                </c:pt>
                <c:pt idx="71">
                  <c:v>1.0584352</c:v>
                </c:pt>
                <c:pt idx="72">
                  <c:v>1.058051</c:v>
                </c:pt>
                <c:pt idx="73">
                  <c:v>1.0563582</c:v>
                </c:pt>
                <c:pt idx="74">
                  <c:v>1.0550182</c:v>
                </c:pt>
                <c:pt idx="75">
                  <c:v>1.0542212</c:v>
                </c:pt>
                <c:pt idx="76">
                  <c:v>1.052915</c:v>
                </c:pt>
                <c:pt idx="77">
                  <c:v>1.0518259</c:v>
                </c:pt>
                <c:pt idx="78">
                  <c:v>1.050149</c:v>
                </c:pt>
                <c:pt idx="79">
                  <c:v>1.0486574</c:v>
                </c:pt>
                <c:pt idx="80">
                  <c:v>1.0472177</c:v>
                </c:pt>
                <c:pt idx="81">
                  <c:v>1.0462883</c:v>
                </c:pt>
                <c:pt idx="82">
                  <c:v>1.044708</c:v>
                </c:pt>
                <c:pt idx="83">
                  <c:v>1.0422355</c:v>
                </c:pt>
                <c:pt idx="84">
                  <c:v>1.0391022</c:v>
                </c:pt>
                <c:pt idx="85">
                  <c:v>1.0365863</c:v>
                </c:pt>
                <c:pt idx="86">
                  <c:v>1.0339038</c:v>
                </c:pt>
                <c:pt idx="87">
                  <c:v>1.0310471</c:v>
                </c:pt>
                <c:pt idx="88">
                  <c:v>1.0277447</c:v>
                </c:pt>
                <c:pt idx="89">
                  <c:v>1.0249318</c:v>
                </c:pt>
                <c:pt idx="90">
                  <c:v>1.0213999</c:v>
                </c:pt>
                <c:pt idx="91">
                  <c:v>1.0181752</c:v>
                </c:pt>
                <c:pt idx="92">
                  <c:v>1.0138791</c:v>
                </c:pt>
                <c:pt idx="93">
                  <c:v>1.009781</c:v>
                </c:pt>
                <c:pt idx="94">
                  <c:v>1.005427</c:v>
                </c:pt>
                <c:pt idx="95">
                  <c:v>1.0014261</c:v>
                </c:pt>
                <c:pt idx="96">
                  <c:v>0.99748349</c:v>
                </c:pt>
                <c:pt idx="97">
                  <c:v>0.99374288</c:v>
                </c:pt>
                <c:pt idx="98">
                  <c:v>0.98897064</c:v>
                </c:pt>
                <c:pt idx="99">
                  <c:v>0.98409784</c:v>
                </c:pt>
                <c:pt idx="100">
                  <c:v>0.97945988</c:v>
                </c:pt>
                <c:pt idx="101">
                  <c:v>0.97456175</c:v>
                </c:pt>
                <c:pt idx="102">
                  <c:v>0.96911532</c:v>
                </c:pt>
                <c:pt idx="103">
                  <c:v>0.96375054</c:v>
                </c:pt>
                <c:pt idx="104">
                  <c:v>0.95840049</c:v>
                </c:pt>
                <c:pt idx="105">
                  <c:v>0.95302719</c:v>
                </c:pt>
                <c:pt idx="106">
                  <c:v>0.94833499</c:v>
                </c:pt>
                <c:pt idx="107">
                  <c:v>0.94307166</c:v>
                </c:pt>
                <c:pt idx="108">
                  <c:v>0.93743306</c:v>
                </c:pt>
                <c:pt idx="109">
                  <c:v>0.93169427</c:v>
                </c:pt>
                <c:pt idx="110">
                  <c:v>0.92573977</c:v>
                </c:pt>
                <c:pt idx="111">
                  <c:v>0.92010874</c:v>
                </c:pt>
                <c:pt idx="112">
                  <c:v>0.91465741</c:v>
                </c:pt>
                <c:pt idx="113">
                  <c:v>0.90900594</c:v>
                </c:pt>
                <c:pt idx="114">
                  <c:v>0.9041754</c:v>
                </c:pt>
                <c:pt idx="115">
                  <c:v>0.89869523</c:v>
                </c:pt>
                <c:pt idx="116">
                  <c:v>0.89279771</c:v>
                </c:pt>
                <c:pt idx="117">
                  <c:v>0.8863005</c:v>
                </c:pt>
                <c:pt idx="118">
                  <c:v>0.88035142</c:v>
                </c:pt>
              </c:numCache>
            </c:numRef>
          </c:yVal>
        </c:ser>
        <c:ser>
          <c:idx val="38"/>
          <c:order val="38"/>
          <c:tx>
            <c:v>Batch1_cell_043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Data'!$BY$2:$BY$120</c:f>
              <c:numCache>
                <c:formatCode>General</c:formatCode>
                <c:ptCount val="119"/>
                <c:pt idx="0">
                  <c:v>6</c:v>
                </c:pt>
                <c:pt idx="1">
                  <c:v>12</c:v>
                </c:pt>
                <c:pt idx="2">
                  <c:v>17</c:v>
                </c:pt>
                <c:pt idx="3">
                  <c:v>23</c:v>
                </c:pt>
                <c:pt idx="4">
                  <c:v>28</c:v>
                </c:pt>
                <c:pt idx="5">
                  <c:v>34</c:v>
                </c:pt>
                <c:pt idx="6">
                  <c:v>39</c:v>
                </c:pt>
                <c:pt idx="7">
                  <c:v>45</c:v>
                </c:pt>
                <c:pt idx="8">
                  <c:v>50</c:v>
                </c:pt>
                <c:pt idx="9">
                  <c:v>56</c:v>
                </c:pt>
                <c:pt idx="10">
                  <c:v>61</c:v>
                </c:pt>
                <c:pt idx="11">
                  <c:v>66</c:v>
                </c:pt>
                <c:pt idx="12">
                  <c:v>72</c:v>
                </c:pt>
                <c:pt idx="13">
                  <c:v>77</c:v>
                </c:pt>
                <c:pt idx="14">
                  <c:v>83</c:v>
                </c:pt>
                <c:pt idx="15">
                  <c:v>88</c:v>
                </c:pt>
                <c:pt idx="16">
                  <c:v>94</c:v>
                </c:pt>
                <c:pt idx="17">
                  <c:v>99</c:v>
                </c:pt>
                <c:pt idx="18">
                  <c:v>105</c:v>
                </c:pt>
                <c:pt idx="19">
                  <c:v>110</c:v>
                </c:pt>
                <c:pt idx="20">
                  <c:v>116</c:v>
                </c:pt>
                <c:pt idx="21">
                  <c:v>121</c:v>
                </c:pt>
                <c:pt idx="22">
                  <c:v>126</c:v>
                </c:pt>
                <c:pt idx="23">
                  <c:v>132</c:v>
                </c:pt>
                <c:pt idx="24">
                  <c:v>137</c:v>
                </c:pt>
                <c:pt idx="25">
                  <c:v>143</c:v>
                </c:pt>
                <c:pt idx="26">
                  <c:v>148</c:v>
                </c:pt>
                <c:pt idx="27">
                  <c:v>154</c:v>
                </c:pt>
                <c:pt idx="28">
                  <c:v>159</c:v>
                </c:pt>
                <c:pt idx="29">
                  <c:v>165</c:v>
                </c:pt>
                <c:pt idx="30">
                  <c:v>170</c:v>
                </c:pt>
                <c:pt idx="31">
                  <c:v>176</c:v>
                </c:pt>
                <c:pt idx="32">
                  <c:v>181</c:v>
                </c:pt>
                <c:pt idx="33">
                  <c:v>186</c:v>
                </c:pt>
                <c:pt idx="34">
                  <c:v>192</c:v>
                </c:pt>
                <c:pt idx="35">
                  <c:v>197</c:v>
                </c:pt>
                <c:pt idx="36">
                  <c:v>203</c:v>
                </c:pt>
                <c:pt idx="37">
                  <c:v>208</c:v>
                </c:pt>
                <c:pt idx="38">
                  <c:v>214</c:v>
                </c:pt>
                <c:pt idx="39">
                  <c:v>219</c:v>
                </c:pt>
                <c:pt idx="40">
                  <c:v>225</c:v>
                </c:pt>
                <c:pt idx="41">
                  <c:v>230</c:v>
                </c:pt>
                <c:pt idx="42">
                  <c:v>236</c:v>
                </c:pt>
                <c:pt idx="43">
                  <c:v>241</c:v>
                </c:pt>
                <c:pt idx="44">
                  <c:v>246</c:v>
                </c:pt>
                <c:pt idx="45">
                  <c:v>252</c:v>
                </c:pt>
                <c:pt idx="46">
                  <c:v>257</c:v>
                </c:pt>
                <c:pt idx="47">
                  <c:v>263</c:v>
                </c:pt>
                <c:pt idx="48">
                  <c:v>268</c:v>
                </c:pt>
                <c:pt idx="49">
                  <c:v>274</c:v>
                </c:pt>
                <c:pt idx="50">
                  <c:v>279</c:v>
                </c:pt>
                <c:pt idx="51">
                  <c:v>285</c:v>
                </c:pt>
                <c:pt idx="52">
                  <c:v>290</c:v>
                </c:pt>
                <c:pt idx="53">
                  <c:v>296</c:v>
                </c:pt>
                <c:pt idx="54">
                  <c:v>301</c:v>
                </c:pt>
                <c:pt idx="55">
                  <c:v>306</c:v>
                </c:pt>
                <c:pt idx="56">
                  <c:v>312</c:v>
                </c:pt>
                <c:pt idx="57">
                  <c:v>317</c:v>
                </c:pt>
                <c:pt idx="58">
                  <c:v>323</c:v>
                </c:pt>
                <c:pt idx="59">
                  <c:v>328</c:v>
                </c:pt>
                <c:pt idx="60">
                  <c:v>334</c:v>
                </c:pt>
                <c:pt idx="61">
                  <c:v>339</c:v>
                </c:pt>
                <c:pt idx="62">
                  <c:v>345</c:v>
                </c:pt>
                <c:pt idx="63">
                  <c:v>350</c:v>
                </c:pt>
                <c:pt idx="64">
                  <c:v>355</c:v>
                </c:pt>
                <c:pt idx="65">
                  <c:v>361</c:v>
                </c:pt>
                <c:pt idx="66">
                  <c:v>366</c:v>
                </c:pt>
                <c:pt idx="67">
                  <c:v>372</c:v>
                </c:pt>
                <c:pt idx="68">
                  <c:v>377</c:v>
                </c:pt>
                <c:pt idx="69">
                  <c:v>383</c:v>
                </c:pt>
                <c:pt idx="70">
                  <c:v>388</c:v>
                </c:pt>
                <c:pt idx="71">
                  <c:v>394</c:v>
                </c:pt>
                <c:pt idx="72">
                  <c:v>399</c:v>
                </c:pt>
                <c:pt idx="73">
                  <c:v>405</c:v>
                </c:pt>
                <c:pt idx="74">
                  <c:v>410</c:v>
                </c:pt>
                <c:pt idx="75">
                  <c:v>415</c:v>
                </c:pt>
                <c:pt idx="76">
                  <c:v>421</c:v>
                </c:pt>
                <c:pt idx="77">
                  <c:v>426</c:v>
                </c:pt>
                <c:pt idx="78">
                  <c:v>432</c:v>
                </c:pt>
                <c:pt idx="79">
                  <c:v>437</c:v>
                </c:pt>
                <c:pt idx="80">
                  <c:v>443</c:v>
                </c:pt>
                <c:pt idx="81">
                  <c:v>448</c:v>
                </c:pt>
                <c:pt idx="82">
                  <c:v>454</c:v>
                </c:pt>
                <c:pt idx="83">
                  <c:v>459</c:v>
                </c:pt>
                <c:pt idx="84">
                  <c:v>465</c:v>
                </c:pt>
                <c:pt idx="85">
                  <c:v>470</c:v>
                </c:pt>
                <c:pt idx="86">
                  <c:v>475</c:v>
                </c:pt>
                <c:pt idx="87">
                  <c:v>481</c:v>
                </c:pt>
                <c:pt idx="88">
                  <c:v>486</c:v>
                </c:pt>
                <c:pt idx="89">
                  <c:v>492</c:v>
                </c:pt>
                <c:pt idx="90">
                  <c:v>497</c:v>
                </c:pt>
                <c:pt idx="91">
                  <c:v>503</c:v>
                </c:pt>
                <c:pt idx="92">
                  <c:v>508</c:v>
                </c:pt>
                <c:pt idx="93">
                  <c:v>514</c:v>
                </c:pt>
                <c:pt idx="94">
                  <c:v>519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541</c:v>
                </c:pt>
                <c:pt idx="99">
                  <c:v>546</c:v>
                </c:pt>
                <c:pt idx="100">
                  <c:v>552</c:v>
                </c:pt>
                <c:pt idx="101">
                  <c:v>557</c:v>
                </c:pt>
                <c:pt idx="102">
                  <c:v>563</c:v>
                </c:pt>
                <c:pt idx="103">
                  <c:v>568</c:v>
                </c:pt>
                <c:pt idx="104">
                  <c:v>574</c:v>
                </c:pt>
                <c:pt idx="105">
                  <c:v>579</c:v>
                </c:pt>
                <c:pt idx="106">
                  <c:v>585</c:v>
                </c:pt>
                <c:pt idx="107">
                  <c:v>590</c:v>
                </c:pt>
                <c:pt idx="108">
                  <c:v>595</c:v>
                </c:pt>
                <c:pt idx="109">
                  <c:v>601</c:v>
                </c:pt>
                <c:pt idx="110">
                  <c:v>606</c:v>
                </c:pt>
                <c:pt idx="111">
                  <c:v>612</c:v>
                </c:pt>
                <c:pt idx="112">
                  <c:v>617</c:v>
                </c:pt>
                <c:pt idx="113">
                  <c:v>623</c:v>
                </c:pt>
                <c:pt idx="114">
                  <c:v>628</c:v>
                </c:pt>
                <c:pt idx="115">
                  <c:v>634</c:v>
                </c:pt>
                <c:pt idx="116">
                  <c:v>639</c:v>
                </c:pt>
                <c:pt idx="117">
                  <c:v>645</c:v>
                </c:pt>
                <c:pt idx="118">
                  <c:v>650</c:v>
                </c:pt>
              </c:numCache>
            </c:numRef>
          </c:xVal>
          <c:yVal>
            <c:numRef>
              <c:f>'Chart Data'!$BZ$2:$BZ$120</c:f>
              <c:numCache>
                <c:formatCode>General</c:formatCode>
                <c:ptCount val="119"/>
                <c:pt idx="0">
                  <c:v>1.0708795</c:v>
                </c:pt>
                <c:pt idx="1">
                  <c:v>1.0715883</c:v>
                </c:pt>
                <c:pt idx="2">
                  <c:v>1.071671</c:v>
                </c:pt>
                <c:pt idx="3">
                  <c:v>1.0715444</c:v>
                </c:pt>
                <c:pt idx="4">
                  <c:v>1.0713691</c:v>
                </c:pt>
                <c:pt idx="5">
                  <c:v>1.0712059</c:v>
                </c:pt>
                <c:pt idx="6">
                  <c:v>1.0711308</c:v>
                </c:pt>
                <c:pt idx="7">
                  <c:v>1.0709493</c:v>
                </c:pt>
                <c:pt idx="8">
                  <c:v>1.0708283</c:v>
                </c:pt>
                <c:pt idx="9">
                  <c:v>1.0707108</c:v>
                </c:pt>
                <c:pt idx="10">
                  <c:v>1.0705142</c:v>
                </c:pt>
                <c:pt idx="11">
                  <c:v>1.0703237</c:v>
                </c:pt>
                <c:pt idx="12">
                  <c:v>1.0700641</c:v>
                </c:pt>
                <c:pt idx="13">
                  <c:v>1.0698071</c:v>
                </c:pt>
                <c:pt idx="14">
                  <c:v>1.0695632</c:v>
                </c:pt>
                <c:pt idx="15">
                  <c:v>1.0692973</c:v>
                </c:pt>
                <c:pt idx="16">
                  <c:v>1.0690522</c:v>
                </c:pt>
                <c:pt idx="17">
                  <c:v>1.0688429</c:v>
                </c:pt>
                <c:pt idx="18">
                  <c:v>1.0685312</c:v>
                </c:pt>
                <c:pt idx="19">
                  <c:v>1.068329</c:v>
                </c:pt>
                <c:pt idx="20">
                  <c:v>1.0680132</c:v>
                </c:pt>
                <c:pt idx="21">
                  <c:v>1.0678331</c:v>
                </c:pt>
                <c:pt idx="22">
                  <c:v>1.0674783</c:v>
                </c:pt>
                <c:pt idx="23">
                  <c:v>1.0671316</c:v>
                </c:pt>
                <c:pt idx="24">
                  <c:v>1.0668373</c:v>
                </c:pt>
                <c:pt idx="25">
                  <c:v>1.0665462</c:v>
                </c:pt>
                <c:pt idx="26">
                  <c:v>1.066252</c:v>
                </c:pt>
                <c:pt idx="27">
                  <c:v>1.0659504</c:v>
                </c:pt>
                <c:pt idx="28">
                  <c:v>1.0656151</c:v>
                </c:pt>
                <c:pt idx="29">
                  <c:v>1.0655771</c:v>
                </c:pt>
                <c:pt idx="30">
                  <c:v>1.0649717</c:v>
                </c:pt>
                <c:pt idx="31">
                  <c:v>1.0650206</c:v>
                </c:pt>
                <c:pt idx="32">
                  <c:v>1.064428</c:v>
                </c:pt>
                <c:pt idx="33">
                  <c:v>1.0641007</c:v>
                </c:pt>
                <c:pt idx="34">
                  <c:v>1.0640259</c:v>
                </c:pt>
                <c:pt idx="35">
                  <c:v>1.0634401</c:v>
                </c:pt>
                <c:pt idx="36">
                  <c:v>1.0637392</c:v>
                </c:pt>
                <c:pt idx="37">
                  <c:v>1.0627975</c:v>
                </c:pt>
                <c:pt idx="38">
                  <c:v>1.0623225</c:v>
                </c:pt>
                <c:pt idx="39">
                  <c:v>1.0622795</c:v>
                </c:pt>
                <c:pt idx="40">
                  <c:v>1.061672</c:v>
                </c:pt>
                <c:pt idx="41">
                  <c:v>1.0617499</c:v>
                </c:pt>
                <c:pt idx="42">
                  <c:v>1.061004</c:v>
                </c:pt>
                <c:pt idx="43">
                  <c:v>1.0605748</c:v>
                </c:pt>
                <c:pt idx="44">
                  <c:v>1.0603533</c:v>
                </c:pt>
                <c:pt idx="45">
                  <c:v>1.0598497</c:v>
                </c:pt>
                <c:pt idx="46">
                  <c:v>1.0598013</c:v>
                </c:pt>
                <c:pt idx="47">
                  <c:v>1.059109</c:v>
                </c:pt>
                <c:pt idx="48">
                  <c:v>1.0586777</c:v>
                </c:pt>
                <c:pt idx="49">
                  <c:v>1.0581777</c:v>
                </c:pt>
                <c:pt idx="50">
                  <c:v>1.0578767</c:v>
                </c:pt>
                <c:pt idx="51">
                  <c:v>1.0576396</c:v>
                </c:pt>
                <c:pt idx="52">
                  <c:v>1.0568109</c:v>
                </c:pt>
                <c:pt idx="53">
                  <c:v>1.056241</c:v>
                </c:pt>
                <c:pt idx="54">
                  <c:v>1.0555049</c:v>
                </c:pt>
                <c:pt idx="55">
                  <c:v>1.0554729</c:v>
                </c:pt>
                <c:pt idx="56">
                  <c:v>1.054882</c:v>
                </c:pt>
                <c:pt idx="57">
                  <c:v>1.0546514</c:v>
                </c:pt>
                <c:pt idx="58">
                  <c:v>1.0539943</c:v>
                </c:pt>
                <c:pt idx="59">
                  <c:v>1.0533828</c:v>
                </c:pt>
                <c:pt idx="60">
                  <c:v>1.053591</c:v>
                </c:pt>
                <c:pt idx="61">
                  <c:v>1.0534946</c:v>
                </c:pt>
                <c:pt idx="62">
                  <c:v>1.0530978</c:v>
                </c:pt>
                <c:pt idx="63">
                  <c:v>1.0519426</c:v>
                </c:pt>
                <c:pt idx="64">
                  <c:v>1.0514768</c:v>
                </c:pt>
                <c:pt idx="65">
                  <c:v>1.0508744</c:v>
                </c:pt>
                <c:pt idx="66">
                  <c:v>1.0503093</c:v>
                </c:pt>
                <c:pt idx="67">
                  <c:v>1.0501735</c:v>
                </c:pt>
                <c:pt idx="68">
                  <c:v>1.0489734</c:v>
                </c:pt>
                <c:pt idx="69">
                  <c:v>1.0481077</c:v>
                </c:pt>
                <c:pt idx="70">
                  <c:v>1.0475247</c:v>
                </c:pt>
                <c:pt idx="71">
                  <c:v>1.0467808</c:v>
                </c:pt>
                <c:pt idx="72">
                  <c:v>1.0464215</c:v>
                </c:pt>
                <c:pt idx="73">
                  <c:v>1.0453336</c:v>
                </c:pt>
                <c:pt idx="74">
                  <c:v>1.0443528</c:v>
                </c:pt>
                <c:pt idx="75">
                  <c:v>1.0435505</c:v>
                </c:pt>
                <c:pt idx="76">
                  <c:v>1.0423973</c:v>
                </c:pt>
                <c:pt idx="77">
                  <c:v>1.0420473</c:v>
                </c:pt>
                <c:pt idx="78">
                  <c:v>1.0406412</c:v>
                </c:pt>
                <c:pt idx="79">
                  <c:v>1.0396552</c:v>
                </c:pt>
                <c:pt idx="80">
                  <c:v>1.0384371</c:v>
                </c:pt>
                <c:pt idx="81">
                  <c:v>1.0372329</c:v>
                </c:pt>
                <c:pt idx="82">
                  <c:v>1.0362076</c:v>
                </c:pt>
                <c:pt idx="83">
                  <c:v>1.035242</c:v>
                </c:pt>
                <c:pt idx="84">
                  <c:v>1.0331473</c:v>
                </c:pt>
                <c:pt idx="85">
                  <c:v>1.0316614</c:v>
                </c:pt>
                <c:pt idx="86">
                  <c:v>1.030442</c:v>
                </c:pt>
                <c:pt idx="87">
                  <c:v>1.0288702</c:v>
                </c:pt>
                <c:pt idx="88">
                  <c:v>1.0277814</c:v>
                </c:pt>
                <c:pt idx="89">
                  <c:v>1.024987</c:v>
                </c:pt>
                <c:pt idx="90">
                  <c:v>1.0217336</c:v>
                </c:pt>
                <c:pt idx="91">
                  <c:v>1.0190055</c:v>
                </c:pt>
                <c:pt idx="92">
                  <c:v>1.0164807</c:v>
                </c:pt>
                <c:pt idx="93">
                  <c:v>1.0136473</c:v>
                </c:pt>
                <c:pt idx="94">
                  <c:v>1.0103201</c:v>
                </c:pt>
                <c:pt idx="95">
                  <c:v>1.006314</c:v>
                </c:pt>
                <c:pt idx="96">
                  <c:v>1.0023504</c:v>
                </c:pt>
                <c:pt idx="97">
                  <c:v>0.99842685</c:v>
                </c:pt>
                <c:pt idx="98">
                  <c:v>0.99319535</c:v>
                </c:pt>
                <c:pt idx="99">
                  <c:v>0.98869753</c:v>
                </c:pt>
                <c:pt idx="100">
                  <c:v>0.9823736</c:v>
                </c:pt>
                <c:pt idx="101">
                  <c:v>0.9776479</c:v>
                </c:pt>
                <c:pt idx="102">
                  <c:v>0.97211808</c:v>
                </c:pt>
                <c:pt idx="103">
                  <c:v>0.9672603</c:v>
                </c:pt>
                <c:pt idx="104">
                  <c:v>0.96208739</c:v>
                </c:pt>
                <c:pt idx="105">
                  <c:v>0.9573704</c:v>
                </c:pt>
                <c:pt idx="106">
                  <c:v>0.95127428</c:v>
                </c:pt>
                <c:pt idx="107">
                  <c:v>0.94626117</c:v>
                </c:pt>
                <c:pt idx="108">
                  <c:v>0.94118404</c:v>
                </c:pt>
                <c:pt idx="109">
                  <c:v>0.93513972</c:v>
                </c:pt>
                <c:pt idx="110">
                  <c:v>0.93005884</c:v>
                </c:pt>
                <c:pt idx="111">
                  <c:v>0.9238376</c:v>
                </c:pt>
                <c:pt idx="112">
                  <c:v>0.91829687</c:v>
                </c:pt>
                <c:pt idx="113">
                  <c:v>0.91199392</c:v>
                </c:pt>
                <c:pt idx="114">
                  <c:v>0.90639424</c:v>
                </c:pt>
                <c:pt idx="115">
                  <c:v>0.89949101</c:v>
                </c:pt>
                <c:pt idx="116">
                  <c:v>0.89369965</c:v>
                </c:pt>
                <c:pt idx="117">
                  <c:v>0.88639385</c:v>
                </c:pt>
                <c:pt idx="118">
                  <c:v>0.88044435</c:v>
                </c:pt>
              </c:numCache>
            </c:numRef>
          </c:yVal>
        </c:ser>
        <c:ser>
          <c:idx val="39"/>
          <c:order val="39"/>
          <c:tx>
            <c:v>Batch1_cell_044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Data'!$CA$2:$CA$120</c:f>
              <c:numCache>
                <c:formatCode>General</c:formatCode>
                <c:ptCount val="119"/>
                <c:pt idx="0">
                  <c:v>6</c:v>
                </c:pt>
                <c:pt idx="1">
                  <c:v>11</c:v>
                </c:pt>
                <c:pt idx="2">
                  <c:v>16</c:v>
                </c:pt>
                <c:pt idx="3">
                  <c:v>22</c:v>
                </c:pt>
                <c:pt idx="4">
                  <c:v>27</c:v>
                </c:pt>
                <c:pt idx="5">
                  <c:v>32</c:v>
                </c:pt>
                <c:pt idx="6">
                  <c:v>37</c:v>
                </c:pt>
                <c:pt idx="7">
                  <c:v>42</c:v>
                </c:pt>
                <c:pt idx="8">
                  <c:v>47</c:v>
                </c:pt>
                <c:pt idx="9">
                  <c:v>53</c:v>
                </c:pt>
                <c:pt idx="10">
                  <c:v>58</c:v>
                </c:pt>
                <c:pt idx="11">
                  <c:v>63</c:v>
                </c:pt>
                <c:pt idx="12">
                  <c:v>68</c:v>
                </c:pt>
                <c:pt idx="13">
                  <c:v>73</c:v>
                </c:pt>
                <c:pt idx="14">
                  <c:v>78</c:v>
                </c:pt>
                <c:pt idx="15">
                  <c:v>84</c:v>
                </c:pt>
                <c:pt idx="16">
                  <c:v>89</c:v>
                </c:pt>
                <c:pt idx="17">
                  <c:v>94</c:v>
                </c:pt>
                <c:pt idx="18">
                  <c:v>99</c:v>
                </c:pt>
                <c:pt idx="19">
                  <c:v>104</c:v>
                </c:pt>
                <c:pt idx="20">
                  <c:v>109</c:v>
                </c:pt>
                <c:pt idx="21">
                  <c:v>115</c:v>
                </c:pt>
                <c:pt idx="22">
                  <c:v>120</c:v>
                </c:pt>
                <c:pt idx="23">
                  <c:v>125</c:v>
                </c:pt>
                <c:pt idx="24">
                  <c:v>130</c:v>
                </c:pt>
                <c:pt idx="25">
                  <c:v>135</c:v>
                </c:pt>
                <c:pt idx="26">
                  <c:v>140</c:v>
                </c:pt>
                <c:pt idx="27">
                  <c:v>145</c:v>
                </c:pt>
                <c:pt idx="28">
                  <c:v>151</c:v>
                </c:pt>
                <c:pt idx="29">
                  <c:v>156</c:v>
                </c:pt>
                <c:pt idx="30">
                  <c:v>161</c:v>
                </c:pt>
                <c:pt idx="31">
                  <c:v>166</c:v>
                </c:pt>
                <c:pt idx="32">
                  <c:v>171</c:v>
                </c:pt>
                <c:pt idx="33">
                  <c:v>176</c:v>
                </c:pt>
                <c:pt idx="34">
                  <c:v>182</c:v>
                </c:pt>
                <c:pt idx="35">
                  <c:v>187</c:v>
                </c:pt>
                <c:pt idx="36">
                  <c:v>192</c:v>
                </c:pt>
                <c:pt idx="37">
                  <c:v>197</c:v>
                </c:pt>
                <c:pt idx="38">
                  <c:v>202</c:v>
                </c:pt>
                <c:pt idx="39">
                  <c:v>207</c:v>
                </c:pt>
                <c:pt idx="40">
                  <c:v>213</c:v>
                </c:pt>
                <c:pt idx="41">
                  <c:v>218</c:v>
                </c:pt>
                <c:pt idx="42">
                  <c:v>223</c:v>
                </c:pt>
                <c:pt idx="43">
                  <c:v>228</c:v>
                </c:pt>
                <c:pt idx="44">
                  <c:v>233</c:v>
                </c:pt>
                <c:pt idx="45">
                  <c:v>238</c:v>
                </c:pt>
                <c:pt idx="46">
                  <c:v>244</c:v>
                </c:pt>
                <c:pt idx="47">
                  <c:v>249</c:v>
                </c:pt>
                <c:pt idx="48">
                  <c:v>254</c:v>
                </c:pt>
                <c:pt idx="49">
                  <c:v>259</c:v>
                </c:pt>
                <c:pt idx="50">
                  <c:v>264</c:v>
                </c:pt>
                <c:pt idx="51">
                  <c:v>269</c:v>
                </c:pt>
                <c:pt idx="52">
                  <c:v>274</c:v>
                </c:pt>
                <c:pt idx="53">
                  <c:v>280</c:v>
                </c:pt>
                <c:pt idx="54">
                  <c:v>285</c:v>
                </c:pt>
                <c:pt idx="55">
                  <c:v>290</c:v>
                </c:pt>
                <c:pt idx="56">
                  <c:v>295</c:v>
                </c:pt>
                <c:pt idx="57">
                  <c:v>300</c:v>
                </c:pt>
                <c:pt idx="58">
                  <c:v>305</c:v>
                </c:pt>
                <c:pt idx="59">
                  <c:v>311</c:v>
                </c:pt>
                <c:pt idx="60">
                  <c:v>316</c:v>
                </c:pt>
                <c:pt idx="61">
                  <c:v>321</c:v>
                </c:pt>
                <c:pt idx="62">
                  <c:v>326</c:v>
                </c:pt>
                <c:pt idx="63">
                  <c:v>331</c:v>
                </c:pt>
                <c:pt idx="64">
                  <c:v>336</c:v>
                </c:pt>
                <c:pt idx="65">
                  <c:v>342</c:v>
                </c:pt>
                <c:pt idx="66">
                  <c:v>347</c:v>
                </c:pt>
                <c:pt idx="67">
                  <c:v>352</c:v>
                </c:pt>
                <c:pt idx="68">
                  <c:v>357</c:v>
                </c:pt>
                <c:pt idx="69">
                  <c:v>362</c:v>
                </c:pt>
                <c:pt idx="70">
                  <c:v>367</c:v>
                </c:pt>
                <c:pt idx="71">
                  <c:v>372</c:v>
                </c:pt>
                <c:pt idx="72">
                  <c:v>378</c:v>
                </c:pt>
                <c:pt idx="73">
                  <c:v>383</c:v>
                </c:pt>
                <c:pt idx="74">
                  <c:v>388</c:v>
                </c:pt>
                <c:pt idx="75">
                  <c:v>393</c:v>
                </c:pt>
                <c:pt idx="76">
                  <c:v>398</c:v>
                </c:pt>
                <c:pt idx="77">
                  <c:v>403</c:v>
                </c:pt>
                <c:pt idx="78">
                  <c:v>409</c:v>
                </c:pt>
                <c:pt idx="79">
                  <c:v>414</c:v>
                </c:pt>
                <c:pt idx="80">
                  <c:v>419</c:v>
                </c:pt>
                <c:pt idx="81">
                  <c:v>424</c:v>
                </c:pt>
                <c:pt idx="82">
                  <c:v>429</c:v>
                </c:pt>
                <c:pt idx="83">
                  <c:v>434</c:v>
                </c:pt>
                <c:pt idx="84">
                  <c:v>440</c:v>
                </c:pt>
                <c:pt idx="85">
                  <c:v>445</c:v>
                </c:pt>
                <c:pt idx="86">
                  <c:v>450</c:v>
                </c:pt>
                <c:pt idx="87">
                  <c:v>455</c:v>
                </c:pt>
                <c:pt idx="88">
                  <c:v>460</c:v>
                </c:pt>
                <c:pt idx="89">
                  <c:v>465</c:v>
                </c:pt>
                <c:pt idx="90">
                  <c:v>471</c:v>
                </c:pt>
                <c:pt idx="91">
                  <c:v>476</c:v>
                </c:pt>
                <c:pt idx="92">
                  <c:v>481</c:v>
                </c:pt>
                <c:pt idx="93">
                  <c:v>486</c:v>
                </c:pt>
                <c:pt idx="94">
                  <c:v>491</c:v>
                </c:pt>
                <c:pt idx="95">
                  <c:v>496</c:v>
                </c:pt>
                <c:pt idx="96">
                  <c:v>501</c:v>
                </c:pt>
                <c:pt idx="97">
                  <c:v>507</c:v>
                </c:pt>
                <c:pt idx="98">
                  <c:v>512</c:v>
                </c:pt>
                <c:pt idx="99">
                  <c:v>517</c:v>
                </c:pt>
                <c:pt idx="100">
                  <c:v>522</c:v>
                </c:pt>
                <c:pt idx="101">
                  <c:v>527</c:v>
                </c:pt>
                <c:pt idx="102">
                  <c:v>532</c:v>
                </c:pt>
                <c:pt idx="103">
                  <c:v>538</c:v>
                </c:pt>
                <c:pt idx="104">
                  <c:v>543</c:v>
                </c:pt>
                <c:pt idx="105">
                  <c:v>548</c:v>
                </c:pt>
                <c:pt idx="106">
                  <c:v>553</c:v>
                </c:pt>
                <c:pt idx="107">
                  <c:v>558</c:v>
                </c:pt>
                <c:pt idx="108">
                  <c:v>563</c:v>
                </c:pt>
                <c:pt idx="109">
                  <c:v>569</c:v>
                </c:pt>
                <c:pt idx="110">
                  <c:v>574</c:v>
                </c:pt>
                <c:pt idx="111">
                  <c:v>579</c:v>
                </c:pt>
                <c:pt idx="112">
                  <c:v>584</c:v>
                </c:pt>
                <c:pt idx="113">
                  <c:v>589</c:v>
                </c:pt>
                <c:pt idx="114">
                  <c:v>594</c:v>
                </c:pt>
                <c:pt idx="115">
                  <c:v>600</c:v>
                </c:pt>
                <c:pt idx="116">
                  <c:v>605</c:v>
                </c:pt>
                <c:pt idx="117">
                  <c:v>610</c:v>
                </c:pt>
                <c:pt idx="118">
                  <c:v>615</c:v>
                </c:pt>
              </c:numCache>
            </c:numRef>
          </c:xVal>
          <c:yVal>
            <c:numRef>
              <c:f>'Chart Data'!$CB$2:$CB$120</c:f>
              <c:numCache>
                <c:formatCode>General</c:formatCode>
                <c:ptCount val="119"/>
                <c:pt idx="0">
                  <c:v>1.0876219</c:v>
                </c:pt>
                <c:pt idx="1">
                  <c:v>1.0882884</c:v>
                </c:pt>
                <c:pt idx="2">
                  <c:v>1.0882617</c:v>
                </c:pt>
                <c:pt idx="3">
                  <c:v>1.0882182</c:v>
                </c:pt>
                <c:pt idx="4">
                  <c:v>1.0879718</c:v>
                </c:pt>
                <c:pt idx="5">
                  <c:v>1.0877413</c:v>
                </c:pt>
                <c:pt idx="6">
                  <c:v>1.0876824</c:v>
                </c:pt>
                <c:pt idx="7">
                  <c:v>1.087424</c:v>
                </c:pt>
                <c:pt idx="8">
                  <c:v>1.0872419</c:v>
                </c:pt>
                <c:pt idx="9">
                  <c:v>1.0875859</c:v>
                </c:pt>
                <c:pt idx="10">
                  <c:v>1.086821</c:v>
                </c:pt>
                <c:pt idx="11">
                  <c:v>1.0865448</c:v>
                </c:pt>
                <c:pt idx="12">
                  <c:v>1.0863063</c:v>
                </c:pt>
                <c:pt idx="13">
                  <c:v>1.0860333</c:v>
                </c:pt>
                <c:pt idx="14">
                  <c:v>1.085827</c:v>
                </c:pt>
                <c:pt idx="15">
                  <c:v>1.0855186</c:v>
                </c:pt>
                <c:pt idx="16">
                  <c:v>1.0852987</c:v>
                </c:pt>
                <c:pt idx="17">
                  <c:v>1.085</c:v>
                </c:pt>
                <c:pt idx="18">
                  <c:v>1.0847286</c:v>
                </c:pt>
                <c:pt idx="19">
                  <c:v>1.0845964</c:v>
                </c:pt>
                <c:pt idx="20">
                  <c:v>1.0842886</c:v>
                </c:pt>
                <c:pt idx="21">
                  <c:v>1.0841459</c:v>
                </c:pt>
                <c:pt idx="22">
                  <c:v>1.0838283</c:v>
                </c:pt>
                <c:pt idx="23">
                  <c:v>1.0836641</c:v>
                </c:pt>
                <c:pt idx="24">
                  <c:v>1.0833495</c:v>
                </c:pt>
                <c:pt idx="25">
                  <c:v>1.083097</c:v>
                </c:pt>
                <c:pt idx="26">
                  <c:v>1.082845</c:v>
                </c:pt>
                <c:pt idx="27">
                  <c:v>1.0825275</c:v>
                </c:pt>
                <c:pt idx="28">
                  <c:v>1.0822452</c:v>
                </c:pt>
                <c:pt idx="29">
                  <c:v>1.0819975</c:v>
                </c:pt>
                <c:pt idx="30">
                  <c:v>1.0816679</c:v>
                </c:pt>
                <c:pt idx="31">
                  <c:v>1.0814627</c:v>
                </c:pt>
                <c:pt idx="32">
                  <c:v>1.0812519</c:v>
                </c:pt>
                <c:pt idx="33">
                  <c:v>1.081267</c:v>
                </c:pt>
                <c:pt idx="34">
                  <c:v>1.0806407</c:v>
                </c:pt>
                <c:pt idx="35">
                  <c:v>1.0802526</c:v>
                </c:pt>
                <c:pt idx="36">
                  <c:v>1.0798665</c:v>
                </c:pt>
                <c:pt idx="37">
                  <c:v>1.0799667</c:v>
                </c:pt>
                <c:pt idx="38">
                  <c:v>1.0794281</c:v>
                </c:pt>
                <c:pt idx="39">
                  <c:v>1.0796978</c:v>
                </c:pt>
                <c:pt idx="40">
                  <c:v>1.078549</c:v>
                </c:pt>
                <c:pt idx="41">
                  <c:v>1.0780566</c:v>
                </c:pt>
                <c:pt idx="42">
                  <c:v>1.0780666</c:v>
                </c:pt>
                <c:pt idx="43">
                  <c:v>1.0774198</c:v>
                </c:pt>
                <c:pt idx="44">
                  <c:v>1.0774868</c:v>
                </c:pt>
                <c:pt idx="45">
                  <c:v>1.0767807</c:v>
                </c:pt>
                <c:pt idx="46">
                  <c:v>1.0760896</c:v>
                </c:pt>
                <c:pt idx="47">
                  <c:v>1.0757679</c:v>
                </c:pt>
                <c:pt idx="48">
                  <c:v>1.0754821</c:v>
                </c:pt>
                <c:pt idx="49">
                  <c:v>1.0750165</c:v>
                </c:pt>
                <c:pt idx="50">
                  <c:v>1.0747731</c:v>
                </c:pt>
                <c:pt idx="51">
                  <c:v>1.073797</c:v>
                </c:pt>
                <c:pt idx="52">
                  <c:v>1.0731804</c:v>
                </c:pt>
                <c:pt idx="53">
                  <c:v>1.0727938</c:v>
                </c:pt>
                <c:pt idx="54">
                  <c:v>1.0719578</c:v>
                </c:pt>
                <c:pt idx="55">
                  <c:v>1.0720055</c:v>
                </c:pt>
                <c:pt idx="56">
                  <c:v>1.0709324</c:v>
                </c:pt>
                <c:pt idx="57">
                  <c:v>1.0701513</c:v>
                </c:pt>
                <c:pt idx="58">
                  <c:v>1.0694475</c:v>
                </c:pt>
                <c:pt idx="59">
                  <c:v>1.0686125</c:v>
                </c:pt>
                <c:pt idx="60">
                  <c:v>1.0680629</c:v>
                </c:pt>
                <c:pt idx="61">
                  <c:v>1.0675315</c:v>
                </c:pt>
                <c:pt idx="62">
                  <c:v>1.0663294</c:v>
                </c:pt>
                <c:pt idx="63">
                  <c:v>1.0654796</c:v>
                </c:pt>
                <c:pt idx="64">
                  <c:v>1.0660485</c:v>
                </c:pt>
                <c:pt idx="65">
                  <c:v>1.0653312</c:v>
                </c:pt>
                <c:pt idx="66">
                  <c:v>1.0649152</c:v>
                </c:pt>
                <c:pt idx="67">
                  <c:v>1.0634972</c:v>
                </c:pt>
                <c:pt idx="68">
                  <c:v>1.0621063</c:v>
                </c:pt>
                <c:pt idx="69">
                  <c:v>1.0610855</c:v>
                </c:pt>
                <c:pt idx="70">
                  <c:v>1.0600433</c:v>
                </c:pt>
                <c:pt idx="71">
                  <c:v>1.0591781</c:v>
                </c:pt>
                <c:pt idx="72">
                  <c:v>1.05764</c:v>
                </c:pt>
                <c:pt idx="73">
                  <c:v>1.0559655</c:v>
                </c:pt>
                <c:pt idx="74">
                  <c:v>1.0547086</c:v>
                </c:pt>
                <c:pt idx="75">
                  <c:v>1.0537983</c:v>
                </c:pt>
                <c:pt idx="76">
                  <c:v>1.0517919</c:v>
                </c:pt>
                <c:pt idx="77">
                  <c:v>1.0510881</c:v>
                </c:pt>
                <c:pt idx="78">
                  <c:v>1.0487077</c:v>
                </c:pt>
                <c:pt idx="79">
                  <c:v>1.0466391</c:v>
                </c:pt>
                <c:pt idx="80">
                  <c:v>1.0451493</c:v>
                </c:pt>
                <c:pt idx="81">
                  <c:v>1.0429282</c:v>
                </c:pt>
                <c:pt idx="82">
                  <c:v>1.041401</c:v>
                </c:pt>
                <c:pt idx="83">
                  <c:v>1.0395725</c:v>
                </c:pt>
                <c:pt idx="84">
                  <c:v>1.0359067</c:v>
                </c:pt>
                <c:pt idx="85">
                  <c:v>1.0338473</c:v>
                </c:pt>
                <c:pt idx="86">
                  <c:v>1.0314648</c:v>
                </c:pt>
                <c:pt idx="87">
                  <c:v>1.0285163</c:v>
                </c:pt>
                <c:pt idx="88">
                  <c:v>1.0262475</c:v>
                </c:pt>
                <c:pt idx="89">
                  <c:v>1.022944</c:v>
                </c:pt>
                <c:pt idx="90">
                  <c:v>1.0188038</c:v>
                </c:pt>
                <c:pt idx="91">
                  <c:v>1.0155004</c:v>
                </c:pt>
                <c:pt idx="92">
                  <c:v>1.0117092</c:v>
                </c:pt>
                <c:pt idx="93">
                  <c:v>1.0084951</c:v>
                </c:pt>
                <c:pt idx="94">
                  <c:v>1.0051203</c:v>
                </c:pt>
                <c:pt idx="95">
                  <c:v>1.0005887</c:v>
                </c:pt>
                <c:pt idx="96">
                  <c:v>0.99394739</c:v>
                </c:pt>
                <c:pt idx="97">
                  <c:v>0.98949105</c:v>
                </c:pt>
                <c:pt idx="98">
                  <c:v>0.98500621</c:v>
                </c:pt>
                <c:pt idx="99">
                  <c:v>0.98108143</c:v>
                </c:pt>
                <c:pt idx="100">
                  <c:v>0.97666657</c:v>
                </c:pt>
                <c:pt idx="101">
                  <c:v>0.97168159</c:v>
                </c:pt>
                <c:pt idx="102">
                  <c:v>0.96659487</c:v>
                </c:pt>
                <c:pt idx="103">
                  <c:v>0.96084672</c:v>
                </c:pt>
                <c:pt idx="104">
                  <c:v>0.95580924</c:v>
                </c:pt>
                <c:pt idx="105">
                  <c:v>0.95081908</c:v>
                </c:pt>
                <c:pt idx="106">
                  <c:v>0.94540209</c:v>
                </c:pt>
                <c:pt idx="107">
                  <c:v>0.9400931</c:v>
                </c:pt>
                <c:pt idx="108">
                  <c:v>0.93478572</c:v>
                </c:pt>
                <c:pt idx="109">
                  <c:v>0.92855477</c:v>
                </c:pt>
                <c:pt idx="110">
                  <c:v>0.92373478</c:v>
                </c:pt>
                <c:pt idx="111">
                  <c:v>0.91859627</c:v>
                </c:pt>
                <c:pt idx="112">
                  <c:v>0.91359586</c:v>
                </c:pt>
                <c:pt idx="113">
                  <c:v>0.9081471</c:v>
                </c:pt>
                <c:pt idx="114">
                  <c:v>0.90270102</c:v>
                </c:pt>
                <c:pt idx="115">
                  <c:v>0.89634937</c:v>
                </c:pt>
                <c:pt idx="116">
                  <c:v>0.89122206</c:v>
                </c:pt>
                <c:pt idx="117">
                  <c:v>0.88578218</c:v>
                </c:pt>
                <c:pt idx="118">
                  <c:v>0.88048309</c:v>
                </c:pt>
              </c:numCache>
            </c:numRef>
          </c:yVal>
        </c:ser>
        <c:ser>
          <c:idx val="40"/>
          <c:order val="40"/>
          <c:tx>
            <c:v>Batch1_cell_045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Data'!$CC$2:$CC$120</c:f>
              <c:numCache>
                <c:formatCode>General</c:formatCode>
                <c:ptCount val="119"/>
                <c:pt idx="0">
                  <c:v>6</c:v>
                </c:pt>
                <c:pt idx="1">
                  <c:v>11</c:v>
                </c:pt>
                <c:pt idx="2">
                  <c:v>16</c:v>
                </c:pt>
                <c:pt idx="3">
                  <c:v>21</c:v>
                </c:pt>
                <c:pt idx="4">
                  <c:v>26</c:v>
                </c:pt>
                <c:pt idx="5">
                  <c:v>31</c:v>
                </c:pt>
                <c:pt idx="6">
                  <c:v>36</c:v>
                </c:pt>
                <c:pt idx="7">
                  <c:v>41</c:v>
                </c:pt>
                <c:pt idx="8">
                  <c:v>46</c:v>
                </c:pt>
                <c:pt idx="9">
                  <c:v>51</c:v>
                </c:pt>
                <c:pt idx="10">
                  <c:v>56</c:v>
                </c:pt>
                <c:pt idx="11">
                  <c:v>61</c:v>
                </c:pt>
                <c:pt idx="12">
                  <c:v>66</c:v>
                </c:pt>
                <c:pt idx="13">
                  <c:v>71</c:v>
                </c:pt>
                <c:pt idx="14">
                  <c:v>76</c:v>
                </c:pt>
                <c:pt idx="15">
                  <c:v>81</c:v>
                </c:pt>
                <c:pt idx="16">
                  <c:v>86</c:v>
                </c:pt>
                <c:pt idx="17">
                  <c:v>91</c:v>
                </c:pt>
                <c:pt idx="18">
                  <c:v>96</c:v>
                </c:pt>
                <c:pt idx="19">
                  <c:v>101</c:v>
                </c:pt>
                <c:pt idx="20">
                  <c:v>106</c:v>
                </c:pt>
                <c:pt idx="21">
                  <c:v>111</c:v>
                </c:pt>
                <c:pt idx="22">
                  <c:v>116</c:v>
                </c:pt>
                <c:pt idx="23">
                  <c:v>121</c:v>
                </c:pt>
                <c:pt idx="24">
                  <c:v>126</c:v>
                </c:pt>
                <c:pt idx="25">
                  <c:v>131</c:v>
                </c:pt>
                <c:pt idx="26">
                  <c:v>136</c:v>
                </c:pt>
                <c:pt idx="27">
                  <c:v>141</c:v>
                </c:pt>
                <c:pt idx="28">
                  <c:v>146</c:v>
                </c:pt>
                <c:pt idx="29">
                  <c:v>152</c:v>
                </c:pt>
                <c:pt idx="30">
                  <c:v>157</c:v>
                </c:pt>
                <c:pt idx="31">
                  <c:v>162</c:v>
                </c:pt>
                <c:pt idx="32">
                  <c:v>167</c:v>
                </c:pt>
                <c:pt idx="33">
                  <c:v>172</c:v>
                </c:pt>
                <c:pt idx="34">
                  <c:v>177</c:v>
                </c:pt>
                <c:pt idx="35">
                  <c:v>182</c:v>
                </c:pt>
                <c:pt idx="36">
                  <c:v>187</c:v>
                </c:pt>
                <c:pt idx="37">
                  <c:v>192</c:v>
                </c:pt>
                <c:pt idx="38">
                  <c:v>197</c:v>
                </c:pt>
                <c:pt idx="39">
                  <c:v>202</c:v>
                </c:pt>
                <c:pt idx="40">
                  <c:v>207</c:v>
                </c:pt>
                <c:pt idx="41">
                  <c:v>212</c:v>
                </c:pt>
                <c:pt idx="42">
                  <c:v>217</c:v>
                </c:pt>
                <c:pt idx="43">
                  <c:v>222</c:v>
                </c:pt>
                <c:pt idx="44">
                  <c:v>227</c:v>
                </c:pt>
                <c:pt idx="45">
                  <c:v>232</c:v>
                </c:pt>
                <c:pt idx="46">
                  <c:v>237</c:v>
                </c:pt>
                <c:pt idx="47">
                  <c:v>242</c:v>
                </c:pt>
                <c:pt idx="48">
                  <c:v>247</c:v>
                </c:pt>
                <c:pt idx="49">
                  <c:v>252</c:v>
                </c:pt>
                <c:pt idx="50">
                  <c:v>257</c:v>
                </c:pt>
                <c:pt idx="51">
                  <c:v>262</c:v>
                </c:pt>
                <c:pt idx="52">
                  <c:v>267</c:v>
                </c:pt>
                <c:pt idx="53">
                  <c:v>272</c:v>
                </c:pt>
                <c:pt idx="54">
                  <c:v>277</c:v>
                </c:pt>
                <c:pt idx="55">
                  <c:v>282</c:v>
                </c:pt>
                <c:pt idx="56">
                  <c:v>287</c:v>
                </c:pt>
                <c:pt idx="57">
                  <c:v>292</c:v>
                </c:pt>
                <c:pt idx="58">
                  <c:v>297</c:v>
                </c:pt>
                <c:pt idx="59">
                  <c:v>302</c:v>
                </c:pt>
                <c:pt idx="60">
                  <c:v>307</c:v>
                </c:pt>
                <c:pt idx="61">
                  <c:v>312</c:v>
                </c:pt>
                <c:pt idx="62">
                  <c:v>317</c:v>
                </c:pt>
                <c:pt idx="63">
                  <c:v>322</c:v>
                </c:pt>
                <c:pt idx="64">
                  <c:v>327</c:v>
                </c:pt>
                <c:pt idx="65">
                  <c:v>332</c:v>
                </c:pt>
                <c:pt idx="66">
                  <c:v>337</c:v>
                </c:pt>
                <c:pt idx="67">
                  <c:v>342</c:v>
                </c:pt>
                <c:pt idx="68">
                  <c:v>347</c:v>
                </c:pt>
                <c:pt idx="69">
                  <c:v>352</c:v>
                </c:pt>
                <c:pt idx="70">
                  <c:v>357</c:v>
                </c:pt>
                <c:pt idx="71">
                  <c:v>362</c:v>
                </c:pt>
                <c:pt idx="72">
                  <c:v>367</c:v>
                </c:pt>
                <c:pt idx="73">
                  <c:v>372</c:v>
                </c:pt>
                <c:pt idx="74">
                  <c:v>377</c:v>
                </c:pt>
                <c:pt idx="75">
                  <c:v>382</c:v>
                </c:pt>
                <c:pt idx="76">
                  <c:v>387</c:v>
                </c:pt>
                <c:pt idx="77">
                  <c:v>392</c:v>
                </c:pt>
                <c:pt idx="78">
                  <c:v>397</c:v>
                </c:pt>
                <c:pt idx="79">
                  <c:v>402</c:v>
                </c:pt>
                <c:pt idx="80">
                  <c:v>407</c:v>
                </c:pt>
                <c:pt idx="81">
                  <c:v>412</c:v>
                </c:pt>
                <c:pt idx="82">
                  <c:v>417</c:v>
                </c:pt>
                <c:pt idx="83">
                  <c:v>422</c:v>
                </c:pt>
                <c:pt idx="84">
                  <c:v>427</c:v>
                </c:pt>
                <c:pt idx="85">
                  <c:v>432</c:v>
                </c:pt>
                <c:pt idx="86">
                  <c:v>437</c:v>
                </c:pt>
                <c:pt idx="87">
                  <c:v>442</c:v>
                </c:pt>
                <c:pt idx="88">
                  <c:v>447</c:v>
                </c:pt>
                <c:pt idx="89">
                  <c:v>453</c:v>
                </c:pt>
                <c:pt idx="90">
                  <c:v>458</c:v>
                </c:pt>
                <c:pt idx="91">
                  <c:v>463</c:v>
                </c:pt>
                <c:pt idx="92">
                  <c:v>468</c:v>
                </c:pt>
                <c:pt idx="93">
                  <c:v>473</c:v>
                </c:pt>
                <c:pt idx="94">
                  <c:v>478</c:v>
                </c:pt>
                <c:pt idx="95">
                  <c:v>483</c:v>
                </c:pt>
                <c:pt idx="96">
                  <c:v>488</c:v>
                </c:pt>
                <c:pt idx="97">
                  <c:v>493</c:v>
                </c:pt>
                <c:pt idx="98">
                  <c:v>498</c:v>
                </c:pt>
                <c:pt idx="99">
                  <c:v>503</c:v>
                </c:pt>
                <c:pt idx="100">
                  <c:v>508</c:v>
                </c:pt>
                <c:pt idx="101">
                  <c:v>513</c:v>
                </c:pt>
                <c:pt idx="102">
                  <c:v>518</c:v>
                </c:pt>
                <c:pt idx="103">
                  <c:v>523</c:v>
                </c:pt>
                <c:pt idx="104">
                  <c:v>528</c:v>
                </c:pt>
                <c:pt idx="105">
                  <c:v>533</c:v>
                </c:pt>
                <c:pt idx="106">
                  <c:v>538</c:v>
                </c:pt>
                <c:pt idx="107">
                  <c:v>543</c:v>
                </c:pt>
                <c:pt idx="108">
                  <c:v>548</c:v>
                </c:pt>
                <c:pt idx="109">
                  <c:v>553</c:v>
                </c:pt>
                <c:pt idx="110">
                  <c:v>558</c:v>
                </c:pt>
                <c:pt idx="111">
                  <c:v>563</c:v>
                </c:pt>
                <c:pt idx="112">
                  <c:v>568</c:v>
                </c:pt>
                <c:pt idx="113">
                  <c:v>573</c:v>
                </c:pt>
                <c:pt idx="114">
                  <c:v>578</c:v>
                </c:pt>
                <c:pt idx="115">
                  <c:v>583</c:v>
                </c:pt>
                <c:pt idx="116">
                  <c:v>588</c:v>
                </c:pt>
                <c:pt idx="117">
                  <c:v>593</c:v>
                </c:pt>
                <c:pt idx="118">
                  <c:v>598</c:v>
                </c:pt>
              </c:numCache>
            </c:numRef>
          </c:xVal>
          <c:yVal>
            <c:numRef>
              <c:f>'Chart Data'!$CD$2:$CD$120</c:f>
              <c:numCache>
                <c:formatCode>General</c:formatCode>
                <c:ptCount val="119"/>
                <c:pt idx="0">
                  <c:v>1.0867909</c:v>
                </c:pt>
                <c:pt idx="1">
                  <c:v>1.0876058</c:v>
                </c:pt>
                <c:pt idx="2">
                  <c:v>1.0878078</c:v>
                </c:pt>
                <c:pt idx="3">
                  <c:v>1.0878397</c:v>
                </c:pt>
                <c:pt idx="4">
                  <c:v>1.0878065</c:v>
                </c:pt>
                <c:pt idx="5">
                  <c:v>1.0878482</c:v>
                </c:pt>
                <c:pt idx="6">
                  <c:v>1.087815</c:v>
                </c:pt>
                <c:pt idx="7">
                  <c:v>1.0876633</c:v>
                </c:pt>
                <c:pt idx="8">
                  <c:v>1.0875835</c:v>
                </c:pt>
                <c:pt idx="9">
                  <c:v>1.0876616</c:v>
                </c:pt>
                <c:pt idx="10">
                  <c:v>1.0883518</c:v>
                </c:pt>
                <c:pt idx="11">
                  <c:v>1.0872722</c:v>
                </c:pt>
                <c:pt idx="12">
                  <c:v>1.087115</c:v>
                </c:pt>
                <c:pt idx="13">
                  <c:v>1.0869143</c:v>
                </c:pt>
                <c:pt idx="14">
                  <c:v>1.0867325</c:v>
                </c:pt>
                <c:pt idx="15">
                  <c:v>1.0865706</c:v>
                </c:pt>
                <c:pt idx="16">
                  <c:v>1.0863733</c:v>
                </c:pt>
                <c:pt idx="17">
                  <c:v>1.0861861</c:v>
                </c:pt>
                <c:pt idx="18">
                  <c:v>1.0860083</c:v>
                </c:pt>
                <c:pt idx="19">
                  <c:v>1.085796</c:v>
                </c:pt>
                <c:pt idx="20">
                  <c:v>1.085562</c:v>
                </c:pt>
                <c:pt idx="21">
                  <c:v>1.08538</c:v>
                </c:pt>
                <c:pt idx="22">
                  <c:v>1.0851774</c:v>
                </c:pt>
                <c:pt idx="23">
                  <c:v>1.0849775</c:v>
                </c:pt>
                <c:pt idx="24">
                  <c:v>1.0847656</c:v>
                </c:pt>
                <c:pt idx="25">
                  <c:v>1.0844659</c:v>
                </c:pt>
                <c:pt idx="26">
                  <c:v>1.0841843</c:v>
                </c:pt>
                <c:pt idx="27">
                  <c:v>1.0839609</c:v>
                </c:pt>
                <c:pt idx="28">
                  <c:v>1.0836375</c:v>
                </c:pt>
                <c:pt idx="29">
                  <c:v>1.0833486</c:v>
                </c:pt>
                <c:pt idx="30">
                  <c:v>1.0831156</c:v>
                </c:pt>
                <c:pt idx="31">
                  <c:v>1.0827664</c:v>
                </c:pt>
                <c:pt idx="32">
                  <c:v>1.0825887</c:v>
                </c:pt>
                <c:pt idx="33">
                  <c:v>1.0822695</c:v>
                </c:pt>
                <c:pt idx="34">
                  <c:v>1.0823858</c:v>
                </c:pt>
                <c:pt idx="35">
                  <c:v>1.0819931</c:v>
                </c:pt>
                <c:pt idx="36">
                  <c:v>1.081297</c:v>
                </c:pt>
                <c:pt idx="37">
                  <c:v>1.0809373</c:v>
                </c:pt>
                <c:pt idx="38">
                  <c:v>1.0810753</c:v>
                </c:pt>
                <c:pt idx="39">
                  <c:v>1.0803208</c:v>
                </c:pt>
                <c:pt idx="40">
                  <c:v>1.0806932</c:v>
                </c:pt>
                <c:pt idx="41">
                  <c:v>1.0798167</c:v>
                </c:pt>
                <c:pt idx="42">
                  <c:v>1.0792363</c:v>
                </c:pt>
                <c:pt idx="43">
                  <c:v>1.0789324</c:v>
                </c:pt>
                <c:pt idx="44">
                  <c:v>1.0788175</c:v>
                </c:pt>
                <c:pt idx="45">
                  <c:v>1.0781863</c:v>
                </c:pt>
                <c:pt idx="46">
                  <c:v>1.0780963</c:v>
                </c:pt>
                <c:pt idx="47">
                  <c:v>1.077233</c:v>
                </c:pt>
                <c:pt idx="48">
                  <c:v>1.0767841</c:v>
                </c:pt>
                <c:pt idx="49">
                  <c:v>1.0765849</c:v>
                </c:pt>
                <c:pt idx="50">
                  <c:v>1.0759649</c:v>
                </c:pt>
                <c:pt idx="51">
                  <c:v>1.0759021</c:v>
                </c:pt>
                <c:pt idx="52">
                  <c:v>1.0753832</c:v>
                </c:pt>
                <c:pt idx="53">
                  <c:v>1.0743695</c:v>
                </c:pt>
                <c:pt idx="54">
                  <c:v>1.0738244</c:v>
                </c:pt>
                <c:pt idx="55">
                  <c:v>1.0735964</c:v>
                </c:pt>
                <c:pt idx="56">
                  <c:v>1.0727055</c:v>
                </c:pt>
                <c:pt idx="57">
                  <c:v>1.0728219</c:v>
                </c:pt>
                <c:pt idx="58">
                  <c:v>1.0715779</c:v>
                </c:pt>
                <c:pt idx="59">
                  <c:v>1.0708861</c:v>
                </c:pt>
                <c:pt idx="60">
                  <c:v>1.0701848</c:v>
                </c:pt>
                <c:pt idx="61">
                  <c:v>1.0695179</c:v>
                </c:pt>
                <c:pt idx="62">
                  <c:v>1.0686677</c:v>
                </c:pt>
                <c:pt idx="63">
                  <c:v>1.0684181</c:v>
                </c:pt>
                <c:pt idx="64">
                  <c:v>1.0671188</c:v>
                </c:pt>
                <c:pt idx="65">
                  <c:v>1.0662539</c:v>
                </c:pt>
                <c:pt idx="66">
                  <c:v>1.0668573</c:v>
                </c:pt>
                <c:pt idx="67">
                  <c:v>1.0659937</c:v>
                </c:pt>
                <c:pt idx="68">
                  <c:v>1.0662661</c:v>
                </c:pt>
                <c:pt idx="69">
                  <c:v>1.0652992</c:v>
                </c:pt>
                <c:pt idx="70">
                  <c:v>1.0632619</c:v>
                </c:pt>
                <c:pt idx="71">
                  <c:v>1.0621932</c:v>
                </c:pt>
                <c:pt idx="72">
                  <c:v>1.0613149</c:v>
                </c:pt>
                <c:pt idx="73">
                  <c:v>1.0600612</c:v>
                </c:pt>
                <c:pt idx="74">
                  <c:v>1.0595509</c:v>
                </c:pt>
                <c:pt idx="75">
                  <c:v>1.0579544</c:v>
                </c:pt>
                <c:pt idx="76">
                  <c:v>1.0562017</c:v>
                </c:pt>
                <c:pt idx="77">
                  <c:v>1.0548121</c:v>
                </c:pt>
                <c:pt idx="78">
                  <c:v>1.0533561</c:v>
                </c:pt>
                <c:pt idx="79">
                  <c:v>1.0522593</c:v>
                </c:pt>
                <c:pt idx="80">
                  <c:v>1.0512177</c:v>
                </c:pt>
                <c:pt idx="81">
                  <c:v>1.0488061</c:v>
                </c:pt>
                <c:pt idx="82">
                  <c:v>1.0466115</c:v>
                </c:pt>
                <c:pt idx="83">
                  <c:v>1.0450461</c:v>
                </c:pt>
                <c:pt idx="84">
                  <c:v>1.0431005</c:v>
                </c:pt>
                <c:pt idx="85">
                  <c:v>1.0416064</c:v>
                </c:pt>
                <c:pt idx="86">
                  <c:v>1.0393873</c:v>
                </c:pt>
                <c:pt idx="87">
                  <c:v>1.0358025</c:v>
                </c:pt>
                <c:pt idx="88">
                  <c:v>1.0329324</c:v>
                </c:pt>
                <c:pt idx="89">
                  <c:v>1.0297301</c:v>
                </c:pt>
                <c:pt idx="90">
                  <c:v>1.0261408</c:v>
                </c:pt>
                <c:pt idx="91">
                  <c:v>1.0232053</c:v>
                </c:pt>
                <c:pt idx="92">
                  <c:v>1.0191904</c:v>
                </c:pt>
                <c:pt idx="93">
                  <c:v>1.0148997</c:v>
                </c:pt>
                <c:pt idx="94">
                  <c:v>1.0110869</c:v>
                </c:pt>
                <c:pt idx="95">
                  <c:v>1.0068707</c:v>
                </c:pt>
                <c:pt idx="96">
                  <c:v>1.0031313</c:v>
                </c:pt>
                <c:pt idx="97">
                  <c:v>0.99999291</c:v>
                </c:pt>
                <c:pt idx="98">
                  <c:v>0.99515665</c:v>
                </c:pt>
                <c:pt idx="99">
                  <c:v>0.99027473</c:v>
                </c:pt>
                <c:pt idx="100">
                  <c:v>0.98341745</c:v>
                </c:pt>
                <c:pt idx="101">
                  <c:v>0.97840649</c:v>
                </c:pt>
                <c:pt idx="102">
                  <c:v>0.97298902</c:v>
                </c:pt>
                <c:pt idx="103">
                  <c:v>0.96811521</c:v>
                </c:pt>
                <c:pt idx="104">
                  <c:v>0.9620778</c:v>
                </c:pt>
                <c:pt idx="105">
                  <c:v>0.95609999</c:v>
                </c:pt>
                <c:pt idx="106">
                  <c:v>0.95044965</c:v>
                </c:pt>
                <c:pt idx="107">
                  <c:v>0.94504476</c:v>
                </c:pt>
                <c:pt idx="108">
                  <c:v>0.93906236</c:v>
                </c:pt>
                <c:pt idx="109">
                  <c:v>0.93372411</c:v>
                </c:pt>
                <c:pt idx="110">
                  <c:v>0.92770541</c:v>
                </c:pt>
                <c:pt idx="111">
                  <c:v>0.92192143</c:v>
                </c:pt>
                <c:pt idx="112">
                  <c:v>0.91603482</c:v>
                </c:pt>
                <c:pt idx="113">
                  <c:v>0.91026366</c:v>
                </c:pt>
                <c:pt idx="114">
                  <c:v>0.90404356</c:v>
                </c:pt>
                <c:pt idx="115">
                  <c:v>0.89890724</c:v>
                </c:pt>
                <c:pt idx="116">
                  <c:v>0.89295757</c:v>
                </c:pt>
                <c:pt idx="117">
                  <c:v>0.8872447</c:v>
                </c:pt>
                <c:pt idx="118">
                  <c:v>0.88104212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23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5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초기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Batch1_cell_000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Data'!$A$2:$A$99</c:f>
              <c:numCache>
                <c:formatCode>General</c:formatCode>
                <c:ptCount val="9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58</c:v>
                </c:pt>
                <c:pt idx="56">
                  <c:v>59</c:v>
                </c:pt>
                <c:pt idx="57">
                  <c:v>60</c:v>
                </c:pt>
                <c:pt idx="58">
                  <c:v>61</c:v>
                </c:pt>
                <c:pt idx="59">
                  <c:v>62</c:v>
                </c:pt>
                <c:pt idx="60">
                  <c:v>63</c:v>
                </c:pt>
                <c:pt idx="61">
                  <c:v>64</c:v>
                </c:pt>
                <c:pt idx="62">
                  <c:v>65</c:v>
                </c:pt>
                <c:pt idx="63">
                  <c:v>66</c:v>
                </c:pt>
                <c:pt idx="64">
                  <c:v>67</c:v>
                </c:pt>
                <c:pt idx="65">
                  <c:v>68</c:v>
                </c:pt>
                <c:pt idx="66">
                  <c:v>69</c:v>
                </c:pt>
                <c:pt idx="67">
                  <c:v>70</c:v>
                </c:pt>
                <c:pt idx="68">
                  <c:v>71</c:v>
                </c:pt>
                <c:pt idx="69">
                  <c:v>72</c:v>
                </c:pt>
                <c:pt idx="70">
                  <c:v>73</c:v>
                </c:pt>
                <c:pt idx="71">
                  <c:v>74</c:v>
                </c:pt>
                <c:pt idx="72">
                  <c:v>75</c:v>
                </c:pt>
                <c:pt idx="73">
                  <c:v>76</c:v>
                </c:pt>
                <c:pt idx="74">
                  <c:v>77</c:v>
                </c:pt>
                <c:pt idx="75">
                  <c:v>78</c:v>
                </c:pt>
                <c:pt idx="76">
                  <c:v>79</c:v>
                </c:pt>
                <c:pt idx="77">
                  <c:v>80</c:v>
                </c:pt>
                <c:pt idx="78">
                  <c:v>81</c:v>
                </c:pt>
                <c:pt idx="79">
                  <c:v>82</c:v>
                </c:pt>
                <c:pt idx="80">
                  <c:v>83</c:v>
                </c:pt>
                <c:pt idx="81">
                  <c:v>84</c:v>
                </c:pt>
                <c:pt idx="82">
                  <c:v>85</c:v>
                </c:pt>
                <c:pt idx="83">
                  <c:v>86</c:v>
                </c:pt>
                <c:pt idx="84">
                  <c:v>87</c:v>
                </c:pt>
                <c:pt idx="85">
                  <c:v>88</c:v>
                </c:pt>
                <c:pt idx="86">
                  <c:v>89</c:v>
                </c:pt>
                <c:pt idx="87">
                  <c:v>90</c:v>
                </c:pt>
                <c:pt idx="88">
                  <c:v>91</c:v>
                </c:pt>
                <c:pt idx="89">
                  <c:v>92</c:v>
                </c:pt>
                <c:pt idx="90">
                  <c:v>93</c:v>
                </c:pt>
                <c:pt idx="91">
                  <c:v>94</c:v>
                </c:pt>
                <c:pt idx="92">
                  <c:v>95</c:v>
                </c:pt>
                <c:pt idx="93">
                  <c:v>96</c:v>
                </c:pt>
                <c:pt idx="94">
                  <c:v>97</c:v>
                </c:pt>
                <c:pt idx="95">
                  <c:v>98</c:v>
                </c:pt>
                <c:pt idx="96">
                  <c:v>99</c:v>
                </c:pt>
                <c:pt idx="97">
                  <c:v>100</c:v>
                </c:pt>
              </c:numCache>
            </c:numRef>
          </c:xVal>
          <c:yVal>
            <c:numRef>
              <c:f>'Chart Data'!$B$2:$B$99</c:f>
              <c:numCache>
                <c:formatCode>General</c:formatCode>
                <c:ptCount val="98"/>
                <c:pt idx="0">
                  <c:v>1.0706892</c:v>
                </c:pt>
                <c:pt idx="1">
                  <c:v>1.0719005</c:v>
                </c:pt>
                <c:pt idx="2">
                  <c:v>1.0725095</c:v>
                </c:pt>
                <c:pt idx="3">
                  <c:v>1.073174</c:v>
                </c:pt>
                <c:pt idx="4">
                  <c:v>1.0735761</c:v>
                </c:pt>
                <c:pt idx="5">
                  <c:v>1.0739917</c:v>
                </c:pt>
                <c:pt idx="6">
                  <c:v>1.0743741</c:v>
                </c:pt>
                <c:pt idx="7">
                  <c:v>1.0744922</c:v>
                </c:pt>
                <c:pt idx="8">
                  <c:v>1.0745373</c:v>
                </c:pt>
                <c:pt idx="9">
                  <c:v>1.0747814</c:v>
                </c:pt>
                <c:pt idx="10">
                  <c:v>1.0738269</c:v>
                </c:pt>
                <c:pt idx="11">
                  <c:v>1.0750562</c:v>
                </c:pt>
                <c:pt idx="12">
                  <c:v>1.0730921</c:v>
                </c:pt>
                <c:pt idx="13">
                  <c:v>1.0758405</c:v>
                </c:pt>
                <c:pt idx="14">
                  <c:v>1.072405</c:v>
                </c:pt>
                <c:pt idx="15">
                  <c:v>1.0761998</c:v>
                </c:pt>
                <c:pt idx="16">
                  <c:v>1.0761871</c:v>
                </c:pt>
                <c:pt idx="17">
                  <c:v>1.0764284</c:v>
                </c:pt>
                <c:pt idx="18">
                  <c:v>1.0765469</c:v>
                </c:pt>
                <c:pt idx="19">
                  <c:v>1.0766536</c:v>
                </c:pt>
                <c:pt idx="20">
                  <c:v>1.0766355</c:v>
                </c:pt>
                <c:pt idx="21">
                  <c:v>1.0754509</c:v>
                </c:pt>
                <c:pt idx="22">
                  <c:v>1.0766494</c:v>
                </c:pt>
                <c:pt idx="23">
                  <c:v>1.076545</c:v>
                </c:pt>
                <c:pt idx="24">
                  <c:v>1.0765674</c:v>
                </c:pt>
                <c:pt idx="25">
                  <c:v>1.0765301</c:v>
                </c:pt>
                <c:pt idx="26">
                  <c:v>1.0764797</c:v>
                </c:pt>
                <c:pt idx="27">
                  <c:v>1.0765879</c:v>
                </c:pt>
                <c:pt idx="28">
                  <c:v>1.0766202</c:v>
                </c:pt>
                <c:pt idx="29">
                  <c:v>1.0766256</c:v>
                </c:pt>
                <c:pt idx="30">
                  <c:v>1.0766001</c:v>
                </c:pt>
                <c:pt idx="31">
                  <c:v>1.0766319</c:v>
                </c:pt>
                <c:pt idx="32">
                  <c:v>1.0766066</c:v>
                </c:pt>
                <c:pt idx="33">
                  <c:v>1.076661</c:v>
                </c:pt>
                <c:pt idx="34">
                  <c:v>1.0766382</c:v>
                </c:pt>
                <c:pt idx="35">
                  <c:v>1.0766717</c:v>
                </c:pt>
                <c:pt idx="36">
                  <c:v>1.0766507</c:v>
                </c:pt>
                <c:pt idx="37">
                  <c:v>1.0767151</c:v>
                </c:pt>
                <c:pt idx="38">
                  <c:v>1.0766989</c:v>
                </c:pt>
                <c:pt idx="39">
                  <c:v>1.0766598</c:v>
                </c:pt>
                <c:pt idx="40">
                  <c:v>1.0766748</c:v>
                </c:pt>
                <c:pt idx="41">
                  <c:v>1.0768414</c:v>
                </c:pt>
                <c:pt idx="42">
                  <c:v>1.0766555</c:v>
                </c:pt>
                <c:pt idx="43">
                  <c:v>1.0766659</c:v>
                </c:pt>
                <c:pt idx="44">
                  <c:v>1.0766661</c:v>
                </c:pt>
                <c:pt idx="45">
                  <c:v>1.0743055</c:v>
                </c:pt>
                <c:pt idx="46">
                  <c:v>1.0768253</c:v>
                </c:pt>
                <c:pt idx="47">
                  <c:v>1.0767562</c:v>
                </c:pt>
                <c:pt idx="48">
                  <c:v>1.0767081</c:v>
                </c:pt>
                <c:pt idx="49">
                  <c:v>1.076677</c:v>
                </c:pt>
                <c:pt idx="50">
                  <c:v>1.0767009</c:v>
                </c:pt>
                <c:pt idx="51">
                  <c:v>1.076785</c:v>
                </c:pt>
                <c:pt idx="52">
                  <c:v>1.076645</c:v>
                </c:pt>
                <c:pt idx="53">
                  <c:v>1.0766542</c:v>
                </c:pt>
                <c:pt idx="54">
                  <c:v>1.0753976</c:v>
                </c:pt>
                <c:pt idx="55">
                  <c:v>1.0765858</c:v>
                </c:pt>
                <c:pt idx="56">
                  <c:v>1.0752628</c:v>
                </c:pt>
                <c:pt idx="57">
                  <c:v>1.0767044</c:v>
                </c:pt>
                <c:pt idx="58">
                  <c:v>1.0769024</c:v>
                </c:pt>
                <c:pt idx="59">
                  <c:v>1.0770562</c:v>
                </c:pt>
                <c:pt idx="60">
                  <c:v>1.0770824</c:v>
                </c:pt>
                <c:pt idx="61">
                  <c:v>1.0769807</c:v>
                </c:pt>
                <c:pt idx="62">
                  <c:v>1.0765196</c:v>
                </c:pt>
                <c:pt idx="63">
                  <c:v>1.0765632</c:v>
                </c:pt>
                <c:pt idx="64">
                  <c:v>1.0766724</c:v>
                </c:pt>
                <c:pt idx="65">
                  <c:v>1.0765343</c:v>
                </c:pt>
                <c:pt idx="66">
                  <c:v>1.0766476</c:v>
                </c:pt>
                <c:pt idx="67">
                  <c:v>1.0766002</c:v>
                </c:pt>
                <c:pt idx="68">
                  <c:v>1.0753345</c:v>
                </c:pt>
                <c:pt idx="69">
                  <c:v>1.0763972</c:v>
                </c:pt>
                <c:pt idx="70">
                  <c:v>1.07514</c:v>
                </c:pt>
                <c:pt idx="71">
                  <c:v>1.0763736</c:v>
                </c:pt>
                <c:pt idx="72">
                  <c:v>1.0762513</c:v>
                </c:pt>
                <c:pt idx="73">
                  <c:v>1.0763264</c:v>
                </c:pt>
                <c:pt idx="74">
                  <c:v>1.0762902</c:v>
                </c:pt>
                <c:pt idx="75">
                  <c:v>1.0763192</c:v>
                </c:pt>
                <c:pt idx="76">
                  <c:v>1.0762045</c:v>
                </c:pt>
                <c:pt idx="77">
                  <c:v>1.0762365</c:v>
                </c:pt>
                <c:pt idx="78">
                  <c:v>1.0762444</c:v>
                </c:pt>
                <c:pt idx="79">
                  <c:v>1.0761995</c:v>
                </c:pt>
                <c:pt idx="80">
                  <c:v>1.0761882</c:v>
                </c:pt>
                <c:pt idx="81">
                  <c:v>1.0762265</c:v>
                </c:pt>
                <c:pt idx="82">
                  <c:v>1.0763329</c:v>
                </c:pt>
                <c:pt idx="83">
                  <c:v>1.0760512</c:v>
                </c:pt>
                <c:pt idx="84">
                  <c:v>1.0762264</c:v>
                </c:pt>
                <c:pt idx="85">
                  <c:v>1.076053</c:v>
                </c:pt>
                <c:pt idx="86">
                  <c:v>1.0749464</c:v>
                </c:pt>
                <c:pt idx="87">
                  <c:v>1.0761249</c:v>
                </c:pt>
                <c:pt idx="88">
                  <c:v>1.0760405</c:v>
                </c:pt>
                <c:pt idx="89">
                  <c:v>1.0748079</c:v>
                </c:pt>
                <c:pt idx="90">
                  <c:v>1.0759902</c:v>
                </c:pt>
                <c:pt idx="91">
                  <c:v>1.0758985</c:v>
                </c:pt>
                <c:pt idx="92">
                  <c:v>1.0758245</c:v>
                </c:pt>
                <c:pt idx="93">
                  <c:v>1.0758753</c:v>
                </c:pt>
                <c:pt idx="94">
                  <c:v>1.0758419</c:v>
                </c:pt>
                <c:pt idx="95">
                  <c:v>1.0759112</c:v>
                </c:pt>
                <c:pt idx="96">
                  <c:v>1.0758784</c:v>
                </c:pt>
                <c:pt idx="97">
                  <c:v>1.0759126</c:v>
                </c:pt>
              </c:numCache>
            </c:numRef>
          </c:yVal>
        </c:ser>
        <c:ser>
          <c:idx val="1"/>
          <c:order val="1"/>
          <c:tx>
            <c:v>Batch1_cell_001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Data'!$D$2:$D$100</c:f>
              <c:numCache>
                <c:formatCode>General</c:formatCode>
                <c:ptCount val="99"/>
                <c:pt idx="0">
                  <c:v>1.0753012</c:v>
                </c:pt>
                <c:pt idx="1">
                  <c:v>1.0766124</c:v>
                </c:pt>
                <c:pt idx="2">
                  <c:v>1.0772982</c:v>
                </c:pt>
                <c:pt idx="3">
                  <c:v>1.0781505</c:v>
                </c:pt>
                <c:pt idx="4">
                  <c:v>1.078544</c:v>
                </c:pt>
                <c:pt idx="5">
                  <c:v>1.0789695</c:v>
                </c:pt>
                <c:pt idx="6">
                  <c:v>1.07938</c:v>
                </c:pt>
                <c:pt idx="7">
                  <c:v>1.0795895</c:v>
                </c:pt>
                <c:pt idx="8">
                  <c:v>1.0797766</c:v>
                </c:pt>
                <c:pt idx="9">
                  <c:v>1.0800153</c:v>
                </c:pt>
                <c:pt idx="10">
                  <c:v>1.0845895</c:v>
                </c:pt>
                <c:pt idx="11">
                  <c:v>1.0823009</c:v>
                </c:pt>
                <c:pt idx="12">
                  <c:v>1.0819396</c:v>
                </c:pt>
                <c:pt idx="13">
                  <c:v>1.0818352</c:v>
                </c:pt>
                <c:pt idx="14">
                  <c:v>1.0819743</c:v>
                </c:pt>
                <c:pt idx="15">
                  <c:v>1.0820032</c:v>
                </c:pt>
                <c:pt idx="16">
                  <c:v>1.0819749</c:v>
                </c:pt>
                <c:pt idx="17">
                  <c:v>1.0818729</c:v>
                </c:pt>
                <c:pt idx="18">
                  <c:v>1.0818582</c:v>
                </c:pt>
                <c:pt idx="19">
                  <c:v>1.0818721</c:v>
                </c:pt>
                <c:pt idx="20">
                  <c:v>1.0819227</c:v>
                </c:pt>
                <c:pt idx="21">
                  <c:v>1.0819179</c:v>
                </c:pt>
                <c:pt idx="22">
                  <c:v>1.0820436</c:v>
                </c:pt>
                <c:pt idx="23">
                  <c:v>1.0820177</c:v>
                </c:pt>
                <c:pt idx="24">
                  <c:v>1.0820863</c:v>
                </c:pt>
                <c:pt idx="25">
                  <c:v>1.0821023</c:v>
                </c:pt>
                <c:pt idx="26">
                  <c:v>1.0820186</c:v>
                </c:pt>
                <c:pt idx="27">
                  <c:v>1.0819744</c:v>
                </c:pt>
                <c:pt idx="28">
                  <c:v>1.081928</c:v>
                </c:pt>
                <c:pt idx="29">
                  <c:v>1.0819486</c:v>
                </c:pt>
                <c:pt idx="30">
                  <c:v>1.0819107</c:v>
                </c:pt>
                <c:pt idx="31">
                  <c:v>1.081911</c:v>
                </c:pt>
                <c:pt idx="32">
                  <c:v>1.0819156</c:v>
                </c:pt>
                <c:pt idx="33">
                  <c:v>1.0819073</c:v>
                </c:pt>
                <c:pt idx="34">
                  <c:v>1.0818235</c:v>
                </c:pt>
                <c:pt idx="35">
                  <c:v>1.0818033</c:v>
                </c:pt>
                <c:pt idx="36">
                  <c:v>1.081722</c:v>
                </c:pt>
                <c:pt idx="37">
                  <c:v>1.0817708</c:v>
                </c:pt>
                <c:pt idx="38">
                  <c:v>1.0817635</c:v>
                </c:pt>
                <c:pt idx="39">
                  <c:v>1.0818429</c:v>
                </c:pt>
                <c:pt idx="40">
                  <c:v>1.0818409</c:v>
                </c:pt>
                <c:pt idx="41">
                  <c:v>1.0818423</c:v>
                </c:pt>
                <c:pt idx="42">
                  <c:v>1.081903</c:v>
                </c:pt>
                <c:pt idx="43">
                  <c:v>1.0819272</c:v>
                </c:pt>
                <c:pt idx="44">
                  <c:v>1.0817856</c:v>
                </c:pt>
                <c:pt idx="45">
                  <c:v>1.0818145</c:v>
                </c:pt>
                <c:pt idx="46">
                  <c:v>1.0818409</c:v>
                </c:pt>
                <c:pt idx="47">
                  <c:v>1.0818337</c:v>
                </c:pt>
                <c:pt idx="48">
                  <c:v>1.0817146</c:v>
                </c:pt>
                <c:pt idx="49">
                  <c:v>1.0816857</c:v>
                </c:pt>
                <c:pt idx="50">
                  <c:v>1.0816711</c:v>
                </c:pt>
                <c:pt idx="51">
                  <c:v>1.0816325</c:v>
                </c:pt>
                <c:pt idx="52">
                  <c:v>1.0816261</c:v>
                </c:pt>
                <c:pt idx="53">
                  <c:v>1.0815685</c:v>
                </c:pt>
                <c:pt idx="54">
                  <c:v>1.0815827</c:v>
                </c:pt>
                <c:pt idx="55">
                  <c:v>1.0815943</c:v>
                </c:pt>
                <c:pt idx="56">
                  <c:v>1.0816603</c:v>
                </c:pt>
                <c:pt idx="57">
                  <c:v>1.0816344</c:v>
                </c:pt>
                <c:pt idx="58">
                  <c:v>1.0816207</c:v>
                </c:pt>
                <c:pt idx="59">
                  <c:v>1.0816126</c:v>
                </c:pt>
                <c:pt idx="60">
                  <c:v>1.0815406</c:v>
                </c:pt>
                <c:pt idx="61">
                  <c:v>1.0814815</c:v>
                </c:pt>
                <c:pt idx="62">
                  <c:v>1.0816796</c:v>
                </c:pt>
                <c:pt idx="63">
                  <c:v>1.0818805</c:v>
                </c:pt>
                <c:pt idx="64">
                  <c:v>1.0819483</c:v>
                </c:pt>
                <c:pt idx="65">
                  <c:v>1.0819383</c:v>
                </c:pt>
                <c:pt idx="66">
                  <c:v>1.0814322</c:v>
                </c:pt>
                <c:pt idx="67">
                  <c:v>1.0813652</c:v>
                </c:pt>
                <c:pt idx="68">
                  <c:v>1.0812522</c:v>
                </c:pt>
                <c:pt idx="69">
                  <c:v>1.081252</c:v>
                </c:pt>
                <c:pt idx="70">
                  <c:v>1.0813366</c:v>
                </c:pt>
                <c:pt idx="71">
                  <c:v>1.0813701</c:v>
                </c:pt>
                <c:pt idx="72">
                  <c:v>1.0813349</c:v>
                </c:pt>
                <c:pt idx="73">
                  <c:v>1.0813159</c:v>
                </c:pt>
                <c:pt idx="74">
                  <c:v>1.0813411</c:v>
                </c:pt>
                <c:pt idx="75">
                  <c:v>1.0812777</c:v>
                </c:pt>
                <c:pt idx="76">
                  <c:v>1.0812092</c:v>
                </c:pt>
                <c:pt idx="77">
                  <c:v>1.0811901</c:v>
                </c:pt>
                <c:pt idx="78">
                  <c:v>1.0811335</c:v>
                </c:pt>
                <c:pt idx="79">
                  <c:v>1.0810794</c:v>
                </c:pt>
                <c:pt idx="80">
                  <c:v>1.0810466</c:v>
                </c:pt>
                <c:pt idx="81">
                  <c:v>1.0809687</c:v>
                </c:pt>
                <c:pt idx="82">
                  <c:v>1.0809135</c:v>
                </c:pt>
                <c:pt idx="83">
                  <c:v>1.0809121</c:v>
                </c:pt>
                <c:pt idx="84">
                  <c:v>1.0808662</c:v>
                </c:pt>
                <c:pt idx="85">
                  <c:v>1.0808834</c:v>
                </c:pt>
                <c:pt idx="86">
                  <c:v>1.080853</c:v>
                </c:pt>
                <c:pt idx="87">
                  <c:v>1.0809195</c:v>
                </c:pt>
                <c:pt idx="88">
                  <c:v>1.0809104</c:v>
                </c:pt>
                <c:pt idx="89">
                  <c:v>1.0809323</c:v>
                </c:pt>
                <c:pt idx="90">
                  <c:v>1.0810022</c:v>
                </c:pt>
                <c:pt idx="91">
                  <c:v>1.0809057</c:v>
                </c:pt>
                <c:pt idx="92">
                  <c:v>1.0809215</c:v>
                </c:pt>
                <c:pt idx="93">
                  <c:v>1.0809017</c:v>
                </c:pt>
                <c:pt idx="94">
                  <c:v>1.0808159</c:v>
                </c:pt>
                <c:pt idx="95">
                  <c:v>1.0807959</c:v>
                </c:pt>
                <c:pt idx="96">
                  <c:v>1.0806749</c:v>
                </c:pt>
                <c:pt idx="97">
                  <c:v>1.0806487</c:v>
                </c:pt>
                <c:pt idx="98">
                  <c:v>1.0806297</c:v>
                </c:pt>
              </c:numCache>
            </c:numRef>
          </c:yVal>
        </c:ser>
        <c:ser>
          <c:idx val="2"/>
          <c:order val="2"/>
          <c:tx>
            <c:v>Batch1_cell_002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Data'!$F$2:$F$100</c:f>
              <c:numCache>
                <c:formatCode>General</c:formatCode>
                <c:ptCount val="99"/>
                <c:pt idx="0">
                  <c:v>1.0799223</c:v>
                </c:pt>
                <c:pt idx="1">
                  <c:v>1.0813154</c:v>
                </c:pt>
                <c:pt idx="2">
                  <c:v>1.082234</c:v>
                </c:pt>
                <c:pt idx="3">
                  <c:v>1.0827312</c:v>
                </c:pt>
                <c:pt idx="4">
                  <c:v>1.0830303</c:v>
                </c:pt>
                <c:pt idx="5">
                  <c:v>1.0833386</c:v>
                </c:pt>
                <c:pt idx="6">
                  <c:v>1.083684</c:v>
                </c:pt>
                <c:pt idx="7">
                  <c:v>1.0837147</c:v>
                </c:pt>
                <c:pt idx="8">
                  <c:v>1.0837817</c:v>
                </c:pt>
                <c:pt idx="9">
                  <c:v>1.0839587</c:v>
                </c:pt>
                <c:pt idx="10">
                  <c:v>1.0880535</c:v>
                </c:pt>
                <c:pt idx="11">
                  <c:v>1.0858102</c:v>
                </c:pt>
                <c:pt idx="12">
                  <c:v>1.0857648</c:v>
                </c:pt>
                <c:pt idx="13">
                  <c:v>1.0855526</c:v>
                </c:pt>
                <c:pt idx="14">
                  <c:v>1.0855418</c:v>
                </c:pt>
                <c:pt idx="15">
                  <c:v>1.085543</c:v>
                </c:pt>
                <c:pt idx="16">
                  <c:v>1.0856423</c:v>
                </c:pt>
                <c:pt idx="17">
                  <c:v>1.0855848</c:v>
                </c:pt>
                <c:pt idx="18">
                  <c:v>1.0855571</c:v>
                </c:pt>
                <c:pt idx="19">
                  <c:v>1.0855353</c:v>
                </c:pt>
                <c:pt idx="20">
                  <c:v>1.0855669</c:v>
                </c:pt>
                <c:pt idx="21">
                  <c:v>1.0855838</c:v>
                </c:pt>
                <c:pt idx="22">
                  <c:v>1.0857264</c:v>
                </c:pt>
                <c:pt idx="23">
                  <c:v>1.0858061</c:v>
                </c:pt>
                <c:pt idx="24">
                  <c:v>1.0858525</c:v>
                </c:pt>
                <c:pt idx="25">
                  <c:v>1.0858128</c:v>
                </c:pt>
                <c:pt idx="26">
                  <c:v>1.0857804</c:v>
                </c:pt>
                <c:pt idx="27">
                  <c:v>1.0857626</c:v>
                </c:pt>
                <c:pt idx="28">
                  <c:v>1.0857949</c:v>
                </c:pt>
                <c:pt idx="29">
                  <c:v>1.0858704</c:v>
                </c:pt>
                <c:pt idx="30">
                  <c:v>1.0857939</c:v>
                </c:pt>
                <c:pt idx="31">
                  <c:v>1.0858334</c:v>
                </c:pt>
                <c:pt idx="32">
                  <c:v>1.0858121</c:v>
                </c:pt>
                <c:pt idx="33">
                  <c:v>1.085746</c:v>
                </c:pt>
                <c:pt idx="34">
                  <c:v>1.0857704</c:v>
                </c:pt>
                <c:pt idx="35">
                  <c:v>1.0857365</c:v>
                </c:pt>
                <c:pt idx="36">
                  <c:v>1.0857095</c:v>
                </c:pt>
                <c:pt idx="37">
                  <c:v>1.0857694</c:v>
                </c:pt>
                <c:pt idx="38">
                  <c:v>1.0857872</c:v>
                </c:pt>
                <c:pt idx="39">
                  <c:v>1.0858465</c:v>
                </c:pt>
                <c:pt idx="40">
                  <c:v>1.0858839</c:v>
                </c:pt>
                <c:pt idx="41">
                  <c:v>1.0858977</c:v>
                </c:pt>
                <c:pt idx="42">
                  <c:v>1.0859399</c:v>
                </c:pt>
                <c:pt idx="43">
                  <c:v>1.0860239</c:v>
                </c:pt>
                <c:pt idx="44">
                  <c:v>1.0859478</c:v>
                </c:pt>
                <c:pt idx="45">
                  <c:v>1.085932</c:v>
                </c:pt>
                <c:pt idx="46">
                  <c:v>1.0860084</c:v>
                </c:pt>
                <c:pt idx="47">
                  <c:v>1.0858871</c:v>
                </c:pt>
                <c:pt idx="48">
                  <c:v>1.0858485</c:v>
                </c:pt>
                <c:pt idx="49">
                  <c:v>1.085833</c:v>
                </c:pt>
                <c:pt idx="50">
                  <c:v>1.0857935</c:v>
                </c:pt>
                <c:pt idx="51">
                  <c:v>1.0857363</c:v>
                </c:pt>
                <c:pt idx="52">
                  <c:v>1.0857573</c:v>
                </c:pt>
                <c:pt idx="53">
                  <c:v>1.0857081</c:v>
                </c:pt>
                <c:pt idx="54">
                  <c:v>1.0857319</c:v>
                </c:pt>
                <c:pt idx="55">
                  <c:v>1.0858471</c:v>
                </c:pt>
                <c:pt idx="56">
                  <c:v>1.0858817</c:v>
                </c:pt>
                <c:pt idx="57">
                  <c:v>1.0858759</c:v>
                </c:pt>
                <c:pt idx="58">
                  <c:v>1.0859101</c:v>
                </c:pt>
                <c:pt idx="59">
                  <c:v>1.0858313</c:v>
                </c:pt>
                <c:pt idx="60">
                  <c:v>1.0857759</c:v>
                </c:pt>
                <c:pt idx="61">
                  <c:v>1.0857108</c:v>
                </c:pt>
                <c:pt idx="62">
                  <c:v>1.085923</c:v>
                </c:pt>
                <c:pt idx="63">
                  <c:v>1.086134</c:v>
                </c:pt>
                <c:pt idx="64">
                  <c:v>1.0862314</c:v>
                </c:pt>
                <c:pt idx="65">
                  <c:v>1.0862148</c:v>
                </c:pt>
                <c:pt idx="66">
                  <c:v>1.0856748</c:v>
                </c:pt>
                <c:pt idx="67">
                  <c:v>1.08556</c:v>
                </c:pt>
                <c:pt idx="68">
                  <c:v>1.0855246</c:v>
                </c:pt>
                <c:pt idx="69">
                  <c:v>1.0855196</c:v>
                </c:pt>
                <c:pt idx="70">
                  <c:v>1.0856328</c:v>
                </c:pt>
                <c:pt idx="71">
                  <c:v>1.0856695</c:v>
                </c:pt>
                <c:pt idx="72">
                  <c:v>1.0857404</c:v>
                </c:pt>
                <c:pt idx="73">
                  <c:v>1.0856586</c:v>
                </c:pt>
                <c:pt idx="74">
                  <c:v>1.0856991</c:v>
                </c:pt>
                <c:pt idx="75">
                  <c:v>1.0856384</c:v>
                </c:pt>
                <c:pt idx="76">
                  <c:v>1.0855706</c:v>
                </c:pt>
                <c:pt idx="77">
                  <c:v>1.0855303</c:v>
                </c:pt>
                <c:pt idx="78">
                  <c:v>1.0854447</c:v>
                </c:pt>
                <c:pt idx="79">
                  <c:v>1.0853778</c:v>
                </c:pt>
                <c:pt idx="80">
                  <c:v>1.0853372</c:v>
                </c:pt>
                <c:pt idx="81">
                  <c:v>1.085281</c:v>
                </c:pt>
                <c:pt idx="82">
                  <c:v>1.0851364</c:v>
                </c:pt>
                <c:pt idx="83">
                  <c:v>1.0851827</c:v>
                </c:pt>
                <c:pt idx="84">
                  <c:v>1.0851971</c:v>
                </c:pt>
                <c:pt idx="85">
                  <c:v>1.0852234</c:v>
                </c:pt>
                <c:pt idx="86">
                  <c:v>1.0852056</c:v>
                </c:pt>
                <c:pt idx="87">
                  <c:v>1.0852865</c:v>
                </c:pt>
                <c:pt idx="88">
                  <c:v>1.085299</c:v>
                </c:pt>
                <c:pt idx="89">
                  <c:v>1.0852487</c:v>
                </c:pt>
                <c:pt idx="90">
                  <c:v>1.0853715</c:v>
                </c:pt>
                <c:pt idx="91">
                  <c:v>1.0852418</c:v>
                </c:pt>
                <c:pt idx="92">
                  <c:v>1.0852273</c:v>
                </c:pt>
                <c:pt idx="93">
                  <c:v>1.0852255</c:v>
                </c:pt>
                <c:pt idx="94">
                  <c:v>1.08509</c:v>
                </c:pt>
                <c:pt idx="95">
                  <c:v>1.0851239</c:v>
                </c:pt>
                <c:pt idx="96">
                  <c:v>1.0850123</c:v>
                </c:pt>
                <c:pt idx="97">
                  <c:v>1.0849537</c:v>
                </c:pt>
                <c:pt idx="98">
                  <c:v>1.0849404</c:v>
                </c:pt>
              </c:numCache>
            </c:numRef>
          </c:yVal>
        </c:ser>
        <c:ser>
          <c:idx val="3"/>
          <c:order val="3"/>
          <c:tx>
            <c:v>Batch1_cell_003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Data'!$H$2:$H$100</c:f>
              <c:numCache>
                <c:formatCode>General</c:formatCode>
                <c:ptCount val="99"/>
                <c:pt idx="0">
                  <c:v>1.0797229</c:v>
                </c:pt>
                <c:pt idx="1">
                  <c:v>1.0812283</c:v>
                </c:pt>
                <c:pt idx="2">
                  <c:v>1.0819938</c:v>
                </c:pt>
                <c:pt idx="3">
                  <c:v>1.0827308</c:v>
                </c:pt>
                <c:pt idx="4">
                  <c:v>1.083112</c:v>
                </c:pt>
                <c:pt idx="5">
                  <c:v>1.08355</c:v>
                </c:pt>
                <c:pt idx="6">
                  <c:v>1.0837905</c:v>
                </c:pt>
                <c:pt idx="7">
                  <c:v>1.0840378</c:v>
                </c:pt>
                <c:pt idx="8">
                  <c:v>1.0843078</c:v>
                </c:pt>
                <c:pt idx="9">
                  <c:v>1.0843241</c:v>
                </c:pt>
                <c:pt idx="10">
                  <c:v>1.084146</c:v>
                </c:pt>
                <c:pt idx="11">
                  <c:v>1.0801494</c:v>
                </c:pt>
                <c:pt idx="12">
                  <c:v>1.0828358</c:v>
                </c:pt>
                <c:pt idx="13">
                  <c:v>1.0833995</c:v>
                </c:pt>
                <c:pt idx="14">
                  <c:v>1.0839369</c:v>
                </c:pt>
                <c:pt idx="15">
                  <c:v>1.0842366</c:v>
                </c:pt>
                <c:pt idx="16">
                  <c:v>1.0844988</c:v>
                </c:pt>
                <c:pt idx="17">
                  <c:v>1.0845997</c:v>
                </c:pt>
                <c:pt idx="18">
                  <c:v>1.0849102</c:v>
                </c:pt>
                <c:pt idx="19">
                  <c:v>1.0849816</c:v>
                </c:pt>
                <c:pt idx="20">
                  <c:v>1.0850784</c:v>
                </c:pt>
                <c:pt idx="21">
                  <c:v>1.0852121</c:v>
                </c:pt>
                <c:pt idx="22">
                  <c:v>1.0853114</c:v>
                </c:pt>
                <c:pt idx="23">
                  <c:v>1.0854828</c:v>
                </c:pt>
                <c:pt idx="24">
                  <c:v>1.0855538</c:v>
                </c:pt>
                <c:pt idx="25">
                  <c:v>1.0855597</c:v>
                </c:pt>
                <c:pt idx="26">
                  <c:v>1.0854679</c:v>
                </c:pt>
                <c:pt idx="27">
                  <c:v>1.0854152</c:v>
                </c:pt>
                <c:pt idx="28">
                  <c:v>1.0854537</c:v>
                </c:pt>
                <c:pt idx="29">
                  <c:v>1.0854599</c:v>
                </c:pt>
                <c:pt idx="30">
                  <c:v>1.0854311</c:v>
                </c:pt>
                <c:pt idx="31">
                  <c:v>1.0853695</c:v>
                </c:pt>
                <c:pt idx="32">
                  <c:v>1.085397</c:v>
                </c:pt>
                <c:pt idx="33">
                  <c:v>1.0854614</c:v>
                </c:pt>
                <c:pt idx="34">
                  <c:v>1.0853621</c:v>
                </c:pt>
                <c:pt idx="35">
                  <c:v>1.0854149</c:v>
                </c:pt>
                <c:pt idx="36">
                  <c:v>1.0854114</c:v>
                </c:pt>
                <c:pt idx="37">
                  <c:v>1.0853826</c:v>
                </c:pt>
                <c:pt idx="38">
                  <c:v>1.0854635</c:v>
                </c:pt>
                <c:pt idx="39">
                  <c:v>1.0854844</c:v>
                </c:pt>
                <c:pt idx="40">
                  <c:v>1.0855337</c:v>
                </c:pt>
                <c:pt idx="41">
                  <c:v>1.0855618</c:v>
                </c:pt>
                <c:pt idx="42">
                  <c:v>1.085567</c:v>
                </c:pt>
                <c:pt idx="43">
                  <c:v>1.0855333</c:v>
                </c:pt>
                <c:pt idx="44">
                  <c:v>1.0855768</c:v>
                </c:pt>
                <c:pt idx="45">
                  <c:v>1.0856103</c:v>
                </c:pt>
                <c:pt idx="46">
                  <c:v>1.0856651</c:v>
                </c:pt>
                <c:pt idx="47">
                  <c:v>1.0857081</c:v>
                </c:pt>
                <c:pt idx="48">
                  <c:v>1.085786</c:v>
                </c:pt>
                <c:pt idx="49">
                  <c:v>1.0856825</c:v>
                </c:pt>
                <c:pt idx="50">
                  <c:v>1.0858119</c:v>
                </c:pt>
                <c:pt idx="51">
                  <c:v>1.0857023</c:v>
                </c:pt>
                <c:pt idx="52">
                  <c:v>1.0857193</c:v>
                </c:pt>
                <c:pt idx="53">
                  <c:v>1.0856463</c:v>
                </c:pt>
                <c:pt idx="54">
                  <c:v>1.0855734</c:v>
                </c:pt>
                <c:pt idx="55">
                  <c:v>1.0854634</c:v>
                </c:pt>
                <c:pt idx="56">
                  <c:v>1.0854337</c:v>
                </c:pt>
                <c:pt idx="57">
                  <c:v>1.0854168</c:v>
                </c:pt>
                <c:pt idx="58">
                  <c:v>1.0853405</c:v>
                </c:pt>
                <c:pt idx="59">
                  <c:v>1.0853049</c:v>
                </c:pt>
                <c:pt idx="60">
                  <c:v>1.085326</c:v>
                </c:pt>
                <c:pt idx="61">
                  <c:v>1.0852576</c:v>
                </c:pt>
                <c:pt idx="62">
                  <c:v>1.0853672</c:v>
                </c:pt>
                <c:pt idx="63">
                  <c:v>1.085776</c:v>
                </c:pt>
                <c:pt idx="64">
                  <c:v>1.0859883</c:v>
                </c:pt>
                <c:pt idx="65">
                  <c:v>1.0861838</c:v>
                </c:pt>
                <c:pt idx="66">
                  <c:v>1.086253</c:v>
                </c:pt>
                <c:pt idx="67">
                  <c:v>1.086098</c:v>
                </c:pt>
                <c:pt idx="68">
                  <c:v>1.0853186</c:v>
                </c:pt>
                <c:pt idx="69">
                  <c:v>1.0854003</c:v>
                </c:pt>
                <c:pt idx="70">
                  <c:v>1.0853723</c:v>
                </c:pt>
                <c:pt idx="71">
                  <c:v>1.0854259</c:v>
                </c:pt>
                <c:pt idx="72">
                  <c:v>1.0853949</c:v>
                </c:pt>
                <c:pt idx="73">
                  <c:v>1.0854065</c:v>
                </c:pt>
                <c:pt idx="74">
                  <c:v>1.0854642</c:v>
                </c:pt>
                <c:pt idx="75">
                  <c:v>1.0854348</c:v>
                </c:pt>
                <c:pt idx="76">
                  <c:v>1.0854254</c:v>
                </c:pt>
                <c:pt idx="77">
                  <c:v>1.0853767</c:v>
                </c:pt>
                <c:pt idx="78">
                  <c:v>1.0853026</c:v>
                </c:pt>
                <c:pt idx="79">
                  <c:v>1.0852393</c:v>
                </c:pt>
                <c:pt idx="80">
                  <c:v>1.085196</c:v>
                </c:pt>
                <c:pt idx="81">
                  <c:v>1.0851202</c:v>
                </c:pt>
                <c:pt idx="82">
                  <c:v>1.0850787</c:v>
                </c:pt>
                <c:pt idx="83">
                  <c:v>1.0850545</c:v>
                </c:pt>
                <c:pt idx="84">
                  <c:v>1.0850168</c:v>
                </c:pt>
                <c:pt idx="85">
                  <c:v>1.084957</c:v>
                </c:pt>
                <c:pt idx="86">
                  <c:v>1.0848925</c:v>
                </c:pt>
                <c:pt idx="87">
                  <c:v>1.0848627</c:v>
                </c:pt>
                <c:pt idx="88">
                  <c:v>1.0848633</c:v>
                </c:pt>
                <c:pt idx="89">
                  <c:v>1.0847851</c:v>
                </c:pt>
                <c:pt idx="90">
                  <c:v>1.0848444</c:v>
                </c:pt>
                <c:pt idx="91">
                  <c:v>1.0847695</c:v>
                </c:pt>
                <c:pt idx="92">
                  <c:v>1.084747</c:v>
                </c:pt>
                <c:pt idx="93">
                  <c:v>1.0847627</c:v>
                </c:pt>
                <c:pt idx="94">
                  <c:v>1.0847682</c:v>
                </c:pt>
                <c:pt idx="95">
                  <c:v>1.0848277</c:v>
                </c:pt>
                <c:pt idx="96">
                  <c:v>1.0847731</c:v>
                </c:pt>
                <c:pt idx="97">
                  <c:v>1.084765</c:v>
                </c:pt>
                <c:pt idx="98">
                  <c:v>1.0847498</c:v>
                </c:pt>
              </c:numCache>
            </c:numRef>
          </c:yVal>
        </c:ser>
        <c:ser>
          <c:idx val="4"/>
          <c:order val="4"/>
          <c:tx>
            <c:v>Batch1_cell_004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Data'!$J$2:$J$100</c:f>
              <c:numCache>
                <c:formatCode>General</c:formatCode>
                <c:ptCount val="99"/>
                <c:pt idx="0">
                  <c:v>1.0784167</c:v>
                </c:pt>
                <c:pt idx="1">
                  <c:v>1.0790124</c:v>
                </c:pt>
                <c:pt idx="2">
                  <c:v>1.0797466</c:v>
                </c:pt>
                <c:pt idx="3">
                  <c:v>1.0804269</c:v>
                </c:pt>
                <c:pt idx="4">
                  <c:v>1.0807526</c:v>
                </c:pt>
                <c:pt idx="5">
                  <c:v>1.0811697</c:v>
                </c:pt>
                <c:pt idx="6">
                  <c:v>1.0815623</c:v>
                </c:pt>
                <c:pt idx="7">
                  <c:v>1.0817327</c:v>
                </c:pt>
                <c:pt idx="8">
                  <c:v>1.0819536</c:v>
                </c:pt>
                <c:pt idx="9">
                  <c:v>1.0819838</c:v>
                </c:pt>
                <c:pt idx="10">
                  <c:v>1.0816935</c:v>
                </c:pt>
                <c:pt idx="11">
                  <c:v>1.0780181</c:v>
                </c:pt>
                <c:pt idx="12">
                  <c:v>1.0806552</c:v>
                </c:pt>
                <c:pt idx="13">
                  <c:v>1.0814338</c:v>
                </c:pt>
                <c:pt idx="14">
                  <c:v>1.0818815</c:v>
                </c:pt>
                <c:pt idx="15">
                  <c:v>1.0821286</c:v>
                </c:pt>
                <c:pt idx="16">
                  <c:v>1.0823987</c:v>
                </c:pt>
                <c:pt idx="17">
                  <c:v>1.0825365</c:v>
                </c:pt>
                <c:pt idx="18">
                  <c:v>1.082725</c:v>
                </c:pt>
                <c:pt idx="19">
                  <c:v>1.0828415</c:v>
                </c:pt>
                <c:pt idx="20">
                  <c:v>1.0828853</c:v>
                </c:pt>
                <c:pt idx="21">
                  <c:v>1.0830723</c:v>
                </c:pt>
                <c:pt idx="22">
                  <c:v>1.0831127</c:v>
                </c:pt>
                <c:pt idx="23">
                  <c:v>1.0832496</c:v>
                </c:pt>
                <c:pt idx="24">
                  <c:v>1.0832996</c:v>
                </c:pt>
                <c:pt idx="25">
                  <c:v>1.0833453</c:v>
                </c:pt>
                <c:pt idx="26">
                  <c:v>1.0832411</c:v>
                </c:pt>
                <c:pt idx="27">
                  <c:v>1.083263</c:v>
                </c:pt>
                <c:pt idx="28">
                  <c:v>1.0832844</c:v>
                </c:pt>
                <c:pt idx="29">
                  <c:v>1.083288</c:v>
                </c:pt>
                <c:pt idx="30">
                  <c:v>1.0833356</c:v>
                </c:pt>
                <c:pt idx="31">
                  <c:v>1.0833119</c:v>
                </c:pt>
                <c:pt idx="32">
                  <c:v>1.0833225</c:v>
                </c:pt>
                <c:pt idx="33">
                  <c:v>1.0833349</c:v>
                </c:pt>
                <c:pt idx="34">
                  <c:v>1.0833374</c:v>
                </c:pt>
                <c:pt idx="35">
                  <c:v>1.0833442</c:v>
                </c:pt>
                <c:pt idx="36">
                  <c:v>1.0833346</c:v>
                </c:pt>
                <c:pt idx="37">
                  <c:v>1.0833015</c:v>
                </c:pt>
                <c:pt idx="38">
                  <c:v>1.0833584</c:v>
                </c:pt>
                <c:pt idx="39">
                  <c:v>1.0833358</c:v>
                </c:pt>
                <c:pt idx="40">
                  <c:v>1.0833888</c:v>
                </c:pt>
                <c:pt idx="41">
                  <c:v>1.0834167</c:v>
                </c:pt>
                <c:pt idx="42">
                  <c:v>1.0833906</c:v>
                </c:pt>
                <c:pt idx="43">
                  <c:v>1.0834149</c:v>
                </c:pt>
                <c:pt idx="44">
                  <c:v>1.0834453</c:v>
                </c:pt>
                <c:pt idx="45">
                  <c:v>1.0834785</c:v>
                </c:pt>
                <c:pt idx="46">
                  <c:v>1.0835291</c:v>
                </c:pt>
                <c:pt idx="47">
                  <c:v>1.0835598</c:v>
                </c:pt>
                <c:pt idx="48">
                  <c:v>1.0835332</c:v>
                </c:pt>
                <c:pt idx="49">
                  <c:v>1.0835305</c:v>
                </c:pt>
                <c:pt idx="50">
                  <c:v>1.0835887</c:v>
                </c:pt>
                <c:pt idx="51">
                  <c:v>1.0834606</c:v>
                </c:pt>
                <c:pt idx="52">
                  <c:v>1.0835426</c:v>
                </c:pt>
                <c:pt idx="53">
                  <c:v>1.0835317</c:v>
                </c:pt>
                <c:pt idx="54">
                  <c:v>1.0834645</c:v>
                </c:pt>
                <c:pt idx="55">
                  <c:v>1.0833818</c:v>
                </c:pt>
                <c:pt idx="56">
                  <c:v>1.0832912</c:v>
                </c:pt>
                <c:pt idx="57">
                  <c:v>1.083331</c:v>
                </c:pt>
                <c:pt idx="58">
                  <c:v>1.0833496</c:v>
                </c:pt>
                <c:pt idx="59">
                  <c:v>1.083257</c:v>
                </c:pt>
                <c:pt idx="60">
                  <c:v>1.0832406</c:v>
                </c:pt>
                <c:pt idx="61">
                  <c:v>1.0831984</c:v>
                </c:pt>
                <c:pt idx="62">
                  <c:v>1.0833696</c:v>
                </c:pt>
                <c:pt idx="63">
                  <c:v>1.0838304</c:v>
                </c:pt>
                <c:pt idx="64">
                  <c:v>1.0840784</c:v>
                </c:pt>
                <c:pt idx="65">
                  <c:v>1.0843061</c:v>
                </c:pt>
                <c:pt idx="66">
                  <c:v>1.0843166</c:v>
                </c:pt>
                <c:pt idx="67">
                  <c:v>1.0842075</c:v>
                </c:pt>
                <c:pt idx="68">
                  <c:v>1.083303</c:v>
                </c:pt>
                <c:pt idx="69">
                  <c:v>1.0832493</c:v>
                </c:pt>
                <c:pt idx="70">
                  <c:v>1.0832752</c:v>
                </c:pt>
                <c:pt idx="71">
                  <c:v>1.083271</c:v>
                </c:pt>
                <c:pt idx="72">
                  <c:v>1.0833256</c:v>
                </c:pt>
                <c:pt idx="73">
                  <c:v>1.0832962</c:v>
                </c:pt>
                <c:pt idx="74">
                  <c:v>1.0833127</c:v>
                </c:pt>
                <c:pt idx="75">
                  <c:v>1.0832609</c:v>
                </c:pt>
                <c:pt idx="76">
                  <c:v>1.0832521</c:v>
                </c:pt>
                <c:pt idx="77">
                  <c:v>1.0832195</c:v>
                </c:pt>
                <c:pt idx="78">
                  <c:v>1.0831863</c:v>
                </c:pt>
                <c:pt idx="79">
                  <c:v>1.0831205</c:v>
                </c:pt>
                <c:pt idx="80">
                  <c:v>1.0831579</c:v>
                </c:pt>
                <c:pt idx="81">
                  <c:v>1.0831574</c:v>
                </c:pt>
                <c:pt idx="82">
                  <c:v>1.0830745</c:v>
                </c:pt>
                <c:pt idx="83">
                  <c:v>1.0830382</c:v>
                </c:pt>
                <c:pt idx="84">
                  <c:v>1.0829724</c:v>
                </c:pt>
                <c:pt idx="85">
                  <c:v>1.0829564</c:v>
                </c:pt>
                <c:pt idx="86">
                  <c:v>1.0829644</c:v>
                </c:pt>
                <c:pt idx="87">
                  <c:v>1.0829803</c:v>
                </c:pt>
                <c:pt idx="88">
                  <c:v>1.0828978</c:v>
                </c:pt>
                <c:pt idx="89">
                  <c:v>1.0828748</c:v>
                </c:pt>
                <c:pt idx="90">
                  <c:v>1.0828422</c:v>
                </c:pt>
                <c:pt idx="91">
                  <c:v>1.0827987</c:v>
                </c:pt>
                <c:pt idx="92">
                  <c:v>1.0828015</c:v>
                </c:pt>
                <c:pt idx="93">
                  <c:v>1.0827543</c:v>
                </c:pt>
                <c:pt idx="94">
                  <c:v>1.0827262</c:v>
                </c:pt>
                <c:pt idx="95">
                  <c:v>1.0826914</c:v>
                </c:pt>
                <c:pt idx="96">
                  <c:v>1.0826108</c:v>
                </c:pt>
                <c:pt idx="97">
                  <c:v>1.0826309</c:v>
                </c:pt>
                <c:pt idx="98">
                  <c:v>1.0826457</c:v>
                </c:pt>
              </c:numCache>
            </c:numRef>
          </c:yVal>
        </c:ser>
        <c:ser>
          <c:idx val="5"/>
          <c:order val="5"/>
          <c:tx>
            <c:v>Batch1_cell_005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Data'!$L$2:$L$100</c:f>
              <c:numCache>
                <c:formatCode>General</c:formatCode>
                <c:ptCount val="99"/>
                <c:pt idx="0">
                  <c:v>1.0761266</c:v>
                </c:pt>
                <c:pt idx="1">
                  <c:v>1.0766531</c:v>
                </c:pt>
                <c:pt idx="2">
                  <c:v>1.0775996</c:v>
                </c:pt>
                <c:pt idx="3">
                  <c:v>1.0785232</c:v>
                </c:pt>
                <c:pt idx="4">
                  <c:v>1.0790976</c:v>
                </c:pt>
                <c:pt idx="5">
                  <c:v>1.0795069</c:v>
                </c:pt>
                <c:pt idx="6">
                  <c:v>1.0798842</c:v>
                </c:pt>
                <c:pt idx="7">
                  <c:v>1.0799831</c:v>
                </c:pt>
                <c:pt idx="8">
                  <c:v>1.080176</c:v>
                </c:pt>
                <c:pt idx="9">
                  <c:v>1.0803552</c:v>
                </c:pt>
                <c:pt idx="10">
                  <c:v>1.0805001</c:v>
                </c:pt>
                <c:pt idx="11">
                  <c:v>1.075169</c:v>
                </c:pt>
                <c:pt idx="12">
                  <c:v>1.0779788</c:v>
                </c:pt>
                <c:pt idx="13">
                  <c:v>1.0790153</c:v>
                </c:pt>
                <c:pt idx="14">
                  <c:v>1.0793883</c:v>
                </c:pt>
                <c:pt idx="15">
                  <c:v>1.0797621</c:v>
                </c:pt>
                <c:pt idx="16">
                  <c:v>1.0799582</c:v>
                </c:pt>
                <c:pt idx="17">
                  <c:v>1.0801255</c:v>
                </c:pt>
                <c:pt idx="18">
                  <c:v>1.0802556</c:v>
                </c:pt>
                <c:pt idx="19">
                  <c:v>1.0802811</c:v>
                </c:pt>
                <c:pt idx="20">
                  <c:v>1.0804559</c:v>
                </c:pt>
                <c:pt idx="21">
                  <c:v>1.0805715</c:v>
                </c:pt>
                <c:pt idx="22">
                  <c:v>1.0805753</c:v>
                </c:pt>
                <c:pt idx="23">
                  <c:v>1.0805809</c:v>
                </c:pt>
                <c:pt idx="24">
                  <c:v>1.0806713</c:v>
                </c:pt>
                <c:pt idx="25">
                  <c:v>1.0807229</c:v>
                </c:pt>
                <c:pt idx="26">
                  <c:v>1.0806967</c:v>
                </c:pt>
                <c:pt idx="27">
                  <c:v>1.0807353</c:v>
                </c:pt>
                <c:pt idx="28">
                  <c:v>1.0807087</c:v>
                </c:pt>
                <c:pt idx="29">
                  <c:v>1.0807326</c:v>
                </c:pt>
                <c:pt idx="30">
                  <c:v>1.0808069</c:v>
                </c:pt>
                <c:pt idx="31">
                  <c:v>1.0807946</c:v>
                </c:pt>
                <c:pt idx="32">
                  <c:v>1.080795</c:v>
                </c:pt>
                <c:pt idx="33">
                  <c:v>1.0808622</c:v>
                </c:pt>
                <c:pt idx="34">
                  <c:v>1.0809429</c:v>
                </c:pt>
                <c:pt idx="35">
                  <c:v>1.0809543</c:v>
                </c:pt>
                <c:pt idx="36">
                  <c:v>1.0808953</c:v>
                </c:pt>
                <c:pt idx="37">
                  <c:v>1.0808743</c:v>
                </c:pt>
                <c:pt idx="38">
                  <c:v>1.0808747</c:v>
                </c:pt>
                <c:pt idx="39">
                  <c:v>1.0809392</c:v>
                </c:pt>
                <c:pt idx="40">
                  <c:v>1.0809145</c:v>
                </c:pt>
                <c:pt idx="41">
                  <c:v>1.0809885</c:v>
                </c:pt>
                <c:pt idx="42">
                  <c:v>1.0810155</c:v>
                </c:pt>
                <c:pt idx="43">
                  <c:v>1.0809205</c:v>
                </c:pt>
                <c:pt idx="44">
                  <c:v>1.0808891</c:v>
                </c:pt>
                <c:pt idx="45">
                  <c:v>1.0809054</c:v>
                </c:pt>
                <c:pt idx="46">
                  <c:v>1.0809343</c:v>
                </c:pt>
                <c:pt idx="47">
                  <c:v>1.080974</c:v>
                </c:pt>
                <c:pt idx="48">
                  <c:v>1.0809518</c:v>
                </c:pt>
                <c:pt idx="49">
                  <c:v>1.0809991</c:v>
                </c:pt>
                <c:pt idx="50">
                  <c:v>1.0809798</c:v>
                </c:pt>
                <c:pt idx="51">
                  <c:v>1.0809922</c:v>
                </c:pt>
                <c:pt idx="52">
                  <c:v>1.0809915</c:v>
                </c:pt>
                <c:pt idx="53">
                  <c:v>1.0809245</c:v>
                </c:pt>
                <c:pt idx="54">
                  <c:v>1.0809041</c:v>
                </c:pt>
                <c:pt idx="55">
                  <c:v>1.0809128</c:v>
                </c:pt>
                <c:pt idx="56">
                  <c:v>1.0808161</c:v>
                </c:pt>
                <c:pt idx="57">
                  <c:v>1.0808135</c:v>
                </c:pt>
                <c:pt idx="58">
                  <c:v>1.0808296</c:v>
                </c:pt>
                <c:pt idx="59">
                  <c:v>1.0808098</c:v>
                </c:pt>
                <c:pt idx="60">
                  <c:v>1.0807965</c:v>
                </c:pt>
                <c:pt idx="61">
                  <c:v>1.0808322</c:v>
                </c:pt>
                <c:pt idx="62">
                  <c:v>1.0807602</c:v>
                </c:pt>
                <c:pt idx="63">
                  <c:v>1.0808089</c:v>
                </c:pt>
                <c:pt idx="64">
                  <c:v>1.0815448</c:v>
                </c:pt>
                <c:pt idx="65">
                  <c:v>1.0817564</c:v>
                </c:pt>
                <c:pt idx="66">
                  <c:v>1.0819476</c:v>
                </c:pt>
                <c:pt idx="67">
                  <c:v>1.0820422</c:v>
                </c:pt>
                <c:pt idx="68">
                  <c:v>1.0820704</c:v>
                </c:pt>
                <c:pt idx="69">
                  <c:v>1.0809755</c:v>
                </c:pt>
                <c:pt idx="70">
                  <c:v>1.0807738</c:v>
                </c:pt>
                <c:pt idx="71">
                  <c:v>1.0806457</c:v>
                </c:pt>
                <c:pt idx="72">
                  <c:v>1.0805962</c:v>
                </c:pt>
                <c:pt idx="73">
                  <c:v>1.0805677</c:v>
                </c:pt>
                <c:pt idx="74">
                  <c:v>1.0805427</c:v>
                </c:pt>
                <c:pt idx="75">
                  <c:v>1.0804762</c:v>
                </c:pt>
                <c:pt idx="76">
                  <c:v>1.0804079</c:v>
                </c:pt>
                <c:pt idx="77">
                  <c:v>1.0804417</c:v>
                </c:pt>
                <c:pt idx="78">
                  <c:v>1.0803988</c:v>
                </c:pt>
                <c:pt idx="79">
                  <c:v>1.0803181</c:v>
                </c:pt>
                <c:pt idx="80">
                  <c:v>1.0802597</c:v>
                </c:pt>
                <c:pt idx="81">
                  <c:v>1.080227</c:v>
                </c:pt>
                <c:pt idx="82">
                  <c:v>1.0801896</c:v>
                </c:pt>
                <c:pt idx="83">
                  <c:v>1.0801461</c:v>
                </c:pt>
                <c:pt idx="84">
                  <c:v>1.0800886</c:v>
                </c:pt>
                <c:pt idx="85">
                  <c:v>1.0800748</c:v>
                </c:pt>
                <c:pt idx="86">
                  <c:v>1.0800481</c:v>
                </c:pt>
                <c:pt idx="87">
                  <c:v>1.0800275</c:v>
                </c:pt>
                <c:pt idx="88">
                  <c:v>1.0799834</c:v>
                </c:pt>
                <c:pt idx="89">
                  <c:v>1.0799885</c:v>
                </c:pt>
                <c:pt idx="90">
                  <c:v>1.079931</c:v>
                </c:pt>
                <c:pt idx="91">
                  <c:v>1.0799344</c:v>
                </c:pt>
                <c:pt idx="92">
                  <c:v>1.0798928</c:v>
                </c:pt>
                <c:pt idx="93">
                  <c:v>1.0798832</c:v>
                </c:pt>
                <c:pt idx="94">
                  <c:v>1.0798595</c:v>
                </c:pt>
                <c:pt idx="95">
                  <c:v>1.079825</c:v>
                </c:pt>
                <c:pt idx="96">
                  <c:v>1.0797906</c:v>
                </c:pt>
                <c:pt idx="97">
                  <c:v>1.0797876</c:v>
                </c:pt>
                <c:pt idx="98">
                  <c:v>1.0797794</c:v>
                </c:pt>
              </c:numCache>
            </c:numRef>
          </c:yVal>
        </c:ser>
        <c:ser>
          <c:idx val="6"/>
          <c:order val="6"/>
          <c:tx>
            <c:v>Batch1_cell_006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Data'!$N$2:$N$100</c:f>
              <c:numCache>
                <c:formatCode>General</c:formatCode>
                <c:ptCount val="99"/>
                <c:pt idx="0">
                  <c:v>1.0758358</c:v>
                </c:pt>
                <c:pt idx="1">
                  <c:v>1.0772603</c:v>
                </c:pt>
                <c:pt idx="2">
                  <c:v>1.0784051</c:v>
                </c:pt>
                <c:pt idx="3">
                  <c:v>1.0791821</c:v>
                </c:pt>
                <c:pt idx="4">
                  <c:v>1.0798916</c:v>
                </c:pt>
                <c:pt idx="5">
                  <c:v>1.0803006</c:v>
                </c:pt>
                <c:pt idx="6">
                  <c:v>1.0806367</c:v>
                </c:pt>
                <c:pt idx="7">
                  <c:v>1.08091</c:v>
                </c:pt>
                <c:pt idx="8">
                  <c:v>1.0811012</c:v>
                </c:pt>
                <c:pt idx="9">
                  <c:v>1.0813106</c:v>
                </c:pt>
                <c:pt idx="10">
                  <c:v>1.0814111</c:v>
                </c:pt>
                <c:pt idx="11">
                  <c:v>1.0775945</c:v>
                </c:pt>
                <c:pt idx="12">
                  <c:v>1.0787909</c:v>
                </c:pt>
                <c:pt idx="13">
                  <c:v>1.0797371</c:v>
                </c:pt>
                <c:pt idx="14">
                  <c:v>1.0803487</c:v>
                </c:pt>
                <c:pt idx="15">
                  <c:v>1.0809035</c:v>
                </c:pt>
                <c:pt idx="16">
                  <c:v>1.0811822</c:v>
                </c:pt>
                <c:pt idx="17">
                  <c:v>1.0814391</c:v>
                </c:pt>
                <c:pt idx="18">
                  <c:v>1.0814744</c:v>
                </c:pt>
                <c:pt idx="19">
                  <c:v>1.0817535</c:v>
                </c:pt>
                <c:pt idx="20">
                  <c:v>1.0817684</c:v>
                </c:pt>
                <c:pt idx="21">
                  <c:v>1.0818744</c:v>
                </c:pt>
                <c:pt idx="22">
                  <c:v>1.0819178</c:v>
                </c:pt>
                <c:pt idx="23">
                  <c:v>1.0819768</c:v>
                </c:pt>
                <c:pt idx="24">
                  <c:v>1.0820794</c:v>
                </c:pt>
                <c:pt idx="25">
                  <c:v>1.0821004</c:v>
                </c:pt>
                <c:pt idx="26">
                  <c:v>1.082139</c:v>
                </c:pt>
                <c:pt idx="27">
                  <c:v>1.0820864</c:v>
                </c:pt>
                <c:pt idx="28">
                  <c:v>1.0820479</c:v>
                </c:pt>
                <c:pt idx="29">
                  <c:v>1.0819583</c:v>
                </c:pt>
                <c:pt idx="30">
                  <c:v>1.0819528</c:v>
                </c:pt>
                <c:pt idx="31">
                  <c:v>1.0819885</c:v>
                </c:pt>
                <c:pt idx="32">
                  <c:v>1.0819674</c:v>
                </c:pt>
                <c:pt idx="33">
                  <c:v>1.0819893</c:v>
                </c:pt>
                <c:pt idx="34">
                  <c:v>1.0819792</c:v>
                </c:pt>
                <c:pt idx="35">
                  <c:v>1.0819185</c:v>
                </c:pt>
                <c:pt idx="36">
                  <c:v>1.0819323</c:v>
                </c:pt>
                <c:pt idx="37">
                  <c:v>1.0819237</c:v>
                </c:pt>
                <c:pt idx="38">
                  <c:v>1.0818783</c:v>
                </c:pt>
                <c:pt idx="39">
                  <c:v>1.0818461</c:v>
                </c:pt>
                <c:pt idx="40">
                  <c:v>1.0817997</c:v>
                </c:pt>
                <c:pt idx="41">
                  <c:v>1.0818506</c:v>
                </c:pt>
                <c:pt idx="42">
                  <c:v>1.0818357</c:v>
                </c:pt>
                <c:pt idx="43">
                  <c:v>1.0818721</c:v>
                </c:pt>
                <c:pt idx="44">
                  <c:v>1.0818665</c:v>
                </c:pt>
                <c:pt idx="45">
                  <c:v>1.0818621</c:v>
                </c:pt>
                <c:pt idx="46">
                  <c:v>1.0818061</c:v>
                </c:pt>
                <c:pt idx="47">
                  <c:v>1.081748</c:v>
                </c:pt>
                <c:pt idx="48">
                  <c:v>1.0817347</c:v>
                </c:pt>
                <c:pt idx="49">
                  <c:v>1.0817946</c:v>
                </c:pt>
                <c:pt idx="50">
                  <c:v>1.0817475</c:v>
                </c:pt>
                <c:pt idx="51">
                  <c:v>1.0816847</c:v>
                </c:pt>
                <c:pt idx="52">
                  <c:v>1.0817144</c:v>
                </c:pt>
                <c:pt idx="53">
                  <c:v>1.0816358</c:v>
                </c:pt>
                <c:pt idx="54">
                  <c:v>1.0816139</c:v>
                </c:pt>
                <c:pt idx="55">
                  <c:v>1.0816007</c:v>
                </c:pt>
                <c:pt idx="56">
                  <c:v>1.0815461</c:v>
                </c:pt>
                <c:pt idx="57">
                  <c:v>1.0814462</c:v>
                </c:pt>
                <c:pt idx="58">
                  <c:v>1.081382</c:v>
                </c:pt>
                <c:pt idx="59">
                  <c:v>1.0813696</c:v>
                </c:pt>
                <c:pt idx="60">
                  <c:v>1.0813458</c:v>
                </c:pt>
                <c:pt idx="61">
                  <c:v>1.0812788</c:v>
                </c:pt>
                <c:pt idx="62">
                  <c:v>1.0812583</c:v>
                </c:pt>
                <c:pt idx="63">
                  <c:v>1.0812193</c:v>
                </c:pt>
                <c:pt idx="64">
                  <c:v>1.0811319</c:v>
                </c:pt>
                <c:pt idx="65">
                  <c:v>1.0809867</c:v>
                </c:pt>
                <c:pt idx="66">
                  <c:v>1.0811501</c:v>
                </c:pt>
                <c:pt idx="67">
                  <c:v>1.0813432</c:v>
                </c:pt>
                <c:pt idx="68">
                  <c:v>1.0814364</c:v>
                </c:pt>
                <c:pt idx="69">
                  <c:v>1.0814254</c:v>
                </c:pt>
                <c:pt idx="70">
                  <c:v>1.0811993</c:v>
                </c:pt>
                <c:pt idx="71">
                  <c:v>1.0809479</c:v>
                </c:pt>
                <c:pt idx="72">
                  <c:v>1.080855</c:v>
                </c:pt>
                <c:pt idx="73">
                  <c:v>1.0808153</c:v>
                </c:pt>
                <c:pt idx="74">
                  <c:v>1.0807834</c:v>
                </c:pt>
                <c:pt idx="75">
                  <c:v>1.0807158</c:v>
                </c:pt>
                <c:pt idx="76">
                  <c:v>1.0807054</c:v>
                </c:pt>
                <c:pt idx="77">
                  <c:v>1.0806477</c:v>
                </c:pt>
                <c:pt idx="78">
                  <c:v>1.0805793</c:v>
                </c:pt>
                <c:pt idx="79">
                  <c:v>1.0805726</c:v>
                </c:pt>
                <c:pt idx="80">
                  <c:v>1.0804737</c:v>
                </c:pt>
                <c:pt idx="81">
                  <c:v>1.0803863</c:v>
                </c:pt>
                <c:pt idx="82">
                  <c:v>1.0803323</c:v>
                </c:pt>
                <c:pt idx="83">
                  <c:v>1.0802776</c:v>
                </c:pt>
                <c:pt idx="84">
                  <c:v>1.0801964</c:v>
                </c:pt>
                <c:pt idx="85">
                  <c:v>1.0800928</c:v>
                </c:pt>
                <c:pt idx="86">
                  <c:v>1.0800868</c:v>
                </c:pt>
                <c:pt idx="87">
                  <c:v>1.0799952</c:v>
                </c:pt>
                <c:pt idx="88">
                  <c:v>1.0798993</c:v>
                </c:pt>
                <c:pt idx="89">
                  <c:v>1.0798306</c:v>
                </c:pt>
                <c:pt idx="90">
                  <c:v>1.0797203</c:v>
                </c:pt>
                <c:pt idx="91">
                  <c:v>1.0797207</c:v>
                </c:pt>
                <c:pt idx="92">
                  <c:v>1.0796418</c:v>
                </c:pt>
                <c:pt idx="93">
                  <c:v>1.0795656</c:v>
                </c:pt>
                <c:pt idx="94">
                  <c:v>1.0795305</c:v>
                </c:pt>
                <c:pt idx="95">
                  <c:v>1.079439</c:v>
                </c:pt>
                <c:pt idx="96">
                  <c:v>1.0794075</c:v>
                </c:pt>
                <c:pt idx="97">
                  <c:v>1.0793252</c:v>
                </c:pt>
                <c:pt idx="98">
                  <c:v>1.0792426</c:v>
                </c:pt>
              </c:numCache>
            </c:numRef>
          </c:yVal>
        </c:ser>
        <c:ser>
          <c:idx val="7"/>
          <c:order val="7"/>
          <c:tx>
            <c:v>Batch1_cell_007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Data'!$P$2:$P$100</c:f>
              <c:numCache>
                <c:formatCode>General</c:formatCode>
                <c:ptCount val="99"/>
                <c:pt idx="0">
                  <c:v>1.0938644</c:v>
                </c:pt>
                <c:pt idx="1">
                  <c:v>1.0951102</c:v>
                </c:pt>
                <c:pt idx="2">
                  <c:v>1.0959545</c:v>
                </c:pt>
                <c:pt idx="3">
                  <c:v>1.0964732</c:v>
                </c:pt>
                <c:pt idx="4">
                  <c:v>1.0969613</c:v>
                </c:pt>
                <c:pt idx="5">
                  <c:v>1.0972881</c:v>
                </c:pt>
                <c:pt idx="6">
                  <c:v>1.0974655</c:v>
                </c:pt>
                <c:pt idx="7">
                  <c:v>1.0974988</c:v>
                </c:pt>
                <c:pt idx="8">
                  <c:v>1.097587</c:v>
                </c:pt>
                <c:pt idx="9">
                  <c:v>1.0978453</c:v>
                </c:pt>
                <c:pt idx="10">
                  <c:v>1.0978042</c:v>
                </c:pt>
                <c:pt idx="11">
                  <c:v>1.0941756</c:v>
                </c:pt>
                <c:pt idx="12">
                  <c:v>1.0950853</c:v>
                </c:pt>
                <c:pt idx="13">
                  <c:v>1.0960648</c:v>
                </c:pt>
                <c:pt idx="14">
                  <c:v>1.0964152</c:v>
                </c:pt>
                <c:pt idx="15">
                  <c:v>1.0967561</c:v>
                </c:pt>
                <c:pt idx="16">
                  <c:v>1.0971587</c:v>
                </c:pt>
                <c:pt idx="17">
                  <c:v>1.0973228</c:v>
                </c:pt>
                <c:pt idx="18">
                  <c:v>1.0948926</c:v>
                </c:pt>
                <c:pt idx="19">
                  <c:v>1.097546</c:v>
                </c:pt>
                <c:pt idx="20">
                  <c:v>1.0962675</c:v>
                </c:pt>
                <c:pt idx="21">
                  <c:v>1.0975857</c:v>
                </c:pt>
                <c:pt idx="22">
                  <c:v>1.09762</c:v>
                </c:pt>
                <c:pt idx="23">
                  <c:v>1.0977654</c:v>
                </c:pt>
                <c:pt idx="24">
                  <c:v>1.0977191</c:v>
                </c:pt>
                <c:pt idx="25">
                  <c:v>1.0977793</c:v>
                </c:pt>
                <c:pt idx="26">
                  <c:v>1.0979686</c:v>
                </c:pt>
                <c:pt idx="27">
                  <c:v>1.0978606</c:v>
                </c:pt>
                <c:pt idx="28">
                  <c:v>1.0979047</c:v>
                </c:pt>
                <c:pt idx="29">
                  <c:v>1.0976418</c:v>
                </c:pt>
                <c:pt idx="30">
                  <c:v>1.0977647</c:v>
                </c:pt>
                <c:pt idx="31">
                  <c:v>1.0977504</c:v>
                </c:pt>
                <c:pt idx="32">
                  <c:v>1.0977732</c:v>
                </c:pt>
                <c:pt idx="33">
                  <c:v>1.0976112</c:v>
                </c:pt>
                <c:pt idx="34">
                  <c:v>1.0976315</c:v>
                </c:pt>
                <c:pt idx="35">
                  <c:v>1.0976473</c:v>
                </c:pt>
                <c:pt idx="36">
                  <c:v>1.0976092</c:v>
                </c:pt>
                <c:pt idx="37">
                  <c:v>1.0975884</c:v>
                </c:pt>
                <c:pt idx="38">
                  <c:v>1.0974603</c:v>
                </c:pt>
                <c:pt idx="39">
                  <c:v>1.0974673</c:v>
                </c:pt>
                <c:pt idx="40">
                  <c:v>1.0975211</c:v>
                </c:pt>
                <c:pt idx="41">
                  <c:v>1.0974762</c:v>
                </c:pt>
                <c:pt idx="42">
                  <c:v>1.0975101</c:v>
                </c:pt>
                <c:pt idx="43">
                  <c:v>1.0975693</c:v>
                </c:pt>
                <c:pt idx="44">
                  <c:v>1.0976098</c:v>
                </c:pt>
                <c:pt idx="45">
                  <c:v>1.0975941</c:v>
                </c:pt>
                <c:pt idx="46">
                  <c:v>1.0975606</c:v>
                </c:pt>
                <c:pt idx="47">
                  <c:v>1.097496</c:v>
                </c:pt>
                <c:pt idx="48">
                  <c:v>1.0975028</c:v>
                </c:pt>
                <c:pt idx="49">
                  <c:v>1.097527</c:v>
                </c:pt>
                <c:pt idx="50">
                  <c:v>1.097564</c:v>
                </c:pt>
                <c:pt idx="51">
                  <c:v>1.0974669</c:v>
                </c:pt>
                <c:pt idx="52">
                  <c:v>1.097496</c:v>
                </c:pt>
                <c:pt idx="53">
                  <c:v>1.097365</c:v>
                </c:pt>
                <c:pt idx="54">
                  <c:v>1.0973593</c:v>
                </c:pt>
                <c:pt idx="55">
                  <c:v>1.0972056</c:v>
                </c:pt>
                <c:pt idx="56">
                  <c:v>1.0972662</c:v>
                </c:pt>
                <c:pt idx="57">
                  <c:v>1.0972238</c:v>
                </c:pt>
                <c:pt idx="58">
                  <c:v>1.09716</c:v>
                </c:pt>
                <c:pt idx="59">
                  <c:v>1.0971214</c:v>
                </c:pt>
                <c:pt idx="60">
                  <c:v>1.0971377</c:v>
                </c:pt>
                <c:pt idx="61">
                  <c:v>1.0971014</c:v>
                </c:pt>
                <c:pt idx="62">
                  <c:v>1.0971147</c:v>
                </c:pt>
                <c:pt idx="63">
                  <c:v>1.0970899</c:v>
                </c:pt>
                <c:pt idx="64">
                  <c:v>1.0970355</c:v>
                </c:pt>
                <c:pt idx="65">
                  <c:v>1.0967544</c:v>
                </c:pt>
                <c:pt idx="66">
                  <c:v>1.0969489</c:v>
                </c:pt>
                <c:pt idx="67">
                  <c:v>1.0973016</c:v>
                </c:pt>
                <c:pt idx="68">
                  <c:v>1.0974994</c:v>
                </c:pt>
                <c:pt idx="69">
                  <c:v>1.0974698</c:v>
                </c:pt>
                <c:pt idx="70">
                  <c:v>1.097258</c:v>
                </c:pt>
                <c:pt idx="71">
                  <c:v>1.0968896</c:v>
                </c:pt>
                <c:pt idx="72">
                  <c:v>1.0967907</c:v>
                </c:pt>
                <c:pt idx="73">
                  <c:v>1.0967336</c:v>
                </c:pt>
                <c:pt idx="74">
                  <c:v>1.0966536</c:v>
                </c:pt>
                <c:pt idx="75">
                  <c:v>1.0966218</c:v>
                </c:pt>
                <c:pt idx="76">
                  <c:v>1.096606</c:v>
                </c:pt>
                <c:pt idx="77">
                  <c:v>1.0967269</c:v>
                </c:pt>
                <c:pt idx="78">
                  <c:v>1.0965805</c:v>
                </c:pt>
                <c:pt idx="79">
                  <c:v>1.0965267</c:v>
                </c:pt>
                <c:pt idx="80">
                  <c:v>1.0965073</c:v>
                </c:pt>
                <c:pt idx="81">
                  <c:v>1.0964575</c:v>
                </c:pt>
                <c:pt idx="82">
                  <c:v>1.0964056</c:v>
                </c:pt>
                <c:pt idx="83">
                  <c:v>1.0963732</c:v>
                </c:pt>
                <c:pt idx="84">
                  <c:v>1.0963093</c:v>
                </c:pt>
                <c:pt idx="85">
                  <c:v>1.096282</c:v>
                </c:pt>
                <c:pt idx="86">
                  <c:v>1.0962472</c:v>
                </c:pt>
                <c:pt idx="87">
                  <c:v>1.0962961</c:v>
                </c:pt>
                <c:pt idx="88">
                  <c:v>1.0960513</c:v>
                </c:pt>
                <c:pt idx="89">
                  <c:v>1.0961081</c:v>
                </c:pt>
                <c:pt idx="90">
                  <c:v>1.0960773</c:v>
                </c:pt>
                <c:pt idx="91">
                  <c:v>1.0961448</c:v>
                </c:pt>
                <c:pt idx="92">
                  <c:v>1.0961519</c:v>
                </c:pt>
                <c:pt idx="93">
                  <c:v>1.0958848</c:v>
                </c:pt>
                <c:pt idx="94">
                  <c:v>1.0959332</c:v>
                </c:pt>
                <c:pt idx="95">
                  <c:v>1.095837</c:v>
                </c:pt>
                <c:pt idx="96">
                  <c:v>1.0958918</c:v>
                </c:pt>
                <c:pt idx="97">
                  <c:v>1.0958742</c:v>
                </c:pt>
                <c:pt idx="98">
                  <c:v>1.0957625</c:v>
                </c:pt>
              </c:numCache>
            </c:numRef>
          </c:yVal>
        </c:ser>
        <c:ser>
          <c:idx val="8"/>
          <c:order val="8"/>
          <c:tx>
            <c:v>Batch1_cell_009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Data'!$R$2:$R$100</c:f>
              <c:numCache>
                <c:formatCode>General</c:formatCode>
                <c:ptCount val="99"/>
                <c:pt idx="0">
                  <c:v>1.0829742</c:v>
                </c:pt>
                <c:pt idx="1">
                  <c:v>1.0836858</c:v>
                </c:pt>
                <c:pt idx="2">
                  <c:v>1.0842299</c:v>
                </c:pt>
                <c:pt idx="3">
                  <c:v>1.0847102</c:v>
                </c:pt>
                <c:pt idx="4">
                  <c:v>1.0852641</c:v>
                </c:pt>
                <c:pt idx="5">
                  <c:v>1.085762</c:v>
                </c:pt>
                <c:pt idx="6">
                  <c:v>1.0860056</c:v>
                </c:pt>
                <c:pt idx="7">
                  <c:v>1.0863638</c:v>
                </c:pt>
                <c:pt idx="8">
                  <c:v>1.0866315</c:v>
                </c:pt>
                <c:pt idx="9">
                  <c:v>1.086799</c:v>
                </c:pt>
                <c:pt idx="10">
                  <c:v>1.0870346</c:v>
                </c:pt>
                <c:pt idx="11">
                  <c:v>1.087181</c:v>
                </c:pt>
                <c:pt idx="12">
                  <c:v>1.0872157</c:v>
                </c:pt>
                <c:pt idx="13">
                  <c:v>1.0871215</c:v>
                </c:pt>
                <c:pt idx="14">
                  <c:v>1.0873179</c:v>
                </c:pt>
                <c:pt idx="15">
                  <c:v>1.0873795</c:v>
                </c:pt>
                <c:pt idx="16">
                  <c:v>1.0875041</c:v>
                </c:pt>
                <c:pt idx="17">
                  <c:v>1.0875157</c:v>
                </c:pt>
                <c:pt idx="18">
                  <c:v>1.0875694</c:v>
                </c:pt>
                <c:pt idx="19">
                  <c:v>1.0876187</c:v>
                </c:pt>
                <c:pt idx="20">
                  <c:v>1.0877124</c:v>
                </c:pt>
                <c:pt idx="21">
                  <c:v>1.0876653</c:v>
                </c:pt>
                <c:pt idx="22">
                  <c:v>1.0877374</c:v>
                </c:pt>
                <c:pt idx="23">
                  <c:v>1.0877383</c:v>
                </c:pt>
                <c:pt idx="24">
                  <c:v>1.0877628</c:v>
                </c:pt>
                <c:pt idx="25">
                  <c:v>1.087786</c:v>
                </c:pt>
                <c:pt idx="26">
                  <c:v>1.0877867</c:v>
                </c:pt>
                <c:pt idx="27">
                  <c:v>1.0879239</c:v>
                </c:pt>
                <c:pt idx="28">
                  <c:v>1.0879281</c:v>
                </c:pt>
                <c:pt idx="29">
                  <c:v>1.0879413</c:v>
                </c:pt>
                <c:pt idx="30">
                  <c:v>1.0879295</c:v>
                </c:pt>
                <c:pt idx="31">
                  <c:v>1.087972</c:v>
                </c:pt>
                <c:pt idx="32">
                  <c:v>1.0879275</c:v>
                </c:pt>
                <c:pt idx="33">
                  <c:v>1.0879639</c:v>
                </c:pt>
                <c:pt idx="34">
                  <c:v>1.0880113</c:v>
                </c:pt>
                <c:pt idx="35">
                  <c:v>1.0880399</c:v>
                </c:pt>
                <c:pt idx="36">
                  <c:v>1.0880636</c:v>
                </c:pt>
                <c:pt idx="37">
                  <c:v>1.0880574</c:v>
                </c:pt>
                <c:pt idx="38">
                  <c:v>1.0880647</c:v>
                </c:pt>
                <c:pt idx="39">
                  <c:v>1.0880977</c:v>
                </c:pt>
                <c:pt idx="40">
                  <c:v>1.0880865</c:v>
                </c:pt>
                <c:pt idx="41">
                  <c:v>1.0880245</c:v>
                </c:pt>
                <c:pt idx="42">
                  <c:v>1.0879619</c:v>
                </c:pt>
                <c:pt idx="43">
                  <c:v>1.0880111</c:v>
                </c:pt>
                <c:pt idx="44">
                  <c:v>1.0880554</c:v>
                </c:pt>
                <c:pt idx="45">
                  <c:v>1.0880666</c:v>
                </c:pt>
                <c:pt idx="46">
                  <c:v>1.0880635</c:v>
                </c:pt>
                <c:pt idx="47">
                  <c:v>1.0880865</c:v>
                </c:pt>
                <c:pt idx="48">
                  <c:v>1.0880841</c:v>
                </c:pt>
                <c:pt idx="49">
                  <c:v>1.0881288</c:v>
                </c:pt>
                <c:pt idx="50">
                  <c:v>1.0884784</c:v>
                </c:pt>
                <c:pt idx="51">
                  <c:v>1.088695</c:v>
                </c:pt>
                <c:pt idx="52">
                  <c:v>1.0888647</c:v>
                </c:pt>
                <c:pt idx="53">
                  <c:v>1.0889499</c:v>
                </c:pt>
                <c:pt idx="54">
                  <c:v>1.0888634</c:v>
                </c:pt>
                <c:pt idx="55">
                  <c:v>1.0882839</c:v>
                </c:pt>
                <c:pt idx="56">
                  <c:v>1.0883187</c:v>
                </c:pt>
                <c:pt idx="57">
                  <c:v>1.0883174</c:v>
                </c:pt>
                <c:pt idx="58">
                  <c:v>1.0883482</c:v>
                </c:pt>
                <c:pt idx="59">
                  <c:v>1.0883431</c:v>
                </c:pt>
                <c:pt idx="60">
                  <c:v>1.0883257</c:v>
                </c:pt>
                <c:pt idx="61">
                  <c:v>1.0883681</c:v>
                </c:pt>
                <c:pt idx="62">
                  <c:v>1.0883664</c:v>
                </c:pt>
                <c:pt idx="63">
                  <c:v>1.0883844</c:v>
                </c:pt>
                <c:pt idx="64">
                  <c:v>1.0883226</c:v>
                </c:pt>
                <c:pt idx="65">
                  <c:v>1.0882971</c:v>
                </c:pt>
                <c:pt idx="66">
                  <c:v>1.0882499</c:v>
                </c:pt>
                <c:pt idx="67">
                  <c:v>1.08831</c:v>
                </c:pt>
                <c:pt idx="68">
                  <c:v>1.0882537</c:v>
                </c:pt>
                <c:pt idx="69">
                  <c:v>1.0882674</c:v>
                </c:pt>
                <c:pt idx="70">
                  <c:v>1.0882212</c:v>
                </c:pt>
                <c:pt idx="71">
                  <c:v>1.0882043</c:v>
                </c:pt>
                <c:pt idx="72">
                  <c:v>1.0881728</c:v>
                </c:pt>
                <c:pt idx="73">
                  <c:v>1.0881227</c:v>
                </c:pt>
                <c:pt idx="74">
                  <c:v>1.0880947</c:v>
                </c:pt>
                <c:pt idx="75">
                  <c:v>1.0881171</c:v>
                </c:pt>
                <c:pt idx="76">
                  <c:v>1.0880589</c:v>
                </c:pt>
                <c:pt idx="77">
                  <c:v>1.0880405</c:v>
                </c:pt>
                <c:pt idx="78">
                  <c:v>1.0880493</c:v>
                </c:pt>
                <c:pt idx="79">
                  <c:v>1.0880032</c:v>
                </c:pt>
                <c:pt idx="80">
                  <c:v>1.0879772</c:v>
                </c:pt>
                <c:pt idx="81">
                  <c:v>1.0880091</c:v>
                </c:pt>
                <c:pt idx="82">
                  <c:v>1.0880288</c:v>
                </c:pt>
                <c:pt idx="83">
                  <c:v>1.0878466</c:v>
                </c:pt>
                <c:pt idx="84">
                  <c:v>1.0878968</c:v>
                </c:pt>
                <c:pt idx="85">
                  <c:v>1.0878869</c:v>
                </c:pt>
                <c:pt idx="86">
                  <c:v>1.0877805</c:v>
                </c:pt>
                <c:pt idx="87">
                  <c:v>1.0878149</c:v>
                </c:pt>
                <c:pt idx="88">
                  <c:v>1.0877758</c:v>
                </c:pt>
                <c:pt idx="89">
                  <c:v>1.0877765</c:v>
                </c:pt>
                <c:pt idx="90">
                  <c:v>1.0877366</c:v>
                </c:pt>
                <c:pt idx="91">
                  <c:v>1.0877336</c:v>
                </c:pt>
                <c:pt idx="92">
                  <c:v>1.087725</c:v>
                </c:pt>
                <c:pt idx="93">
                  <c:v>1.0876564</c:v>
                </c:pt>
                <c:pt idx="94">
                  <c:v>1.0877317</c:v>
                </c:pt>
                <c:pt idx="95">
                  <c:v>1.0876859</c:v>
                </c:pt>
                <c:pt idx="96">
                  <c:v>1.0876646</c:v>
                </c:pt>
                <c:pt idx="97">
                  <c:v>1.0876714</c:v>
                </c:pt>
                <c:pt idx="98">
                  <c:v>1.0876312</c:v>
                </c:pt>
              </c:numCache>
            </c:numRef>
          </c:yVal>
        </c:ser>
        <c:ser>
          <c:idx val="9"/>
          <c:order val="9"/>
          <c:tx>
            <c:v>Batch1_cell_011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Data'!$T$2:$T$100</c:f>
              <c:numCache>
                <c:formatCode>General</c:formatCode>
                <c:ptCount val="99"/>
                <c:pt idx="0">
                  <c:v>1.0537786</c:v>
                </c:pt>
                <c:pt idx="1">
                  <c:v>1.0550324</c:v>
                </c:pt>
                <c:pt idx="2">
                  <c:v>1.0558786</c:v>
                </c:pt>
                <c:pt idx="3">
                  <c:v>1.0564448</c:v>
                </c:pt>
                <c:pt idx="4">
                  <c:v>1.0570793</c:v>
                </c:pt>
                <c:pt idx="5">
                  <c:v>1.0575227</c:v>
                </c:pt>
                <c:pt idx="6">
                  <c:v>1.0577066</c:v>
                </c:pt>
                <c:pt idx="7">
                  <c:v>1.0579443</c:v>
                </c:pt>
                <c:pt idx="8">
                  <c:v>1.0581003</c:v>
                </c:pt>
                <c:pt idx="9">
                  <c:v>1.0582161</c:v>
                </c:pt>
                <c:pt idx="10">
                  <c:v>1.063239</c:v>
                </c:pt>
                <c:pt idx="11">
                  <c:v>1.0546725</c:v>
                </c:pt>
                <c:pt idx="12">
                  <c:v>1.0581912</c:v>
                </c:pt>
                <c:pt idx="13">
                  <c:v>1.0592513</c:v>
                </c:pt>
                <c:pt idx="14">
                  <c:v>1.0594341</c:v>
                </c:pt>
                <c:pt idx="15">
                  <c:v>1.0597637</c:v>
                </c:pt>
                <c:pt idx="16">
                  <c:v>1.0598733</c:v>
                </c:pt>
                <c:pt idx="17">
                  <c:v>1.0600343</c:v>
                </c:pt>
                <c:pt idx="18">
                  <c:v>1.0601169</c:v>
                </c:pt>
                <c:pt idx="19">
                  <c:v>1.060204</c:v>
                </c:pt>
                <c:pt idx="20">
                  <c:v>1.0603255</c:v>
                </c:pt>
                <c:pt idx="21">
                  <c:v>1.0603709</c:v>
                </c:pt>
                <c:pt idx="22">
                  <c:v>1.060411</c:v>
                </c:pt>
                <c:pt idx="23">
                  <c:v>1.0604973</c:v>
                </c:pt>
                <c:pt idx="24">
                  <c:v>1.0605817</c:v>
                </c:pt>
                <c:pt idx="25">
                  <c:v>1.0606208</c:v>
                </c:pt>
                <c:pt idx="26">
                  <c:v>1.0606647</c:v>
                </c:pt>
                <c:pt idx="27">
                  <c:v>1.0605912</c:v>
                </c:pt>
                <c:pt idx="28">
                  <c:v>1.0606567</c:v>
                </c:pt>
                <c:pt idx="29">
                  <c:v>1.0607418</c:v>
                </c:pt>
                <c:pt idx="30">
                  <c:v>1.0607618</c:v>
                </c:pt>
                <c:pt idx="31">
                  <c:v>1.0607289</c:v>
                </c:pt>
                <c:pt idx="32">
                  <c:v>1.0608156</c:v>
                </c:pt>
                <c:pt idx="33">
                  <c:v>1.0607839</c:v>
                </c:pt>
                <c:pt idx="34">
                  <c:v>1.060778</c:v>
                </c:pt>
                <c:pt idx="35">
                  <c:v>1.0608572</c:v>
                </c:pt>
                <c:pt idx="36">
                  <c:v>1.0607986</c:v>
                </c:pt>
                <c:pt idx="37">
                  <c:v>1.0607476</c:v>
                </c:pt>
                <c:pt idx="38">
                  <c:v>1.0607281</c:v>
                </c:pt>
                <c:pt idx="39">
                  <c:v>1.0607802</c:v>
                </c:pt>
                <c:pt idx="40">
                  <c:v>1.0608294</c:v>
                </c:pt>
                <c:pt idx="41">
                  <c:v>1.0607998</c:v>
                </c:pt>
                <c:pt idx="42">
                  <c:v>1.0608656</c:v>
                </c:pt>
                <c:pt idx="43">
                  <c:v>1.0608354</c:v>
                </c:pt>
                <c:pt idx="44">
                  <c:v>1.0608411</c:v>
                </c:pt>
                <c:pt idx="45">
                  <c:v>1.0608016</c:v>
                </c:pt>
                <c:pt idx="46">
                  <c:v>1.0607896</c:v>
                </c:pt>
                <c:pt idx="47">
                  <c:v>1.0607409</c:v>
                </c:pt>
                <c:pt idx="48">
                  <c:v>1.0607976</c:v>
                </c:pt>
                <c:pt idx="49">
                  <c:v>1.0608244</c:v>
                </c:pt>
                <c:pt idx="50">
                  <c:v>1.0608104</c:v>
                </c:pt>
                <c:pt idx="51">
                  <c:v>1.0608605</c:v>
                </c:pt>
                <c:pt idx="52">
                  <c:v>1.0608684</c:v>
                </c:pt>
                <c:pt idx="53">
                  <c:v>1.0608323</c:v>
                </c:pt>
                <c:pt idx="54">
                  <c:v>1.060842</c:v>
                </c:pt>
                <c:pt idx="55">
                  <c:v>1.0608374</c:v>
                </c:pt>
                <c:pt idx="56">
                  <c:v>1.0607977</c:v>
                </c:pt>
                <c:pt idx="57">
                  <c:v>1.0608158</c:v>
                </c:pt>
                <c:pt idx="58">
                  <c:v>1.0607756</c:v>
                </c:pt>
                <c:pt idx="59">
                  <c:v>1.0608081</c:v>
                </c:pt>
                <c:pt idx="60">
                  <c:v>1.0608056</c:v>
                </c:pt>
                <c:pt idx="61">
                  <c:v>1.0607936</c:v>
                </c:pt>
                <c:pt idx="62">
                  <c:v>1.0607446</c:v>
                </c:pt>
                <c:pt idx="63">
                  <c:v>1.0607895</c:v>
                </c:pt>
                <c:pt idx="64">
                  <c:v>1.0609766</c:v>
                </c:pt>
                <c:pt idx="65">
                  <c:v>1.0612326</c:v>
                </c:pt>
                <c:pt idx="66">
                  <c:v>1.0613045</c:v>
                </c:pt>
                <c:pt idx="67">
                  <c:v>1.0613277</c:v>
                </c:pt>
                <c:pt idx="68">
                  <c:v>1.0609633</c:v>
                </c:pt>
                <c:pt idx="69">
                  <c:v>1.0606472</c:v>
                </c:pt>
                <c:pt idx="70">
                  <c:v>1.0606213</c:v>
                </c:pt>
                <c:pt idx="71">
                  <c:v>1.0605559</c:v>
                </c:pt>
                <c:pt idx="72">
                  <c:v>1.0605737</c:v>
                </c:pt>
                <c:pt idx="73">
                  <c:v>1.0605042</c:v>
                </c:pt>
                <c:pt idx="74">
                  <c:v>1.0604928</c:v>
                </c:pt>
                <c:pt idx="75">
                  <c:v>1.060475</c:v>
                </c:pt>
                <c:pt idx="76">
                  <c:v>1.0604627</c:v>
                </c:pt>
                <c:pt idx="77">
                  <c:v>1.0604252</c:v>
                </c:pt>
                <c:pt idx="78">
                  <c:v>1.0603856</c:v>
                </c:pt>
                <c:pt idx="79">
                  <c:v>1.0603554</c:v>
                </c:pt>
                <c:pt idx="80">
                  <c:v>1.06032</c:v>
                </c:pt>
                <c:pt idx="81">
                  <c:v>1.0602574</c:v>
                </c:pt>
                <c:pt idx="82">
                  <c:v>1.0602065</c:v>
                </c:pt>
                <c:pt idx="83">
                  <c:v>1.0602627</c:v>
                </c:pt>
                <c:pt idx="84">
                  <c:v>1.0602075</c:v>
                </c:pt>
                <c:pt idx="85">
                  <c:v>1.0601398</c:v>
                </c:pt>
                <c:pt idx="86">
                  <c:v>1.0601214</c:v>
                </c:pt>
                <c:pt idx="87">
                  <c:v>1.060102</c:v>
                </c:pt>
                <c:pt idx="88">
                  <c:v>1.0600952</c:v>
                </c:pt>
                <c:pt idx="89">
                  <c:v>1.0600435</c:v>
                </c:pt>
                <c:pt idx="90">
                  <c:v>1.060059</c:v>
                </c:pt>
                <c:pt idx="91">
                  <c:v>1.0600466</c:v>
                </c:pt>
                <c:pt idx="92">
                  <c:v>1.0600255</c:v>
                </c:pt>
                <c:pt idx="93">
                  <c:v>1.0599967</c:v>
                </c:pt>
                <c:pt idx="94">
                  <c:v>1.060007</c:v>
                </c:pt>
                <c:pt idx="95">
                  <c:v>1.0599943</c:v>
                </c:pt>
                <c:pt idx="96">
                  <c:v>1.0599643</c:v>
                </c:pt>
                <c:pt idx="97">
                  <c:v>1.0599473</c:v>
                </c:pt>
                <c:pt idx="98">
                  <c:v>1.0599719</c:v>
                </c:pt>
              </c:numCache>
            </c:numRef>
          </c:yVal>
        </c:ser>
        <c:ser>
          <c:idx val="10"/>
          <c:order val="10"/>
          <c:tx>
            <c:v>Batch1_cell_014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Data'!$V$2:$V$100</c:f>
              <c:numCache>
                <c:formatCode>General</c:formatCode>
                <c:ptCount val="99"/>
                <c:pt idx="0">
                  <c:v>1.0709661</c:v>
                </c:pt>
                <c:pt idx="1">
                  <c:v>1.0721085</c:v>
                </c:pt>
                <c:pt idx="2">
                  <c:v>1.0724825</c:v>
                </c:pt>
                <c:pt idx="3">
                  <c:v>1.0733926</c:v>
                </c:pt>
                <c:pt idx="4">
                  <c:v>1.0739669</c:v>
                </c:pt>
                <c:pt idx="5">
                  <c:v>1.0743964</c:v>
                </c:pt>
                <c:pt idx="6">
                  <c:v>1.0747879</c:v>
                </c:pt>
                <c:pt idx="7">
                  <c:v>1.0750496</c:v>
                </c:pt>
                <c:pt idx="8">
                  <c:v>1.0752021</c:v>
                </c:pt>
                <c:pt idx="9">
                  <c:v>1.0754467</c:v>
                </c:pt>
                <c:pt idx="10">
                  <c:v>1.075588</c:v>
                </c:pt>
                <c:pt idx="11">
                  <c:v>1.0708272</c:v>
                </c:pt>
                <c:pt idx="12">
                  <c:v>1.0733058</c:v>
                </c:pt>
                <c:pt idx="13">
                  <c:v>1.0742126</c:v>
                </c:pt>
                <c:pt idx="14">
                  <c:v>1.074666</c:v>
                </c:pt>
                <c:pt idx="15">
                  <c:v>1.075002</c:v>
                </c:pt>
                <c:pt idx="16">
                  <c:v>1.0752209</c:v>
                </c:pt>
                <c:pt idx="17">
                  <c:v>1.0754372</c:v>
                </c:pt>
                <c:pt idx="18">
                  <c:v>1.0755485</c:v>
                </c:pt>
                <c:pt idx="19">
                  <c:v>1.0757278</c:v>
                </c:pt>
                <c:pt idx="20">
                  <c:v>1.0758342</c:v>
                </c:pt>
                <c:pt idx="21">
                  <c:v>1.0759634</c:v>
                </c:pt>
                <c:pt idx="22">
                  <c:v>1.0760384</c:v>
                </c:pt>
                <c:pt idx="23">
                  <c:v>1.0761058</c:v>
                </c:pt>
                <c:pt idx="24">
                  <c:v>1.0761521</c:v>
                </c:pt>
                <c:pt idx="25">
                  <c:v>1.076239</c:v>
                </c:pt>
                <c:pt idx="26">
                  <c:v>1.0763023</c:v>
                </c:pt>
                <c:pt idx="27">
                  <c:v>1.0762902</c:v>
                </c:pt>
                <c:pt idx="28">
                  <c:v>1.076317</c:v>
                </c:pt>
                <c:pt idx="29">
                  <c:v>1.0763752</c:v>
                </c:pt>
                <c:pt idx="30">
                  <c:v>1.0763735</c:v>
                </c:pt>
                <c:pt idx="31">
                  <c:v>1.0764148</c:v>
                </c:pt>
                <c:pt idx="32">
                  <c:v>1.0764453</c:v>
                </c:pt>
                <c:pt idx="33">
                  <c:v>1.0765239</c:v>
                </c:pt>
                <c:pt idx="34">
                  <c:v>1.0764983</c:v>
                </c:pt>
                <c:pt idx="35">
                  <c:v>1.0764903</c:v>
                </c:pt>
                <c:pt idx="36">
                  <c:v>1.0765082</c:v>
                </c:pt>
                <c:pt idx="37">
                  <c:v>1.0765262</c:v>
                </c:pt>
                <c:pt idx="38">
                  <c:v>1.0765123</c:v>
                </c:pt>
                <c:pt idx="39">
                  <c:v>1.0765719</c:v>
                </c:pt>
                <c:pt idx="40">
                  <c:v>1.0765539</c:v>
                </c:pt>
                <c:pt idx="41">
                  <c:v>1.0765997</c:v>
                </c:pt>
                <c:pt idx="42">
                  <c:v>1.0766424</c:v>
                </c:pt>
                <c:pt idx="43">
                  <c:v>1.0766463</c:v>
                </c:pt>
                <c:pt idx="44">
                  <c:v>1.0766604</c:v>
                </c:pt>
                <c:pt idx="45">
                  <c:v>1.0766722</c:v>
                </c:pt>
                <c:pt idx="46">
                  <c:v>1.0766946</c:v>
                </c:pt>
                <c:pt idx="47">
                  <c:v>1.0766773</c:v>
                </c:pt>
                <c:pt idx="48">
                  <c:v>1.0766748</c:v>
                </c:pt>
                <c:pt idx="49">
                  <c:v>1.0766805</c:v>
                </c:pt>
                <c:pt idx="50">
                  <c:v>1.0767028</c:v>
                </c:pt>
                <c:pt idx="51">
                  <c:v>1.0767175</c:v>
                </c:pt>
                <c:pt idx="52">
                  <c:v>1.0767239</c:v>
                </c:pt>
                <c:pt idx="53">
                  <c:v>1.0767397</c:v>
                </c:pt>
                <c:pt idx="54">
                  <c:v>1.0767298</c:v>
                </c:pt>
                <c:pt idx="55">
                  <c:v>1.0766966</c:v>
                </c:pt>
                <c:pt idx="56">
                  <c:v>1.0766729</c:v>
                </c:pt>
                <c:pt idx="57">
                  <c:v>1.0767031</c:v>
                </c:pt>
                <c:pt idx="58">
                  <c:v>1.0767072</c:v>
                </c:pt>
                <c:pt idx="59">
                  <c:v>1.0767188</c:v>
                </c:pt>
                <c:pt idx="60">
                  <c:v>1.0767187</c:v>
                </c:pt>
                <c:pt idx="61">
                  <c:v>1.0767469</c:v>
                </c:pt>
                <c:pt idx="62">
                  <c:v>1.0767279</c:v>
                </c:pt>
                <c:pt idx="63">
                  <c:v>1.0766987</c:v>
                </c:pt>
                <c:pt idx="64">
                  <c:v>1.0771694</c:v>
                </c:pt>
                <c:pt idx="65">
                  <c:v>1.0774825</c:v>
                </c:pt>
                <c:pt idx="66">
                  <c:v>1.0776737</c:v>
                </c:pt>
                <c:pt idx="67">
                  <c:v>1.0777957</c:v>
                </c:pt>
                <c:pt idx="68">
                  <c:v>1.0778438</c:v>
                </c:pt>
                <c:pt idx="69">
                  <c:v>1.0774096</c:v>
                </c:pt>
                <c:pt idx="70">
                  <c:v>1.0768363</c:v>
                </c:pt>
                <c:pt idx="71">
                  <c:v>1.0767423</c:v>
                </c:pt>
                <c:pt idx="72">
                  <c:v>1.0767398</c:v>
                </c:pt>
                <c:pt idx="73">
                  <c:v>1.0767204</c:v>
                </c:pt>
                <c:pt idx="74">
                  <c:v>1.0766926</c:v>
                </c:pt>
                <c:pt idx="75">
                  <c:v>1.0767032</c:v>
                </c:pt>
                <c:pt idx="76">
                  <c:v>1.0766834</c:v>
                </c:pt>
                <c:pt idx="77">
                  <c:v>1.0766711</c:v>
                </c:pt>
                <c:pt idx="78">
                  <c:v>1.076668</c:v>
                </c:pt>
                <c:pt idx="79">
                  <c:v>1.076647</c:v>
                </c:pt>
                <c:pt idx="80">
                  <c:v>1.0766025</c:v>
                </c:pt>
                <c:pt idx="81">
                  <c:v>1.0765674</c:v>
                </c:pt>
                <c:pt idx="82">
                  <c:v>1.0765575</c:v>
                </c:pt>
                <c:pt idx="83">
                  <c:v>1.0765196</c:v>
                </c:pt>
                <c:pt idx="84">
                  <c:v>1.0765129</c:v>
                </c:pt>
                <c:pt idx="85">
                  <c:v>1.0764761</c:v>
                </c:pt>
                <c:pt idx="86">
                  <c:v>1.0764645</c:v>
                </c:pt>
                <c:pt idx="87">
                  <c:v>1.0764339</c:v>
                </c:pt>
                <c:pt idx="88">
                  <c:v>1.0764236</c:v>
                </c:pt>
                <c:pt idx="89">
                  <c:v>1.0763458</c:v>
                </c:pt>
                <c:pt idx="90">
                  <c:v>1.0763781</c:v>
                </c:pt>
                <c:pt idx="91">
                  <c:v>1.0763344</c:v>
                </c:pt>
                <c:pt idx="92">
                  <c:v>1.0763228</c:v>
                </c:pt>
                <c:pt idx="93">
                  <c:v>1.0762875</c:v>
                </c:pt>
                <c:pt idx="94">
                  <c:v>1.0762664</c:v>
                </c:pt>
                <c:pt idx="95">
                  <c:v>1.0762461</c:v>
                </c:pt>
                <c:pt idx="96">
                  <c:v>1.0762311</c:v>
                </c:pt>
                <c:pt idx="97">
                  <c:v>1.076214</c:v>
                </c:pt>
                <c:pt idx="98">
                  <c:v>1.0762016</c:v>
                </c:pt>
              </c:numCache>
            </c:numRef>
          </c:yVal>
        </c:ser>
        <c:ser>
          <c:idx val="11"/>
          <c:order val="11"/>
          <c:tx>
            <c:v>Batch1_cell_015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Data'!$X$2:$X$100</c:f>
              <c:numCache>
                <c:formatCode>General</c:formatCode>
                <c:ptCount val="99"/>
                <c:pt idx="0">
                  <c:v>1.0611236</c:v>
                </c:pt>
                <c:pt idx="1">
                  <c:v>1.0627433</c:v>
                </c:pt>
                <c:pt idx="2">
                  <c:v>1.0637267</c:v>
                </c:pt>
                <c:pt idx="3">
                  <c:v>1.0646247</c:v>
                </c:pt>
                <c:pt idx="4">
                  <c:v>1.0652857</c:v>
                </c:pt>
                <c:pt idx="5">
                  <c:v>1.0656844</c:v>
                </c:pt>
                <c:pt idx="6">
                  <c:v>1.0661272</c:v>
                </c:pt>
                <c:pt idx="7">
                  <c:v>1.066329</c:v>
                </c:pt>
                <c:pt idx="8">
                  <c:v>1.0666022</c:v>
                </c:pt>
                <c:pt idx="9">
                  <c:v>1.0668538</c:v>
                </c:pt>
                <c:pt idx="10">
                  <c:v>1.0670686</c:v>
                </c:pt>
                <c:pt idx="11">
                  <c:v>1.0619684</c:v>
                </c:pt>
                <c:pt idx="12">
                  <c:v>1.064705</c:v>
                </c:pt>
                <c:pt idx="13">
                  <c:v>1.0656984</c:v>
                </c:pt>
                <c:pt idx="14">
                  <c:v>1.0661721</c:v>
                </c:pt>
                <c:pt idx="15">
                  <c:v>1.0665389</c:v>
                </c:pt>
                <c:pt idx="16">
                  <c:v>1.0667986</c:v>
                </c:pt>
                <c:pt idx="17">
                  <c:v>1.0669607</c:v>
                </c:pt>
                <c:pt idx="18">
                  <c:v>1.0670619</c:v>
                </c:pt>
                <c:pt idx="19">
                  <c:v>1.0672472</c:v>
                </c:pt>
                <c:pt idx="20">
                  <c:v>1.0673987</c:v>
                </c:pt>
                <c:pt idx="21">
                  <c:v>1.0674989</c:v>
                </c:pt>
                <c:pt idx="22">
                  <c:v>1.0675882</c:v>
                </c:pt>
                <c:pt idx="23">
                  <c:v>1.0676802</c:v>
                </c:pt>
                <c:pt idx="24">
                  <c:v>1.0678107</c:v>
                </c:pt>
                <c:pt idx="25">
                  <c:v>1.0678054</c:v>
                </c:pt>
                <c:pt idx="26">
                  <c:v>1.067872</c:v>
                </c:pt>
                <c:pt idx="27">
                  <c:v>1.0678892</c:v>
                </c:pt>
                <c:pt idx="28">
                  <c:v>1.0679092</c:v>
                </c:pt>
                <c:pt idx="29">
                  <c:v>1.0679616</c:v>
                </c:pt>
                <c:pt idx="30">
                  <c:v>1.0679523</c:v>
                </c:pt>
                <c:pt idx="31">
                  <c:v>1.0680311</c:v>
                </c:pt>
                <c:pt idx="32">
                  <c:v>1.0680087</c:v>
                </c:pt>
                <c:pt idx="33">
                  <c:v>1.0680912</c:v>
                </c:pt>
                <c:pt idx="34">
                  <c:v>1.0681103</c:v>
                </c:pt>
                <c:pt idx="35">
                  <c:v>1.0681505</c:v>
                </c:pt>
                <c:pt idx="36">
                  <c:v>1.0681075</c:v>
                </c:pt>
                <c:pt idx="37">
                  <c:v>1.0681568</c:v>
                </c:pt>
                <c:pt idx="38">
                  <c:v>1.0681452</c:v>
                </c:pt>
                <c:pt idx="39">
                  <c:v>1.0681616</c:v>
                </c:pt>
                <c:pt idx="40">
                  <c:v>1.0681611</c:v>
                </c:pt>
                <c:pt idx="41">
                  <c:v>1.0682268</c:v>
                </c:pt>
                <c:pt idx="42">
                  <c:v>1.0683097</c:v>
                </c:pt>
                <c:pt idx="43">
                  <c:v>1.0683342</c:v>
                </c:pt>
                <c:pt idx="44">
                  <c:v>1.0683416</c:v>
                </c:pt>
                <c:pt idx="45">
                  <c:v>1.0683876</c:v>
                </c:pt>
                <c:pt idx="46">
                  <c:v>1.068409</c:v>
                </c:pt>
                <c:pt idx="47">
                  <c:v>1.0684175</c:v>
                </c:pt>
                <c:pt idx="48">
                  <c:v>1.0684544</c:v>
                </c:pt>
                <c:pt idx="49">
                  <c:v>1.0684283</c:v>
                </c:pt>
                <c:pt idx="50">
                  <c:v>1.0685061</c:v>
                </c:pt>
                <c:pt idx="51">
                  <c:v>1.0684671</c:v>
                </c:pt>
                <c:pt idx="52">
                  <c:v>1.0685114</c:v>
                </c:pt>
                <c:pt idx="53">
                  <c:v>1.0685248</c:v>
                </c:pt>
                <c:pt idx="54">
                  <c:v>1.0685147</c:v>
                </c:pt>
                <c:pt idx="55">
                  <c:v>1.0684834</c:v>
                </c:pt>
                <c:pt idx="56">
                  <c:v>1.0684159</c:v>
                </c:pt>
                <c:pt idx="57">
                  <c:v>1.068458</c:v>
                </c:pt>
                <c:pt idx="58">
                  <c:v>1.0685111</c:v>
                </c:pt>
                <c:pt idx="59">
                  <c:v>1.068517</c:v>
                </c:pt>
                <c:pt idx="60">
                  <c:v>1.0685157</c:v>
                </c:pt>
                <c:pt idx="61">
                  <c:v>1.0685083</c:v>
                </c:pt>
                <c:pt idx="62">
                  <c:v>1.0685242</c:v>
                </c:pt>
                <c:pt idx="63">
                  <c:v>1.0684459</c:v>
                </c:pt>
                <c:pt idx="64">
                  <c:v>1.068681</c:v>
                </c:pt>
                <c:pt idx="65">
                  <c:v>1.0689471</c:v>
                </c:pt>
                <c:pt idx="66">
                  <c:v>1.0691566</c:v>
                </c:pt>
                <c:pt idx="67">
                  <c:v>1.0692786</c:v>
                </c:pt>
                <c:pt idx="68">
                  <c:v>1.0693387</c:v>
                </c:pt>
                <c:pt idx="69">
                  <c:v>1.0690067</c:v>
                </c:pt>
                <c:pt idx="70">
                  <c:v>1.0685395</c:v>
                </c:pt>
                <c:pt idx="71">
                  <c:v>1.0684167</c:v>
                </c:pt>
                <c:pt idx="72">
                  <c:v>1.0683059</c:v>
                </c:pt>
                <c:pt idx="73">
                  <c:v>1.0682695</c:v>
                </c:pt>
                <c:pt idx="74">
                  <c:v>1.0682559</c:v>
                </c:pt>
                <c:pt idx="75">
                  <c:v>1.0682493</c:v>
                </c:pt>
                <c:pt idx="76">
                  <c:v>1.0682222</c:v>
                </c:pt>
                <c:pt idx="77">
                  <c:v>1.0682192</c:v>
                </c:pt>
                <c:pt idx="78">
                  <c:v>1.0682</c:v>
                </c:pt>
                <c:pt idx="79">
                  <c:v>1.0681738</c:v>
                </c:pt>
                <c:pt idx="80">
                  <c:v>1.0681331</c:v>
                </c:pt>
                <c:pt idx="81">
                  <c:v>1.0680928</c:v>
                </c:pt>
                <c:pt idx="82">
                  <c:v>1.0680863</c:v>
                </c:pt>
                <c:pt idx="83">
                  <c:v>1.0680563</c:v>
                </c:pt>
                <c:pt idx="84">
                  <c:v>1.0680398</c:v>
                </c:pt>
                <c:pt idx="85">
                  <c:v>1.0680087</c:v>
                </c:pt>
                <c:pt idx="86">
                  <c:v>1.0680006</c:v>
                </c:pt>
                <c:pt idx="87">
                  <c:v>1.0679672</c:v>
                </c:pt>
                <c:pt idx="88">
                  <c:v>1.0679321</c:v>
                </c:pt>
                <c:pt idx="89">
                  <c:v>1.067916</c:v>
                </c:pt>
                <c:pt idx="90">
                  <c:v>1.067925</c:v>
                </c:pt>
                <c:pt idx="91">
                  <c:v>1.0679332</c:v>
                </c:pt>
                <c:pt idx="92">
                  <c:v>1.0679163</c:v>
                </c:pt>
                <c:pt idx="93">
                  <c:v>1.0678562</c:v>
                </c:pt>
                <c:pt idx="94">
                  <c:v>1.0678308</c:v>
                </c:pt>
                <c:pt idx="95">
                  <c:v>1.0678004</c:v>
                </c:pt>
                <c:pt idx="96">
                  <c:v>1.0677654</c:v>
                </c:pt>
                <c:pt idx="97">
                  <c:v>1.0677376</c:v>
                </c:pt>
                <c:pt idx="98">
                  <c:v>1.0677497</c:v>
                </c:pt>
              </c:numCache>
            </c:numRef>
          </c:yVal>
        </c:ser>
        <c:ser>
          <c:idx val="12"/>
          <c:order val="12"/>
          <c:tx>
            <c:v>Batch1_cell_016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Data'!$Z$2:$Z$100</c:f>
              <c:numCache>
                <c:formatCode>General</c:formatCode>
                <c:ptCount val="99"/>
                <c:pt idx="0">
                  <c:v>1.0811664</c:v>
                </c:pt>
                <c:pt idx="1">
                  <c:v>1.0823848</c:v>
                </c:pt>
                <c:pt idx="2">
                  <c:v>1.0833585</c:v>
                </c:pt>
                <c:pt idx="3">
                  <c:v>1.0840898</c:v>
                </c:pt>
                <c:pt idx="4">
                  <c:v>1.0846543</c:v>
                </c:pt>
                <c:pt idx="5">
                  <c:v>1.0850184</c:v>
                </c:pt>
                <c:pt idx="6">
                  <c:v>1.0853211</c:v>
                </c:pt>
                <c:pt idx="7">
                  <c:v>1.0855736</c:v>
                </c:pt>
                <c:pt idx="8">
                  <c:v>1.0857847</c:v>
                </c:pt>
                <c:pt idx="9">
                  <c:v>1.0859966</c:v>
                </c:pt>
                <c:pt idx="10">
                  <c:v>1.0861808</c:v>
                </c:pt>
                <c:pt idx="11">
                  <c:v>1.0817165</c:v>
                </c:pt>
                <c:pt idx="12">
                  <c:v>1.0834588</c:v>
                </c:pt>
                <c:pt idx="13">
                  <c:v>1.084362</c:v>
                </c:pt>
                <c:pt idx="14">
                  <c:v>1.0848767</c:v>
                </c:pt>
                <c:pt idx="15">
                  <c:v>1.0853007</c:v>
                </c:pt>
                <c:pt idx="16">
                  <c:v>1.0856069</c:v>
                </c:pt>
                <c:pt idx="17">
                  <c:v>1.0858586</c:v>
                </c:pt>
                <c:pt idx="18">
                  <c:v>1.0859253</c:v>
                </c:pt>
                <c:pt idx="19">
                  <c:v>1.0861309</c:v>
                </c:pt>
                <c:pt idx="20">
                  <c:v>1.0862316</c:v>
                </c:pt>
                <c:pt idx="21">
                  <c:v>1.0863546</c:v>
                </c:pt>
                <c:pt idx="22">
                  <c:v>1.0864252</c:v>
                </c:pt>
                <c:pt idx="23">
                  <c:v>1.0865164</c:v>
                </c:pt>
                <c:pt idx="24">
                  <c:v>1.0866978</c:v>
                </c:pt>
                <c:pt idx="25">
                  <c:v>1.0866631</c:v>
                </c:pt>
                <c:pt idx="26">
                  <c:v>1.0867027</c:v>
                </c:pt>
                <c:pt idx="27">
                  <c:v>1.086738</c:v>
                </c:pt>
                <c:pt idx="28">
                  <c:v>1.0867822</c:v>
                </c:pt>
                <c:pt idx="29">
                  <c:v>1.0868076</c:v>
                </c:pt>
                <c:pt idx="30">
                  <c:v>1.0867687</c:v>
                </c:pt>
                <c:pt idx="31">
                  <c:v>1.0868006</c:v>
                </c:pt>
                <c:pt idx="32">
                  <c:v>1.0867901</c:v>
                </c:pt>
                <c:pt idx="33">
                  <c:v>1.0868615</c:v>
                </c:pt>
                <c:pt idx="34">
                  <c:v>1.0868685</c:v>
                </c:pt>
                <c:pt idx="35">
                  <c:v>1.0868845</c:v>
                </c:pt>
                <c:pt idx="36">
                  <c:v>1.0869215</c:v>
                </c:pt>
                <c:pt idx="37">
                  <c:v>1.0869551</c:v>
                </c:pt>
                <c:pt idx="38">
                  <c:v>1.0869437</c:v>
                </c:pt>
                <c:pt idx="39">
                  <c:v>1.0869485</c:v>
                </c:pt>
                <c:pt idx="40">
                  <c:v>1.0870132</c:v>
                </c:pt>
                <c:pt idx="41">
                  <c:v>1.086979</c:v>
                </c:pt>
                <c:pt idx="42">
                  <c:v>1.0870183</c:v>
                </c:pt>
                <c:pt idx="43">
                  <c:v>1.0870537</c:v>
                </c:pt>
                <c:pt idx="44">
                  <c:v>1.0870637</c:v>
                </c:pt>
                <c:pt idx="45">
                  <c:v>1.0870373</c:v>
                </c:pt>
                <c:pt idx="46">
                  <c:v>1.0870367</c:v>
                </c:pt>
                <c:pt idx="47">
                  <c:v>1.0870347</c:v>
                </c:pt>
                <c:pt idx="48">
                  <c:v>1.0870649</c:v>
                </c:pt>
                <c:pt idx="49">
                  <c:v>1.0871018</c:v>
                </c:pt>
                <c:pt idx="50">
                  <c:v>1.0871048</c:v>
                </c:pt>
                <c:pt idx="51">
                  <c:v>1.0870641</c:v>
                </c:pt>
                <c:pt idx="52">
                  <c:v>1.0871156</c:v>
                </c:pt>
                <c:pt idx="53">
                  <c:v>1.0870818</c:v>
                </c:pt>
                <c:pt idx="54">
                  <c:v>1.087098</c:v>
                </c:pt>
                <c:pt idx="55">
                  <c:v>1.0871328</c:v>
                </c:pt>
                <c:pt idx="56">
                  <c:v>1.0871041</c:v>
                </c:pt>
                <c:pt idx="57">
                  <c:v>1.0870382</c:v>
                </c:pt>
                <c:pt idx="58">
                  <c:v>1.0870301</c:v>
                </c:pt>
                <c:pt idx="59">
                  <c:v>1.0870014</c:v>
                </c:pt>
                <c:pt idx="60">
                  <c:v>1.0870687</c:v>
                </c:pt>
                <c:pt idx="61">
                  <c:v>1.0870113</c:v>
                </c:pt>
                <c:pt idx="62">
                  <c:v>1.0870022</c:v>
                </c:pt>
                <c:pt idx="63">
                  <c:v>1.0870097</c:v>
                </c:pt>
                <c:pt idx="64">
                  <c:v>1.0870402</c:v>
                </c:pt>
                <c:pt idx="65">
                  <c:v>1.0878274</c:v>
                </c:pt>
                <c:pt idx="66">
                  <c:v>1.0881296</c:v>
                </c:pt>
                <c:pt idx="67">
                  <c:v>1.0883719</c:v>
                </c:pt>
                <c:pt idx="68">
                  <c:v>1.0884907</c:v>
                </c:pt>
                <c:pt idx="69">
                  <c:v>1.0885919</c:v>
                </c:pt>
                <c:pt idx="70">
                  <c:v>1.0875961</c:v>
                </c:pt>
                <c:pt idx="71">
                  <c:v>1.0871114</c:v>
                </c:pt>
                <c:pt idx="72">
                  <c:v>1.0870571</c:v>
                </c:pt>
                <c:pt idx="73">
                  <c:v>1.087036</c:v>
                </c:pt>
                <c:pt idx="74">
                  <c:v>1.087025</c:v>
                </c:pt>
                <c:pt idx="75">
                  <c:v>1.0869679</c:v>
                </c:pt>
                <c:pt idx="76">
                  <c:v>1.0869579</c:v>
                </c:pt>
                <c:pt idx="77">
                  <c:v>1.0869007</c:v>
                </c:pt>
                <c:pt idx="78">
                  <c:v>1.0869174</c:v>
                </c:pt>
                <c:pt idx="79">
                  <c:v>1.0868307</c:v>
                </c:pt>
                <c:pt idx="80">
                  <c:v>1.0868373</c:v>
                </c:pt>
                <c:pt idx="81">
                  <c:v>1.0867825</c:v>
                </c:pt>
                <c:pt idx="82">
                  <c:v>1.0867769</c:v>
                </c:pt>
                <c:pt idx="83">
                  <c:v>1.0868037</c:v>
                </c:pt>
                <c:pt idx="84">
                  <c:v>1.0867673</c:v>
                </c:pt>
                <c:pt idx="85">
                  <c:v>1.0866933</c:v>
                </c:pt>
                <c:pt idx="86">
                  <c:v>1.0866562</c:v>
                </c:pt>
                <c:pt idx="87">
                  <c:v>1.0866104</c:v>
                </c:pt>
                <c:pt idx="88">
                  <c:v>1.086594</c:v>
                </c:pt>
                <c:pt idx="89">
                  <c:v>1.0865942</c:v>
                </c:pt>
                <c:pt idx="90">
                  <c:v>1.0865375</c:v>
                </c:pt>
                <c:pt idx="91">
                  <c:v>1.0865234</c:v>
                </c:pt>
                <c:pt idx="92">
                  <c:v>1.0864954</c:v>
                </c:pt>
                <c:pt idx="93">
                  <c:v>1.0864272</c:v>
                </c:pt>
                <c:pt idx="94">
                  <c:v>1.0864304</c:v>
                </c:pt>
                <c:pt idx="95">
                  <c:v>1.0864</c:v>
                </c:pt>
                <c:pt idx="96">
                  <c:v>1.0863786</c:v>
                </c:pt>
                <c:pt idx="97">
                  <c:v>1.0863119</c:v>
                </c:pt>
                <c:pt idx="98">
                  <c:v>1.0863206</c:v>
                </c:pt>
              </c:numCache>
            </c:numRef>
          </c:yVal>
        </c:ser>
        <c:ser>
          <c:idx val="13"/>
          <c:order val="13"/>
          <c:tx>
            <c:v>Batch1_cell_017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Data'!$AB$2:$AB$100</c:f>
              <c:numCache>
                <c:formatCode>General</c:formatCode>
                <c:ptCount val="99"/>
                <c:pt idx="0">
                  <c:v>1.072052</c:v>
                </c:pt>
                <c:pt idx="1">
                  <c:v>1.0732841</c:v>
                </c:pt>
                <c:pt idx="2">
                  <c:v>1.073923</c:v>
                </c:pt>
                <c:pt idx="3">
                  <c:v>1.0745075</c:v>
                </c:pt>
                <c:pt idx="4">
                  <c:v>1.0748942</c:v>
                </c:pt>
                <c:pt idx="5">
                  <c:v>1.0751569</c:v>
                </c:pt>
                <c:pt idx="6">
                  <c:v>1.0753995</c:v>
                </c:pt>
                <c:pt idx="7">
                  <c:v>1.0756208</c:v>
                </c:pt>
                <c:pt idx="8">
                  <c:v>1.0757509</c:v>
                </c:pt>
                <c:pt idx="9">
                  <c:v>1.074744</c:v>
                </c:pt>
                <c:pt idx="10">
                  <c:v>1.0761592</c:v>
                </c:pt>
                <c:pt idx="11">
                  <c:v>1.0763017</c:v>
                </c:pt>
                <c:pt idx="12">
                  <c:v>1.0764003</c:v>
                </c:pt>
                <c:pt idx="13">
                  <c:v>1.076528</c:v>
                </c:pt>
                <c:pt idx="14">
                  <c:v>1.0765961</c:v>
                </c:pt>
                <c:pt idx="15">
                  <c:v>1.076746</c:v>
                </c:pt>
                <c:pt idx="16">
                  <c:v>1.0768239</c:v>
                </c:pt>
                <c:pt idx="17">
                  <c:v>1.0769038</c:v>
                </c:pt>
                <c:pt idx="18">
                  <c:v>1.0769346</c:v>
                </c:pt>
                <c:pt idx="19">
                  <c:v>1.0770049</c:v>
                </c:pt>
                <c:pt idx="20">
                  <c:v>1.0771354</c:v>
                </c:pt>
                <c:pt idx="21">
                  <c:v>1.0771536</c:v>
                </c:pt>
                <c:pt idx="22">
                  <c:v>1.0771024</c:v>
                </c:pt>
                <c:pt idx="23">
                  <c:v>1.0771532</c:v>
                </c:pt>
                <c:pt idx="24">
                  <c:v>1.077193</c:v>
                </c:pt>
                <c:pt idx="25">
                  <c:v>1.0772907</c:v>
                </c:pt>
                <c:pt idx="26">
                  <c:v>1.0772779</c:v>
                </c:pt>
                <c:pt idx="27">
                  <c:v>1.0773371</c:v>
                </c:pt>
                <c:pt idx="28">
                  <c:v>1.0774695</c:v>
                </c:pt>
                <c:pt idx="29">
                  <c:v>1.0774262</c:v>
                </c:pt>
                <c:pt idx="30">
                  <c:v>1.0774169</c:v>
                </c:pt>
                <c:pt idx="31">
                  <c:v>1.0774788</c:v>
                </c:pt>
                <c:pt idx="32">
                  <c:v>1.0774674</c:v>
                </c:pt>
                <c:pt idx="33">
                  <c:v>1.0774797</c:v>
                </c:pt>
                <c:pt idx="34">
                  <c:v>1.0774944</c:v>
                </c:pt>
                <c:pt idx="35">
                  <c:v>1.0774944</c:v>
                </c:pt>
                <c:pt idx="36">
                  <c:v>1.0774701</c:v>
                </c:pt>
                <c:pt idx="37">
                  <c:v>1.0774537</c:v>
                </c:pt>
                <c:pt idx="38">
                  <c:v>1.0774671</c:v>
                </c:pt>
                <c:pt idx="39">
                  <c:v>1.0775019</c:v>
                </c:pt>
                <c:pt idx="40">
                  <c:v>1.0775154</c:v>
                </c:pt>
                <c:pt idx="41">
                  <c:v>1.0774778</c:v>
                </c:pt>
                <c:pt idx="42">
                  <c:v>1.0775139</c:v>
                </c:pt>
                <c:pt idx="43">
                  <c:v>1.0775546</c:v>
                </c:pt>
                <c:pt idx="44">
                  <c:v>1.0775586</c:v>
                </c:pt>
                <c:pt idx="45">
                  <c:v>1.0775291</c:v>
                </c:pt>
                <c:pt idx="46">
                  <c:v>1.0776343</c:v>
                </c:pt>
                <c:pt idx="47">
                  <c:v>1.0775354</c:v>
                </c:pt>
                <c:pt idx="48">
                  <c:v>1.0774972</c:v>
                </c:pt>
                <c:pt idx="49">
                  <c:v>1.0775217</c:v>
                </c:pt>
                <c:pt idx="50">
                  <c:v>1.0779532</c:v>
                </c:pt>
                <c:pt idx="51">
                  <c:v>1.0785941</c:v>
                </c:pt>
                <c:pt idx="52">
                  <c:v>1.0789155</c:v>
                </c:pt>
                <c:pt idx="53">
                  <c:v>1.0790675</c:v>
                </c:pt>
                <c:pt idx="54">
                  <c:v>1.0792258</c:v>
                </c:pt>
                <c:pt idx="55">
                  <c:v>1.0791963</c:v>
                </c:pt>
                <c:pt idx="56">
                  <c:v>1.0779672</c:v>
                </c:pt>
                <c:pt idx="57">
                  <c:v>1.0777899</c:v>
                </c:pt>
                <c:pt idx="58">
                  <c:v>1.077733</c:v>
                </c:pt>
                <c:pt idx="59">
                  <c:v>1.07769</c:v>
                </c:pt>
                <c:pt idx="60">
                  <c:v>1.0776488</c:v>
                </c:pt>
                <c:pt idx="61">
                  <c:v>1.0776398</c:v>
                </c:pt>
                <c:pt idx="62">
                  <c:v>1.0776285</c:v>
                </c:pt>
                <c:pt idx="63">
                  <c:v>1.0775516</c:v>
                </c:pt>
                <c:pt idx="64">
                  <c:v>1.0775563</c:v>
                </c:pt>
                <c:pt idx="65">
                  <c:v>1.0775678</c:v>
                </c:pt>
                <c:pt idx="66">
                  <c:v>1.0774982</c:v>
                </c:pt>
                <c:pt idx="67">
                  <c:v>1.0775094</c:v>
                </c:pt>
                <c:pt idx="68">
                  <c:v>1.0775197</c:v>
                </c:pt>
                <c:pt idx="69">
                  <c:v>1.077492</c:v>
                </c:pt>
                <c:pt idx="70">
                  <c:v>1.0774518</c:v>
                </c:pt>
                <c:pt idx="71">
                  <c:v>1.0775043</c:v>
                </c:pt>
                <c:pt idx="72">
                  <c:v>1.077538</c:v>
                </c:pt>
                <c:pt idx="73">
                  <c:v>1.0774537</c:v>
                </c:pt>
                <c:pt idx="74">
                  <c:v>1.0774285</c:v>
                </c:pt>
                <c:pt idx="75">
                  <c:v>1.0774139</c:v>
                </c:pt>
                <c:pt idx="76">
                  <c:v>1.077418</c:v>
                </c:pt>
                <c:pt idx="77">
                  <c:v>1.0774002</c:v>
                </c:pt>
                <c:pt idx="78">
                  <c:v>1.0773714</c:v>
                </c:pt>
                <c:pt idx="79">
                  <c:v>1.0772984</c:v>
                </c:pt>
                <c:pt idx="80">
                  <c:v>1.077256</c:v>
                </c:pt>
                <c:pt idx="81">
                  <c:v>1.0772365</c:v>
                </c:pt>
                <c:pt idx="82">
                  <c:v>1.0772132</c:v>
                </c:pt>
                <c:pt idx="83">
                  <c:v>1.0771937</c:v>
                </c:pt>
                <c:pt idx="84">
                  <c:v>1.0771948</c:v>
                </c:pt>
                <c:pt idx="85">
                  <c:v>1.0771426</c:v>
                </c:pt>
                <c:pt idx="86">
                  <c:v>1.077148</c:v>
                </c:pt>
                <c:pt idx="87">
                  <c:v>1.0771074</c:v>
                </c:pt>
                <c:pt idx="88">
                  <c:v>1.0771109</c:v>
                </c:pt>
                <c:pt idx="89">
                  <c:v>1.0771018</c:v>
                </c:pt>
                <c:pt idx="90">
                  <c:v>1.0770949</c:v>
                </c:pt>
                <c:pt idx="91">
                  <c:v>1.0770607</c:v>
                </c:pt>
                <c:pt idx="92">
                  <c:v>1.0770836</c:v>
                </c:pt>
                <c:pt idx="93">
                  <c:v>1.077094</c:v>
                </c:pt>
                <c:pt idx="94">
                  <c:v>1.077077</c:v>
                </c:pt>
                <c:pt idx="95">
                  <c:v>1.0770464</c:v>
                </c:pt>
                <c:pt idx="96">
                  <c:v>1.0770168</c:v>
                </c:pt>
                <c:pt idx="97">
                  <c:v>1.0770072</c:v>
                </c:pt>
                <c:pt idx="98">
                  <c:v>1.0769763</c:v>
                </c:pt>
              </c:numCache>
            </c:numRef>
          </c:yVal>
        </c:ser>
        <c:ser>
          <c:idx val="14"/>
          <c:order val="14"/>
          <c:tx>
            <c:v>Batch1_cell_018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Data'!$AC$2:$AC$99</c:f>
              <c:numCache>
                <c:formatCode>General</c:formatCode>
                <c:ptCount val="9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58</c:v>
                </c:pt>
                <c:pt idx="56">
                  <c:v>59</c:v>
                </c:pt>
                <c:pt idx="57">
                  <c:v>60</c:v>
                </c:pt>
                <c:pt idx="58">
                  <c:v>61</c:v>
                </c:pt>
                <c:pt idx="59">
                  <c:v>62</c:v>
                </c:pt>
                <c:pt idx="60">
                  <c:v>63</c:v>
                </c:pt>
                <c:pt idx="61">
                  <c:v>64</c:v>
                </c:pt>
                <c:pt idx="62">
                  <c:v>65</c:v>
                </c:pt>
                <c:pt idx="63">
                  <c:v>66</c:v>
                </c:pt>
                <c:pt idx="64">
                  <c:v>67</c:v>
                </c:pt>
                <c:pt idx="65">
                  <c:v>68</c:v>
                </c:pt>
                <c:pt idx="66">
                  <c:v>69</c:v>
                </c:pt>
                <c:pt idx="67">
                  <c:v>70</c:v>
                </c:pt>
                <c:pt idx="68">
                  <c:v>71</c:v>
                </c:pt>
                <c:pt idx="69">
                  <c:v>72</c:v>
                </c:pt>
                <c:pt idx="70">
                  <c:v>73</c:v>
                </c:pt>
                <c:pt idx="71">
                  <c:v>74</c:v>
                </c:pt>
                <c:pt idx="72">
                  <c:v>75</c:v>
                </c:pt>
                <c:pt idx="73">
                  <c:v>76</c:v>
                </c:pt>
                <c:pt idx="74">
                  <c:v>77</c:v>
                </c:pt>
                <c:pt idx="75">
                  <c:v>78</c:v>
                </c:pt>
                <c:pt idx="76">
                  <c:v>79</c:v>
                </c:pt>
                <c:pt idx="77">
                  <c:v>80</c:v>
                </c:pt>
                <c:pt idx="78">
                  <c:v>81</c:v>
                </c:pt>
                <c:pt idx="79">
                  <c:v>82</c:v>
                </c:pt>
                <c:pt idx="80">
                  <c:v>83</c:v>
                </c:pt>
                <c:pt idx="81">
                  <c:v>84</c:v>
                </c:pt>
                <c:pt idx="82">
                  <c:v>85</c:v>
                </c:pt>
                <c:pt idx="83">
                  <c:v>86</c:v>
                </c:pt>
                <c:pt idx="84">
                  <c:v>87</c:v>
                </c:pt>
                <c:pt idx="85">
                  <c:v>88</c:v>
                </c:pt>
                <c:pt idx="86">
                  <c:v>89</c:v>
                </c:pt>
                <c:pt idx="87">
                  <c:v>90</c:v>
                </c:pt>
                <c:pt idx="88">
                  <c:v>91</c:v>
                </c:pt>
                <c:pt idx="89">
                  <c:v>92</c:v>
                </c:pt>
                <c:pt idx="90">
                  <c:v>93</c:v>
                </c:pt>
                <c:pt idx="91">
                  <c:v>94</c:v>
                </c:pt>
                <c:pt idx="92">
                  <c:v>95</c:v>
                </c:pt>
                <c:pt idx="93">
                  <c:v>96</c:v>
                </c:pt>
                <c:pt idx="94">
                  <c:v>97</c:v>
                </c:pt>
                <c:pt idx="95">
                  <c:v>98</c:v>
                </c:pt>
                <c:pt idx="96">
                  <c:v>99</c:v>
                </c:pt>
                <c:pt idx="97">
                  <c:v>100</c:v>
                </c:pt>
              </c:numCache>
            </c:numRef>
          </c:xVal>
          <c:yVal>
            <c:numRef>
              <c:f>'Chart Data'!$AD$2:$AD$99</c:f>
              <c:numCache>
                <c:formatCode>General</c:formatCode>
                <c:ptCount val="98"/>
                <c:pt idx="0">
                  <c:v>1.0661705</c:v>
                </c:pt>
                <c:pt idx="1">
                  <c:v>1.0667928</c:v>
                </c:pt>
                <c:pt idx="2">
                  <c:v>1.0674137</c:v>
                </c:pt>
                <c:pt idx="3">
                  <c:v>1.0678893</c:v>
                </c:pt>
                <c:pt idx="4">
                  <c:v>1.0683733</c:v>
                </c:pt>
                <c:pt idx="5">
                  <c:v>1.068862</c:v>
                </c:pt>
                <c:pt idx="6">
                  <c:v>1.0691321</c:v>
                </c:pt>
                <c:pt idx="7">
                  <c:v>1.0693638</c:v>
                </c:pt>
                <c:pt idx="8">
                  <c:v>1.0695512</c:v>
                </c:pt>
                <c:pt idx="9">
                  <c:v>1.0683745</c:v>
                </c:pt>
                <c:pt idx="10">
                  <c:v>1.069784</c:v>
                </c:pt>
                <c:pt idx="11">
                  <c:v>1.0698236</c:v>
                </c:pt>
                <c:pt idx="12">
                  <c:v>1.0698264</c:v>
                </c:pt>
                <c:pt idx="13">
                  <c:v>1.0697458</c:v>
                </c:pt>
                <c:pt idx="14">
                  <c:v>1.0699476</c:v>
                </c:pt>
                <c:pt idx="15">
                  <c:v>1.0700938</c:v>
                </c:pt>
                <c:pt idx="16">
                  <c:v>1.0700723</c:v>
                </c:pt>
                <c:pt idx="17">
                  <c:v>1.0701458</c:v>
                </c:pt>
                <c:pt idx="18">
                  <c:v>1.0700632</c:v>
                </c:pt>
                <c:pt idx="19">
                  <c:v>1.0701082</c:v>
                </c:pt>
                <c:pt idx="20">
                  <c:v>1.0701121</c:v>
                </c:pt>
                <c:pt idx="21">
                  <c:v>1.0700816</c:v>
                </c:pt>
                <c:pt idx="22">
                  <c:v>1.0700165</c:v>
                </c:pt>
                <c:pt idx="23">
                  <c:v>1.0699893</c:v>
                </c:pt>
                <c:pt idx="24">
                  <c:v>1.0699711</c:v>
                </c:pt>
                <c:pt idx="25">
                  <c:v>1.0699532</c:v>
                </c:pt>
                <c:pt idx="26">
                  <c:v>1.0698727</c:v>
                </c:pt>
                <c:pt idx="27">
                  <c:v>1.0696832</c:v>
                </c:pt>
                <c:pt idx="28">
                  <c:v>1.0698504</c:v>
                </c:pt>
                <c:pt idx="29">
                  <c:v>1.0698689</c:v>
                </c:pt>
                <c:pt idx="30">
                  <c:v>1.0697455</c:v>
                </c:pt>
                <c:pt idx="31">
                  <c:v>1.0698024</c:v>
                </c:pt>
                <c:pt idx="32">
                  <c:v>1.0697377</c:v>
                </c:pt>
                <c:pt idx="33">
                  <c:v>1.0696578</c:v>
                </c:pt>
                <c:pt idx="34">
                  <c:v>1.0696011</c:v>
                </c:pt>
                <c:pt idx="35">
                  <c:v>1.069602</c:v>
                </c:pt>
                <c:pt idx="36">
                  <c:v>1.0695733</c:v>
                </c:pt>
                <c:pt idx="37">
                  <c:v>1.0694541</c:v>
                </c:pt>
                <c:pt idx="38">
                  <c:v>1.0694818</c:v>
                </c:pt>
                <c:pt idx="39">
                  <c:v>1.0694627</c:v>
                </c:pt>
                <c:pt idx="40">
                  <c:v>1.0694138</c:v>
                </c:pt>
                <c:pt idx="41">
                  <c:v>1.0692772</c:v>
                </c:pt>
                <c:pt idx="42">
                  <c:v>1.0692852</c:v>
                </c:pt>
                <c:pt idx="43">
                  <c:v>1.06911</c:v>
                </c:pt>
                <c:pt idx="44">
                  <c:v>1.0690894</c:v>
                </c:pt>
                <c:pt idx="45">
                  <c:v>1.0690513</c:v>
                </c:pt>
                <c:pt idx="46">
                  <c:v>1.0689088</c:v>
                </c:pt>
                <c:pt idx="47">
                  <c:v>1.0689219</c:v>
                </c:pt>
                <c:pt idx="48">
                  <c:v>1.0688115</c:v>
                </c:pt>
                <c:pt idx="49">
                  <c:v>1.0687654</c:v>
                </c:pt>
                <c:pt idx="50">
                  <c:v>1.0675288</c:v>
                </c:pt>
                <c:pt idx="51">
                  <c:v>1.0688134</c:v>
                </c:pt>
                <c:pt idx="52">
                  <c:v>1.0689895</c:v>
                </c:pt>
                <c:pt idx="53">
                  <c:v>1.0690435</c:v>
                </c:pt>
                <c:pt idx="54">
                  <c:v>1.0690312</c:v>
                </c:pt>
                <c:pt idx="55">
                  <c:v>1.0685651</c:v>
                </c:pt>
                <c:pt idx="56">
                  <c:v>1.0683942</c:v>
                </c:pt>
                <c:pt idx="57">
                  <c:v>1.0682666</c:v>
                </c:pt>
                <c:pt idx="58">
                  <c:v>1.0682377</c:v>
                </c:pt>
                <c:pt idx="59">
                  <c:v>1.0681961</c:v>
                </c:pt>
                <c:pt idx="60">
                  <c:v>1.068053</c:v>
                </c:pt>
                <c:pt idx="61">
                  <c:v>1.0680323</c:v>
                </c:pt>
                <c:pt idx="62">
                  <c:v>1.0679131</c:v>
                </c:pt>
                <c:pt idx="63">
                  <c:v>1.0678315</c:v>
                </c:pt>
                <c:pt idx="64">
                  <c:v>1.0677707</c:v>
                </c:pt>
                <c:pt idx="65">
                  <c:v>1.0676849</c:v>
                </c:pt>
                <c:pt idx="66">
                  <c:v>1.0675687</c:v>
                </c:pt>
                <c:pt idx="67">
                  <c:v>1.0674714</c:v>
                </c:pt>
                <c:pt idx="68">
                  <c:v>1.0673964</c:v>
                </c:pt>
                <c:pt idx="69">
                  <c:v>1.0673052</c:v>
                </c:pt>
                <c:pt idx="70">
                  <c:v>1.0672312</c:v>
                </c:pt>
                <c:pt idx="71">
                  <c:v>1.0671396</c:v>
                </c:pt>
                <c:pt idx="72">
                  <c:v>1.0670553</c:v>
                </c:pt>
                <c:pt idx="73">
                  <c:v>1.0669148</c:v>
                </c:pt>
                <c:pt idx="74">
                  <c:v>1.066882</c:v>
                </c:pt>
                <c:pt idx="75">
                  <c:v>1.0667326</c:v>
                </c:pt>
                <c:pt idx="76">
                  <c:v>1.0666827</c:v>
                </c:pt>
                <c:pt idx="77">
                  <c:v>1.0665759</c:v>
                </c:pt>
                <c:pt idx="78">
                  <c:v>1.0664879</c:v>
                </c:pt>
                <c:pt idx="79">
                  <c:v>1.0663667</c:v>
                </c:pt>
                <c:pt idx="80">
                  <c:v>1.0662019</c:v>
                </c:pt>
                <c:pt idx="81">
                  <c:v>1.0661716</c:v>
                </c:pt>
                <c:pt idx="82">
                  <c:v>1.0662024</c:v>
                </c:pt>
                <c:pt idx="83">
                  <c:v>1.0658867</c:v>
                </c:pt>
                <c:pt idx="84">
                  <c:v>1.0658376</c:v>
                </c:pt>
                <c:pt idx="85">
                  <c:v>1.065811</c:v>
                </c:pt>
                <c:pt idx="86">
                  <c:v>1.0656552</c:v>
                </c:pt>
                <c:pt idx="87">
                  <c:v>1.0655397</c:v>
                </c:pt>
                <c:pt idx="88">
                  <c:v>1.0655847</c:v>
                </c:pt>
                <c:pt idx="89">
                  <c:v>1.0654104</c:v>
                </c:pt>
                <c:pt idx="90">
                  <c:v>1.0652179</c:v>
                </c:pt>
                <c:pt idx="91">
                  <c:v>1.0651042</c:v>
                </c:pt>
                <c:pt idx="92">
                  <c:v>1.0638232</c:v>
                </c:pt>
                <c:pt idx="93">
                  <c:v>1.0648335</c:v>
                </c:pt>
                <c:pt idx="94">
                  <c:v>1.0648432</c:v>
                </c:pt>
                <c:pt idx="95">
                  <c:v>1.0647006</c:v>
                </c:pt>
                <c:pt idx="96">
                  <c:v>1.0646114</c:v>
                </c:pt>
                <c:pt idx="97">
                  <c:v>1.0645274</c:v>
                </c:pt>
              </c:numCache>
            </c:numRef>
          </c:yVal>
        </c:ser>
        <c:ser>
          <c:idx val="15"/>
          <c:order val="15"/>
          <c:tx>
            <c:v>Batch1_cell_019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Data'!$AF$2:$AF$100</c:f>
              <c:numCache>
                <c:formatCode>General</c:formatCode>
                <c:ptCount val="99"/>
                <c:pt idx="0">
                  <c:v>1.0851147</c:v>
                </c:pt>
                <c:pt idx="1">
                  <c:v>1.0863022</c:v>
                </c:pt>
                <c:pt idx="2">
                  <c:v>1.0869932</c:v>
                </c:pt>
                <c:pt idx="3">
                  <c:v>1.0874817</c:v>
                </c:pt>
                <c:pt idx="4">
                  <c:v>1.0877784</c:v>
                </c:pt>
                <c:pt idx="5">
                  <c:v>1.0880183</c:v>
                </c:pt>
                <c:pt idx="6">
                  <c:v>1.0882633</c:v>
                </c:pt>
                <c:pt idx="7">
                  <c:v>1.0884857</c:v>
                </c:pt>
                <c:pt idx="8">
                  <c:v>1.0886388</c:v>
                </c:pt>
                <c:pt idx="9">
                  <c:v>1.0875366</c:v>
                </c:pt>
                <c:pt idx="10">
                  <c:v>1.0889271</c:v>
                </c:pt>
                <c:pt idx="11">
                  <c:v>1.0889345</c:v>
                </c:pt>
                <c:pt idx="12">
                  <c:v>1.0889733</c:v>
                </c:pt>
                <c:pt idx="13">
                  <c:v>1.0889834</c:v>
                </c:pt>
                <c:pt idx="14">
                  <c:v>1.0890286</c:v>
                </c:pt>
                <c:pt idx="15">
                  <c:v>1.0891064</c:v>
                </c:pt>
                <c:pt idx="16">
                  <c:v>1.0890222</c:v>
                </c:pt>
                <c:pt idx="17">
                  <c:v>1.0890188</c:v>
                </c:pt>
                <c:pt idx="18">
                  <c:v>1.0889872</c:v>
                </c:pt>
                <c:pt idx="19">
                  <c:v>1.0890421</c:v>
                </c:pt>
                <c:pt idx="20">
                  <c:v>1.0891057</c:v>
                </c:pt>
                <c:pt idx="21">
                  <c:v>1.089076</c:v>
                </c:pt>
                <c:pt idx="22">
                  <c:v>1.0890791</c:v>
                </c:pt>
                <c:pt idx="23">
                  <c:v>1.0890414</c:v>
                </c:pt>
                <c:pt idx="24">
                  <c:v>1.0889785</c:v>
                </c:pt>
                <c:pt idx="25">
                  <c:v>1.0890085</c:v>
                </c:pt>
                <c:pt idx="26">
                  <c:v>1.0889565</c:v>
                </c:pt>
                <c:pt idx="27">
                  <c:v>1.0890207</c:v>
                </c:pt>
                <c:pt idx="28">
                  <c:v>1.089039</c:v>
                </c:pt>
                <c:pt idx="29">
                  <c:v>1.0890234</c:v>
                </c:pt>
                <c:pt idx="30">
                  <c:v>1.0890579</c:v>
                </c:pt>
                <c:pt idx="31">
                  <c:v>1.0890123</c:v>
                </c:pt>
                <c:pt idx="32">
                  <c:v>1.0889271</c:v>
                </c:pt>
                <c:pt idx="33">
                  <c:v>1.0889242</c:v>
                </c:pt>
                <c:pt idx="34">
                  <c:v>1.0889432</c:v>
                </c:pt>
                <c:pt idx="35">
                  <c:v>1.0889981</c:v>
                </c:pt>
                <c:pt idx="36">
                  <c:v>1.0890864</c:v>
                </c:pt>
                <c:pt idx="37">
                  <c:v>1.0890501</c:v>
                </c:pt>
                <c:pt idx="38">
                  <c:v>1.0890228</c:v>
                </c:pt>
                <c:pt idx="39">
                  <c:v>1.0890152</c:v>
                </c:pt>
                <c:pt idx="40">
                  <c:v>1.0890273</c:v>
                </c:pt>
                <c:pt idx="41">
                  <c:v>1.0889868</c:v>
                </c:pt>
                <c:pt idx="42">
                  <c:v>1.0888951</c:v>
                </c:pt>
                <c:pt idx="43">
                  <c:v>1.0888224</c:v>
                </c:pt>
                <c:pt idx="44">
                  <c:v>1.0888144</c:v>
                </c:pt>
                <c:pt idx="45">
                  <c:v>1.0888164</c:v>
                </c:pt>
                <c:pt idx="46">
                  <c:v>1.0888208</c:v>
                </c:pt>
                <c:pt idx="47">
                  <c:v>1.0887456</c:v>
                </c:pt>
                <c:pt idx="48">
                  <c:v>1.0887345</c:v>
                </c:pt>
                <c:pt idx="49">
                  <c:v>1.0887594</c:v>
                </c:pt>
                <c:pt idx="50">
                  <c:v>1.0887195</c:v>
                </c:pt>
                <c:pt idx="51">
                  <c:v>1.0876069</c:v>
                </c:pt>
                <c:pt idx="52">
                  <c:v>1.0890024</c:v>
                </c:pt>
                <c:pt idx="53">
                  <c:v>1.0891942</c:v>
                </c:pt>
                <c:pt idx="54">
                  <c:v>1.089265</c:v>
                </c:pt>
                <c:pt idx="55">
                  <c:v>1.0893054</c:v>
                </c:pt>
                <c:pt idx="56">
                  <c:v>1.0888802</c:v>
                </c:pt>
                <c:pt idx="57">
                  <c:v>1.0887096</c:v>
                </c:pt>
                <c:pt idx="58">
                  <c:v>1.0886723</c:v>
                </c:pt>
                <c:pt idx="59">
                  <c:v>1.0885453</c:v>
                </c:pt>
                <c:pt idx="60">
                  <c:v>1.0885627</c:v>
                </c:pt>
                <c:pt idx="61">
                  <c:v>1.0885425</c:v>
                </c:pt>
                <c:pt idx="62">
                  <c:v>1.0885112</c:v>
                </c:pt>
                <c:pt idx="63">
                  <c:v>1.0885271</c:v>
                </c:pt>
                <c:pt idx="64">
                  <c:v>1.0884806</c:v>
                </c:pt>
                <c:pt idx="65">
                  <c:v>1.0884622</c:v>
                </c:pt>
                <c:pt idx="66">
                  <c:v>1.088383</c:v>
                </c:pt>
                <c:pt idx="67">
                  <c:v>1.0883075</c:v>
                </c:pt>
                <c:pt idx="68">
                  <c:v>1.0883322</c:v>
                </c:pt>
                <c:pt idx="69">
                  <c:v>1.0882982</c:v>
                </c:pt>
                <c:pt idx="70">
                  <c:v>1.0882611</c:v>
                </c:pt>
                <c:pt idx="71">
                  <c:v>1.0882581</c:v>
                </c:pt>
                <c:pt idx="72">
                  <c:v>1.0881995</c:v>
                </c:pt>
                <c:pt idx="73">
                  <c:v>1.088203</c:v>
                </c:pt>
                <c:pt idx="74">
                  <c:v>1.0881809</c:v>
                </c:pt>
                <c:pt idx="75">
                  <c:v>1.0881431</c:v>
                </c:pt>
                <c:pt idx="76">
                  <c:v>1.0880679</c:v>
                </c:pt>
                <c:pt idx="77">
                  <c:v>1.0881134</c:v>
                </c:pt>
                <c:pt idx="78">
                  <c:v>1.088057</c:v>
                </c:pt>
                <c:pt idx="79">
                  <c:v>1.0880029</c:v>
                </c:pt>
                <c:pt idx="80">
                  <c:v>1.0879445</c:v>
                </c:pt>
                <c:pt idx="81">
                  <c:v>1.0878754</c:v>
                </c:pt>
                <c:pt idx="82">
                  <c:v>1.0878675</c:v>
                </c:pt>
                <c:pt idx="83">
                  <c:v>1.0878327</c:v>
                </c:pt>
                <c:pt idx="84">
                  <c:v>1.0877726</c:v>
                </c:pt>
                <c:pt idx="85">
                  <c:v>1.0877154</c:v>
                </c:pt>
                <c:pt idx="86">
                  <c:v>1.087711</c:v>
                </c:pt>
                <c:pt idx="87">
                  <c:v>1.0876122</c:v>
                </c:pt>
                <c:pt idx="88">
                  <c:v>1.0875441</c:v>
                </c:pt>
                <c:pt idx="89">
                  <c:v>1.0874703</c:v>
                </c:pt>
                <c:pt idx="90">
                  <c:v>1.0874064</c:v>
                </c:pt>
                <c:pt idx="91">
                  <c:v>1.0873662</c:v>
                </c:pt>
                <c:pt idx="92">
                  <c:v>1.087322</c:v>
                </c:pt>
                <c:pt idx="93">
                  <c:v>1.0860394</c:v>
                </c:pt>
                <c:pt idx="94">
                  <c:v>1.0872035</c:v>
                </c:pt>
                <c:pt idx="95">
                  <c:v>1.0871605</c:v>
                </c:pt>
                <c:pt idx="96">
                  <c:v>1.0871658</c:v>
                </c:pt>
                <c:pt idx="97">
                  <c:v>1.0871639</c:v>
                </c:pt>
                <c:pt idx="98">
                  <c:v>1.0870851</c:v>
                </c:pt>
              </c:numCache>
            </c:numRef>
          </c:yVal>
        </c:ser>
        <c:ser>
          <c:idx val="16"/>
          <c:order val="16"/>
          <c:tx>
            <c:v>Batch1_cell_020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Data'!$AH$2:$AH$100</c:f>
              <c:numCache>
                <c:formatCode>General</c:formatCode>
                <c:ptCount val="99"/>
                <c:pt idx="0">
                  <c:v>1.07263</c:v>
                </c:pt>
                <c:pt idx="1">
                  <c:v>1.0737344</c:v>
                </c:pt>
                <c:pt idx="2">
                  <c:v>1.0744811</c:v>
                </c:pt>
                <c:pt idx="3">
                  <c:v>1.0750004</c:v>
                </c:pt>
                <c:pt idx="4">
                  <c:v>1.0752697</c:v>
                </c:pt>
                <c:pt idx="5">
                  <c:v>1.07544</c:v>
                </c:pt>
                <c:pt idx="6">
                  <c:v>1.0755837</c:v>
                </c:pt>
                <c:pt idx="7">
                  <c:v>1.0756526</c:v>
                </c:pt>
                <c:pt idx="8">
                  <c:v>1.0757242</c:v>
                </c:pt>
                <c:pt idx="9">
                  <c:v>1.0756773</c:v>
                </c:pt>
                <c:pt idx="10">
                  <c:v>1.0756841</c:v>
                </c:pt>
                <c:pt idx="11">
                  <c:v>1.0683215</c:v>
                </c:pt>
                <c:pt idx="12">
                  <c:v>1.0733308</c:v>
                </c:pt>
                <c:pt idx="13">
                  <c:v>1.0739651</c:v>
                </c:pt>
                <c:pt idx="14">
                  <c:v>1.0740881</c:v>
                </c:pt>
                <c:pt idx="15">
                  <c:v>1.0741748</c:v>
                </c:pt>
                <c:pt idx="16">
                  <c:v>1.0742261</c:v>
                </c:pt>
                <c:pt idx="17">
                  <c:v>1.0742134</c:v>
                </c:pt>
                <c:pt idx="18">
                  <c:v>1.0741806</c:v>
                </c:pt>
                <c:pt idx="19">
                  <c:v>1.0741116</c:v>
                </c:pt>
                <c:pt idx="20">
                  <c:v>1.0740329</c:v>
                </c:pt>
                <c:pt idx="21">
                  <c:v>1.0740335</c:v>
                </c:pt>
                <c:pt idx="22">
                  <c:v>1.0739838</c:v>
                </c:pt>
                <c:pt idx="23">
                  <c:v>1.0739038</c:v>
                </c:pt>
                <c:pt idx="24">
                  <c:v>1.073835</c:v>
                </c:pt>
                <c:pt idx="25">
                  <c:v>1.0738262</c:v>
                </c:pt>
                <c:pt idx="26">
                  <c:v>1.0737063</c:v>
                </c:pt>
                <c:pt idx="27">
                  <c:v>1.0736541</c:v>
                </c:pt>
                <c:pt idx="28">
                  <c:v>1.0735315</c:v>
                </c:pt>
                <c:pt idx="29">
                  <c:v>1.0734469</c:v>
                </c:pt>
                <c:pt idx="30">
                  <c:v>1.0733368</c:v>
                </c:pt>
                <c:pt idx="31">
                  <c:v>1.073225</c:v>
                </c:pt>
                <c:pt idx="32">
                  <c:v>1.0731313</c:v>
                </c:pt>
                <c:pt idx="33">
                  <c:v>1.0730039</c:v>
                </c:pt>
                <c:pt idx="34">
                  <c:v>1.0729295</c:v>
                </c:pt>
                <c:pt idx="35">
                  <c:v>1.0727948</c:v>
                </c:pt>
                <c:pt idx="36">
                  <c:v>1.0726554</c:v>
                </c:pt>
                <c:pt idx="37">
                  <c:v>1.0725213</c:v>
                </c:pt>
                <c:pt idx="38">
                  <c:v>1.0723889</c:v>
                </c:pt>
                <c:pt idx="39">
                  <c:v>1.072214</c:v>
                </c:pt>
                <c:pt idx="40">
                  <c:v>1.072116</c:v>
                </c:pt>
                <c:pt idx="41">
                  <c:v>1.0719547</c:v>
                </c:pt>
                <c:pt idx="42">
                  <c:v>1.0718075</c:v>
                </c:pt>
                <c:pt idx="43">
                  <c:v>1.0716834</c:v>
                </c:pt>
                <c:pt idx="44">
                  <c:v>1.071607</c:v>
                </c:pt>
                <c:pt idx="45">
                  <c:v>1.0714734</c:v>
                </c:pt>
                <c:pt idx="46">
                  <c:v>1.0713216</c:v>
                </c:pt>
                <c:pt idx="47">
                  <c:v>1.0711482</c:v>
                </c:pt>
                <c:pt idx="48">
                  <c:v>1.0709916</c:v>
                </c:pt>
                <c:pt idx="49">
                  <c:v>1.0708779</c:v>
                </c:pt>
                <c:pt idx="50">
                  <c:v>1.0707365</c:v>
                </c:pt>
                <c:pt idx="51">
                  <c:v>1.0705733</c:v>
                </c:pt>
                <c:pt idx="52">
                  <c:v>1.0704747</c:v>
                </c:pt>
                <c:pt idx="53">
                  <c:v>1.0702653</c:v>
                </c:pt>
                <c:pt idx="54">
                  <c:v>1.0701216</c:v>
                </c:pt>
                <c:pt idx="55">
                  <c:v>1.0699357</c:v>
                </c:pt>
                <c:pt idx="56">
                  <c:v>1.0697792</c:v>
                </c:pt>
                <c:pt idx="57">
                  <c:v>1.0695163</c:v>
                </c:pt>
                <c:pt idx="58">
                  <c:v>1.0692967</c:v>
                </c:pt>
                <c:pt idx="59">
                  <c:v>1.0690746</c:v>
                </c:pt>
                <c:pt idx="60">
                  <c:v>1.0688864</c:v>
                </c:pt>
                <c:pt idx="61">
                  <c:v>1.0687467</c:v>
                </c:pt>
                <c:pt idx="62">
                  <c:v>1.0685072</c:v>
                </c:pt>
                <c:pt idx="63">
                  <c:v>1.068265</c:v>
                </c:pt>
                <c:pt idx="64">
                  <c:v>1.0680753</c:v>
                </c:pt>
                <c:pt idx="65">
                  <c:v>1.0679004</c:v>
                </c:pt>
                <c:pt idx="66">
                  <c:v>1.0677018</c:v>
                </c:pt>
                <c:pt idx="67">
                  <c:v>1.067669</c:v>
                </c:pt>
                <c:pt idx="68">
                  <c:v>1.0676488</c:v>
                </c:pt>
                <c:pt idx="69">
                  <c:v>1.0676162</c:v>
                </c:pt>
                <c:pt idx="70">
                  <c:v>1.0675222</c:v>
                </c:pt>
                <c:pt idx="71">
                  <c:v>1.0673591</c:v>
                </c:pt>
                <c:pt idx="72">
                  <c:v>1.0668228</c:v>
                </c:pt>
                <c:pt idx="73">
                  <c:v>1.06653</c:v>
                </c:pt>
                <c:pt idx="74">
                  <c:v>1.0663497</c:v>
                </c:pt>
                <c:pt idx="75">
                  <c:v>1.0661353</c:v>
                </c:pt>
                <c:pt idx="76">
                  <c:v>1.0660059</c:v>
                </c:pt>
                <c:pt idx="77">
                  <c:v>1.0657912</c:v>
                </c:pt>
                <c:pt idx="78">
                  <c:v>1.0655937</c:v>
                </c:pt>
                <c:pt idx="79">
                  <c:v>1.0654674</c:v>
                </c:pt>
                <c:pt idx="80">
                  <c:v>1.0652683</c:v>
                </c:pt>
                <c:pt idx="81">
                  <c:v>1.0650879</c:v>
                </c:pt>
                <c:pt idx="82">
                  <c:v>1.0648861</c:v>
                </c:pt>
                <c:pt idx="83">
                  <c:v>1.0646265</c:v>
                </c:pt>
                <c:pt idx="84">
                  <c:v>1.0644661</c:v>
                </c:pt>
                <c:pt idx="85">
                  <c:v>1.0642322</c:v>
                </c:pt>
                <c:pt idx="86">
                  <c:v>1.0640264</c:v>
                </c:pt>
                <c:pt idx="87">
                  <c:v>1.0638168</c:v>
                </c:pt>
                <c:pt idx="88">
                  <c:v>1.0636089</c:v>
                </c:pt>
                <c:pt idx="89">
                  <c:v>1.0633498</c:v>
                </c:pt>
                <c:pt idx="90">
                  <c:v>1.0631169</c:v>
                </c:pt>
                <c:pt idx="91">
                  <c:v>1.062915</c:v>
                </c:pt>
                <c:pt idx="92">
                  <c:v>1.0626822</c:v>
                </c:pt>
                <c:pt idx="93">
                  <c:v>1.0624748</c:v>
                </c:pt>
                <c:pt idx="94">
                  <c:v>1.0622346</c:v>
                </c:pt>
                <c:pt idx="95">
                  <c:v>1.0620012</c:v>
                </c:pt>
                <c:pt idx="96">
                  <c:v>1.0617476</c:v>
                </c:pt>
                <c:pt idx="97">
                  <c:v>1.0614847</c:v>
                </c:pt>
                <c:pt idx="98">
                  <c:v>1.0612478</c:v>
                </c:pt>
              </c:numCache>
            </c:numRef>
          </c:yVal>
        </c:ser>
        <c:ser>
          <c:idx val="17"/>
          <c:order val="17"/>
          <c:tx>
            <c:v>Batch1_cell_021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Data'!$AJ$2:$AJ$100</c:f>
              <c:numCache>
                <c:formatCode>General</c:formatCode>
                <c:ptCount val="99"/>
                <c:pt idx="0">
                  <c:v>1.0824388</c:v>
                </c:pt>
                <c:pt idx="1">
                  <c:v>1.0836138</c:v>
                </c:pt>
                <c:pt idx="2">
                  <c:v>1.0844665</c:v>
                </c:pt>
                <c:pt idx="3">
                  <c:v>1.0848194</c:v>
                </c:pt>
                <c:pt idx="4">
                  <c:v>1.0851753</c:v>
                </c:pt>
                <c:pt idx="5">
                  <c:v>1.0854223</c:v>
                </c:pt>
                <c:pt idx="6">
                  <c:v>1.0855731</c:v>
                </c:pt>
                <c:pt idx="7">
                  <c:v>1.0856259</c:v>
                </c:pt>
                <c:pt idx="8">
                  <c:v>1.0858023</c:v>
                </c:pt>
                <c:pt idx="9">
                  <c:v>1.0857977</c:v>
                </c:pt>
                <c:pt idx="10">
                  <c:v>1.0859262</c:v>
                </c:pt>
                <c:pt idx="11">
                  <c:v>1.078456</c:v>
                </c:pt>
                <c:pt idx="12">
                  <c:v>1.0831832</c:v>
                </c:pt>
                <c:pt idx="13">
                  <c:v>1.0841919</c:v>
                </c:pt>
                <c:pt idx="14">
                  <c:v>1.084345</c:v>
                </c:pt>
                <c:pt idx="15">
                  <c:v>1.0844617</c:v>
                </c:pt>
                <c:pt idx="16">
                  <c:v>1.0846463</c:v>
                </c:pt>
                <c:pt idx="17">
                  <c:v>1.0846277</c:v>
                </c:pt>
                <c:pt idx="18">
                  <c:v>1.08462</c:v>
                </c:pt>
                <c:pt idx="19">
                  <c:v>1.0847108</c:v>
                </c:pt>
                <c:pt idx="20">
                  <c:v>1.0847019</c:v>
                </c:pt>
                <c:pt idx="21">
                  <c:v>1.0846689</c:v>
                </c:pt>
                <c:pt idx="22">
                  <c:v>1.0847434</c:v>
                </c:pt>
                <c:pt idx="23">
                  <c:v>1.084771</c:v>
                </c:pt>
                <c:pt idx="24">
                  <c:v>1.0847682</c:v>
                </c:pt>
                <c:pt idx="25">
                  <c:v>1.0848492</c:v>
                </c:pt>
                <c:pt idx="26">
                  <c:v>1.0847611</c:v>
                </c:pt>
                <c:pt idx="27">
                  <c:v>1.0848097</c:v>
                </c:pt>
                <c:pt idx="28">
                  <c:v>1.0846521</c:v>
                </c:pt>
                <c:pt idx="29">
                  <c:v>1.0847214</c:v>
                </c:pt>
                <c:pt idx="30">
                  <c:v>1.0846467</c:v>
                </c:pt>
                <c:pt idx="31">
                  <c:v>1.0846188</c:v>
                </c:pt>
                <c:pt idx="32">
                  <c:v>1.0844665</c:v>
                </c:pt>
                <c:pt idx="33">
                  <c:v>1.0843885</c:v>
                </c:pt>
                <c:pt idx="34">
                  <c:v>1.0843612</c:v>
                </c:pt>
                <c:pt idx="35">
                  <c:v>1.0843189</c:v>
                </c:pt>
                <c:pt idx="36">
                  <c:v>1.0843236</c:v>
                </c:pt>
                <c:pt idx="37">
                  <c:v>1.0842443</c:v>
                </c:pt>
                <c:pt idx="38">
                  <c:v>1.0842022</c:v>
                </c:pt>
                <c:pt idx="39">
                  <c:v>1.084085</c:v>
                </c:pt>
                <c:pt idx="40">
                  <c:v>1.084013</c:v>
                </c:pt>
                <c:pt idx="41">
                  <c:v>1.0839336</c:v>
                </c:pt>
                <c:pt idx="42">
                  <c:v>1.0839156</c:v>
                </c:pt>
                <c:pt idx="43">
                  <c:v>1.083768</c:v>
                </c:pt>
                <c:pt idx="44">
                  <c:v>1.0838051</c:v>
                </c:pt>
                <c:pt idx="45">
                  <c:v>1.0837926</c:v>
                </c:pt>
                <c:pt idx="46">
                  <c:v>1.0837706</c:v>
                </c:pt>
                <c:pt idx="47">
                  <c:v>1.0835741</c:v>
                </c:pt>
                <c:pt idx="48">
                  <c:v>1.0834514</c:v>
                </c:pt>
                <c:pt idx="49">
                  <c:v>1.0833209</c:v>
                </c:pt>
                <c:pt idx="50">
                  <c:v>1.0832673</c:v>
                </c:pt>
                <c:pt idx="51">
                  <c:v>1.0831915</c:v>
                </c:pt>
                <c:pt idx="52">
                  <c:v>1.0829098</c:v>
                </c:pt>
                <c:pt idx="53">
                  <c:v>1.0827024</c:v>
                </c:pt>
                <c:pt idx="54">
                  <c:v>1.0826069</c:v>
                </c:pt>
                <c:pt idx="55">
                  <c:v>1.0824648</c:v>
                </c:pt>
                <c:pt idx="56">
                  <c:v>1.0823696</c:v>
                </c:pt>
                <c:pt idx="57">
                  <c:v>1.0821826</c:v>
                </c:pt>
                <c:pt idx="58">
                  <c:v>1.0820268</c:v>
                </c:pt>
                <c:pt idx="59">
                  <c:v>1.0818843</c:v>
                </c:pt>
                <c:pt idx="60">
                  <c:v>1.0817163</c:v>
                </c:pt>
                <c:pt idx="61">
                  <c:v>1.0816705</c:v>
                </c:pt>
                <c:pt idx="62">
                  <c:v>1.0814885</c:v>
                </c:pt>
                <c:pt idx="63">
                  <c:v>1.0813406</c:v>
                </c:pt>
                <c:pt idx="64">
                  <c:v>1.0812182</c:v>
                </c:pt>
                <c:pt idx="65">
                  <c:v>1.0810775</c:v>
                </c:pt>
                <c:pt idx="66">
                  <c:v>1.0809292</c:v>
                </c:pt>
                <c:pt idx="67">
                  <c:v>1.0809373</c:v>
                </c:pt>
                <c:pt idx="68">
                  <c:v>1.0810297</c:v>
                </c:pt>
                <c:pt idx="69">
                  <c:v>1.0810663</c:v>
                </c:pt>
                <c:pt idx="70">
                  <c:v>1.0810294</c:v>
                </c:pt>
                <c:pt idx="71">
                  <c:v>1.0809479</c:v>
                </c:pt>
                <c:pt idx="72">
                  <c:v>1.0804702</c:v>
                </c:pt>
                <c:pt idx="73">
                  <c:v>1.0802449</c:v>
                </c:pt>
                <c:pt idx="74">
                  <c:v>1.0800942</c:v>
                </c:pt>
                <c:pt idx="75">
                  <c:v>1.0799414</c:v>
                </c:pt>
                <c:pt idx="76">
                  <c:v>1.0798063</c:v>
                </c:pt>
                <c:pt idx="77">
                  <c:v>1.0797124</c:v>
                </c:pt>
                <c:pt idx="78">
                  <c:v>1.0795903</c:v>
                </c:pt>
                <c:pt idx="79">
                  <c:v>1.0795494</c:v>
                </c:pt>
                <c:pt idx="80">
                  <c:v>1.0794206</c:v>
                </c:pt>
                <c:pt idx="81">
                  <c:v>1.0793258</c:v>
                </c:pt>
                <c:pt idx="82">
                  <c:v>1.0791852</c:v>
                </c:pt>
                <c:pt idx="83">
                  <c:v>1.0790009</c:v>
                </c:pt>
                <c:pt idx="84">
                  <c:v>1.0788897</c:v>
                </c:pt>
                <c:pt idx="85">
                  <c:v>1.0787864</c:v>
                </c:pt>
                <c:pt idx="86">
                  <c:v>1.0786148</c:v>
                </c:pt>
                <c:pt idx="87">
                  <c:v>1.0784526</c:v>
                </c:pt>
                <c:pt idx="88">
                  <c:v>1.0783319</c:v>
                </c:pt>
                <c:pt idx="89">
                  <c:v>1.0781808</c:v>
                </c:pt>
                <c:pt idx="90">
                  <c:v>1.077999</c:v>
                </c:pt>
                <c:pt idx="91">
                  <c:v>1.0778402</c:v>
                </c:pt>
                <c:pt idx="92">
                  <c:v>1.0776955</c:v>
                </c:pt>
                <c:pt idx="93">
                  <c:v>1.0775657</c:v>
                </c:pt>
                <c:pt idx="94">
                  <c:v>1.0774047</c:v>
                </c:pt>
                <c:pt idx="95">
                  <c:v>1.0772309</c:v>
                </c:pt>
                <c:pt idx="96">
                  <c:v>1.0770454</c:v>
                </c:pt>
                <c:pt idx="97">
                  <c:v>1.0769062</c:v>
                </c:pt>
                <c:pt idx="98">
                  <c:v>1.0767291</c:v>
                </c:pt>
              </c:numCache>
            </c:numRef>
          </c:yVal>
        </c:ser>
        <c:ser>
          <c:idx val="18"/>
          <c:order val="18"/>
          <c:tx>
            <c:v>Batch1_cell_023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Data'!$AL$2:$AL$100</c:f>
              <c:numCache>
                <c:formatCode>General</c:formatCode>
                <c:ptCount val="99"/>
                <c:pt idx="0">
                  <c:v>1.0792934</c:v>
                </c:pt>
                <c:pt idx="1">
                  <c:v>1.0805521</c:v>
                </c:pt>
                <c:pt idx="2">
                  <c:v>1.0813111</c:v>
                </c:pt>
                <c:pt idx="3">
                  <c:v>1.0818073</c:v>
                </c:pt>
                <c:pt idx="4">
                  <c:v>1.0819774</c:v>
                </c:pt>
                <c:pt idx="5">
                  <c:v>1.0821311</c:v>
                </c:pt>
                <c:pt idx="6">
                  <c:v>1.0823684</c:v>
                </c:pt>
                <c:pt idx="7">
                  <c:v>1.0825438</c:v>
                </c:pt>
                <c:pt idx="8">
                  <c:v>1.0826545</c:v>
                </c:pt>
                <c:pt idx="9">
                  <c:v>1.0828081</c:v>
                </c:pt>
                <c:pt idx="10">
                  <c:v>1.0828669</c:v>
                </c:pt>
                <c:pt idx="11">
                  <c:v>1.0829163</c:v>
                </c:pt>
                <c:pt idx="12">
                  <c:v>1.0829387</c:v>
                </c:pt>
                <c:pt idx="13">
                  <c:v>1.0829459</c:v>
                </c:pt>
                <c:pt idx="14">
                  <c:v>1.0829251</c:v>
                </c:pt>
                <c:pt idx="15">
                  <c:v>1.0829886</c:v>
                </c:pt>
                <c:pt idx="16">
                  <c:v>1.0829991</c:v>
                </c:pt>
                <c:pt idx="17">
                  <c:v>1.0830266</c:v>
                </c:pt>
                <c:pt idx="18">
                  <c:v>1.0830269</c:v>
                </c:pt>
                <c:pt idx="19">
                  <c:v>1.0830039</c:v>
                </c:pt>
                <c:pt idx="20">
                  <c:v>1.0830193</c:v>
                </c:pt>
                <c:pt idx="21">
                  <c:v>1.083006</c:v>
                </c:pt>
                <c:pt idx="22">
                  <c:v>1.0817287</c:v>
                </c:pt>
                <c:pt idx="23">
                  <c:v>1.0829235</c:v>
                </c:pt>
                <c:pt idx="24">
                  <c:v>1.0829431</c:v>
                </c:pt>
                <c:pt idx="25">
                  <c:v>1.0829712</c:v>
                </c:pt>
                <c:pt idx="26">
                  <c:v>1.0829701</c:v>
                </c:pt>
                <c:pt idx="27">
                  <c:v>1.0830033</c:v>
                </c:pt>
                <c:pt idx="28">
                  <c:v>1.0829881</c:v>
                </c:pt>
                <c:pt idx="29">
                  <c:v>1.0829774</c:v>
                </c:pt>
                <c:pt idx="30">
                  <c:v>1.0829277</c:v>
                </c:pt>
                <c:pt idx="31">
                  <c:v>1.0829035</c:v>
                </c:pt>
                <c:pt idx="32">
                  <c:v>1.0828931</c:v>
                </c:pt>
                <c:pt idx="33">
                  <c:v>1.0829011</c:v>
                </c:pt>
                <c:pt idx="34">
                  <c:v>1.0828571</c:v>
                </c:pt>
                <c:pt idx="35">
                  <c:v>1.0829116</c:v>
                </c:pt>
                <c:pt idx="36">
                  <c:v>1.0829184</c:v>
                </c:pt>
                <c:pt idx="37">
                  <c:v>1.0829433</c:v>
                </c:pt>
                <c:pt idx="38">
                  <c:v>1.0829227</c:v>
                </c:pt>
                <c:pt idx="39">
                  <c:v>1.0828344</c:v>
                </c:pt>
                <c:pt idx="40">
                  <c:v>1.0828433</c:v>
                </c:pt>
                <c:pt idx="41">
                  <c:v>1.0828273</c:v>
                </c:pt>
                <c:pt idx="42">
                  <c:v>1.0828303</c:v>
                </c:pt>
                <c:pt idx="43">
                  <c:v>1.082828</c:v>
                </c:pt>
                <c:pt idx="44">
                  <c:v>1.0828252</c:v>
                </c:pt>
                <c:pt idx="45">
                  <c:v>1.0827651</c:v>
                </c:pt>
                <c:pt idx="46">
                  <c:v>1.0827709</c:v>
                </c:pt>
                <c:pt idx="47">
                  <c:v>1.0827687</c:v>
                </c:pt>
                <c:pt idx="48">
                  <c:v>1.0832305</c:v>
                </c:pt>
                <c:pt idx="49">
                  <c:v>1.0834737</c:v>
                </c:pt>
                <c:pt idx="50">
                  <c:v>1.0836648</c:v>
                </c:pt>
                <c:pt idx="51">
                  <c:v>1.0837864</c:v>
                </c:pt>
                <c:pt idx="52">
                  <c:v>1.0826297</c:v>
                </c:pt>
                <c:pt idx="53">
                  <c:v>1.0831906</c:v>
                </c:pt>
                <c:pt idx="54">
                  <c:v>1.0827938</c:v>
                </c:pt>
                <c:pt idx="55">
                  <c:v>1.0827421</c:v>
                </c:pt>
                <c:pt idx="56">
                  <c:v>1.0826969</c:v>
                </c:pt>
                <c:pt idx="57">
                  <c:v>1.082665</c:v>
                </c:pt>
                <c:pt idx="58">
                  <c:v>1.0826224</c:v>
                </c:pt>
                <c:pt idx="59">
                  <c:v>1.082581</c:v>
                </c:pt>
                <c:pt idx="60">
                  <c:v>1.0825813</c:v>
                </c:pt>
                <c:pt idx="61">
                  <c:v>1.0825073</c:v>
                </c:pt>
                <c:pt idx="62">
                  <c:v>1.082548</c:v>
                </c:pt>
                <c:pt idx="63">
                  <c:v>1.0824679</c:v>
                </c:pt>
                <c:pt idx="64">
                  <c:v>1.0824623</c:v>
                </c:pt>
                <c:pt idx="65">
                  <c:v>1.0823988</c:v>
                </c:pt>
                <c:pt idx="66">
                  <c:v>1.0823935</c:v>
                </c:pt>
                <c:pt idx="67">
                  <c:v>1.0823755</c:v>
                </c:pt>
                <c:pt idx="68">
                  <c:v>1.0823532</c:v>
                </c:pt>
                <c:pt idx="69">
                  <c:v>1.0823261</c:v>
                </c:pt>
                <c:pt idx="70">
                  <c:v>1.0822852</c:v>
                </c:pt>
                <c:pt idx="71">
                  <c:v>1.0822548</c:v>
                </c:pt>
                <c:pt idx="72">
                  <c:v>1.0821892</c:v>
                </c:pt>
                <c:pt idx="73">
                  <c:v>1.0821691</c:v>
                </c:pt>
                <c:pt idx="74">
                  <c:v>1.0821662</c:v>
                </c:pt>
                <c:pt idx="75">
                  <c:v>1.0821434</c:v>
                </c:pt>
                <c:pt idx="76">
                  <c:v>1.0821228</c:v>
                </c:pt>
                <c:pt idx="77">
                  <c:v>1.0821283</c:v>
                </c:pt>
                <c:pt idx="78">
                  <c:v>1.0820688</c:v>
                </c:pt>
                <c:pt idx="79">
                  <c:v>1.0820683</c:v>
                </c:pt>
                <c:pt idx="80">
                  <c:v>1.0820757</c:v>
                </c:pt>
                <c:pt idx="81">
                  <c:v>1.0820529</c:v>
                </c:pt>
                <c:pt idx="82">
                  <c:v>1.0808197</c:v>
                </c:pt>
                <c:pt idx="83">
                  <c:v>1.0820218</c:v>
                </c:pt>
                <c:pt idx="84">
                  <c:v>1.0819641</c:v>
                </c:pt>
                <c:pt idx="85">
                  <c:v>1.0819261</c:v>
                </c:pt>
                <c:pt idx="86">
                  <c:v>1.0819287</c:v>
                </c:pt>
                <c:pt idx="87">
                  <c:v>1.0819141</c:v>
                </c:pt>
                <c:pt idx="88">
                  <c:v>1.081883</c:v>
                </c:pt>
                <c:pt idx="89">
                  <c:v>1.0818645</c:v>
                </c:pt>
                <c:pt idx="90">
                  <c:v>1.0818695</c:v>
                </c:pt>
                <c:pt idx="91">
                  <c:v>1.0818446</c:v>
                </c:pt>
                <c:pt idx="92">
                  <c:v>1.0818187</c:v>
                </c:pt>
                <c:pt idx="93">
                  <c:v>1.0817955</c:v>
                </c:pt>
                <c:pt idx="94">
                  <c:v>1.0817883</c:v>
                </c:pt>
                <c:pt idx="95">
                  <c:v>1.0817701</c:v>
                </c:pt>
                <c:pt idx="96">
                  <c:v>1.08172</c:v>
                </c:pt>
                <c:pt idx="97">
                  <c:v>1.081722</c:v>
                </c:pt>
                <c:pt idx="98">
                  <c:v>1.0816909</c:v>
                </c:pt>
              </c:numCache>
            </c:numRef>
          </c:yVal>
        </c:ser>
        <c:ser>
          <c:idx val="19"/>
          <c:order val="19"/>
          <c:tx>
            <c:v>Batch1_cell_024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Data'!$AN$2:$AN$100</c:f>
              <c:numCache>
                <c:formatCode>General</c:formatCode>
                <c:ptCount val="99"/>
                <c:pt idx="0">
                  <c:v>1.0745355</c:v>
                </c:pt>
                <c:pt idx="1">
                  <c:v>1.0755144</c:v>
                </c:pt>
                <c:pt idx="2">
                  <c:v>1.0761921</c:v>
                </c:pt>
                <c:pt idx="3">
                  <c:v>1.0764751</c:v>
                </c:pt>
                <c:pt idx="4">
                  <c:v>1.0769914</c:v>
                </c:pt>
                <c:pt idx="5">
                  <c:v>1.0772001</c:v>
                </c:pt>
                <c:pt idx="6">
                  <c:v>1.0773505</c:v>
                </c:pt>
                <c:pt idx="7">
                  <c:v>1.0774466</c:v>
                </c:pt>
                <c:pt idx="8">
                  <c:v>1.077704</c:v>
                </c:pt>
                <c:pt idx="9">
                  <c:v>1.0779181</c:v>
                </c:pt>
                <c:pt idx="10">
                  <c:v>1.0779328</c:v>
                </c:pt>
                <c:pt idx="11">
                  <c:v>1.0780599</c:v>
                </c:pt>
                <c:pt idx="12">
                  <c:v>1.0781317</c:v>
                </c:pt>
                <c:pt idx="13">
                  <c:v>1.0780793</c:v>
                </c:pt>
                <c:pt idx="14">
                  <c:v>1.0781142</c:v>
                </c:pt>
                <c:pt idx="15">
                  <c:v>1.078177</c:v>
                </c:pt>
                <c:pt idx="16">
                  <c:v>1.0782306</c:v>
                </c:pt>
                <c:pt idx="17">
                  <c:v>1.0782139</c:v>
                </c:pt>
                <c:pt idx="18">
                  <c:v>1.0782995</c:v>
                </c:pt>
                <c:pt idx="19">
                  <c:v>1.0783032</c:v>
                </c:pt>
                <c:pt idx="20">
                  <c:v>1.078328</c:v>
                </c:pt>
                <c:pt idx="21">
                  <c:v>1.0782109</c:v>
                </c:pt>
                <c:pt idx="22">
                  <c:v>1.0783392</c:v>
                </c:pt>
                <c:pt idx="23">
                  <c:v>1.0770954</c:v>
                </c:pt>
                <c:pt idx="24">
                  <c:v>1.0782816</c:v>
                </c:pt>
                <c:pt idx="25">
                  <c:v>1.0782204</c:v>
                </c:pt>
                <c:pt idx="26">
                  <c:v>1.0783178</c:v>
                </c:pt>
                <c:pt idx="27">
                  <c:v>1.078504</c:v>
                </c:pt>
                <c:pt idx="28">
                  <c:v>1.0784962</c:v>
                </c:pt>
                <c:pt idx="29">
                  <c:v>1.0784823</c:v>
                </c:pt>
                <c:pt idx="30">
                  <c:v>1.0786822</c:v>
                </c:pt>
                <c:pt idx="31">
                  <c:v>1.0785158</c:v>
                </c:pt>
                <c:pt idx="32">
                  <c:v>1.0785723</c:v>
                </c:pt>
                <c:pt idx="33">
                  <c:v>1.0786314</c:v>
                </c:pt>
                <c:pt idx="34">
                  <c:v>1.0786495</c:v>
                </c:pt>
                <c:pt idx="35">
                  <c:v>1.0786846</c:v>
                </c:pt>
                <c:pt idx="36">
                  <c:v>1.0787392</c:v>
                </c:pt>
                <c:pt idx="37">
                  <c:v>1.0786514</c:v>
                </c:pt>
                <c:pt idx="38">
                  <c:v>1.0774556</c:v>
                </c:pt>
                <c:pt idx="39">
                  <c:v>1.0786817</c:v>
                </c:pt>
                <c:pt idx="40">
                  <c:v>1.0786376</c:v>
                </c:pt>
                <c:pt idx="41">
                  <c:v>1.0785599</c:v>
                </c:pt>
                <c:pt idx="42">
                  <c:v>1.0773627</c:v>
                </c:pt>
                <c:pt idx="43">
                  <c:v>1.0786625</c:v>
                </c:pt>
                <c:pt idx="44">
                  <c:v>1.0786109</c:v>
                </c:pt>
                <c:pt idx="45">
                  <c:v>1.0785208</c:v>
                </c:pt>
                <c:pt idx="46">
                  <c:v>1.0785592</c:v>
                </c:pt>
                <c:pt idx="47">
                  <c:v>1.0785398</c:v>
                </c:pt>
                <c:pt idx="48">
                  <c:v>1.0785309</c:v>
                </c:pt>
                <c:pt idx="49">
                  <c:v>1.0786479</c:v>
                </c:pt>
                <c:pt idx="50">
                  <c:v>1.0788484</c:v>
                </c:pt>
                <c:pt idx="51">
                  <c:v>1.078972</c:v>
                </c:pt>
                <c:pt idx="52">
                  <c:v>1.079075</c:v>
                </c:pt>
                <c:pt idx="53">
                  <c:v>1.0790325</c:v>
                </c:pt>
                <c:pt idx="54">
                  <c:v>1.0784972</c:v>
                </c:pt>
                <c:pt idx="55">
                  <c:v>1.0784028</c:v>
                </c:pt>
                <c:pt idx="56">
                  <c:v>1.0784189</c:v>
                </c:pt>
                <c:pt idx="57">
                  <c:v>1.078426</c:v>
                </c:pt>
                <c:pt idx="58">
                  <c:v>1.0784495</c:v>
                </c:pt>
                <c:pt idx="59">
                  <c:v>1.0785013</c:v>
                </c:pt>
                <c:pt idx="60">
                  <c:v>1.0784342</c:v>
                </c:pt>
                <c:pt idx="61">
                  <c:v>1.0784618</c:v>
                </c:pt>
                <c:pt idx="62">
                  <c:v>1.0783838</c:v>
                </c:pt>
                <c:pt idx="63">
                  <c:v>1.0783776</c:v>
                </c:pt>
                <c:pt idx="64">
                  <c:v>1.078294</c:v>
                </c:pt>
                <c:pt idx="65">
                  <c:v>1.0783767</c:v>
                </c:pt>
                <c:pt idx="66">
                  <c:v>1.0783796</c:v>
                </c:pt>
                <c:pt idx="67">
                  <c:v>1.078287</c:v>
                </c:pt>
                <c:pt idx="68">
                  <c:v>1.0771291</c:v>
                </c:pt>
                <c:pt idx="69">
                  <c:v>1.078192</c:v>
                </c:pt>
                <c:pt idx="70">
                  <c:v>1.076942</c:v>
                </c:pt>
                <c:pt idx="71">
                  <c:v>1.0782397</c:v>
                </c:pt>
                <c:pt idx="72">
                  <c:v>1.0781367</c:v>
                </c:pt>
                <c:pt idx="73">
                  <c:v>1.0780915</c:v>
                </c:pt>
                <c:pt idx="74">
                  <c:v>1.0781207</c:v>
                </c:pt>
                <c:pt idx="75">
                  <c:v>1.0780108</c:v>
                </c:pt>
                <c:pt idx="76">
                  <c:v>1.0782045</c:v>
                </c:pt>
                <c:pt idx="77">
                  <c:v>1.0780777</c:v>
                </c:pt>
                <c:pt idx="78">
                  <c:v>1.078017</c:v>
                </c:pt>
                <c:pt idx="79">
                  <c:v>1.0779501</c:v>
                </c:pt>
                <c:pt idx="80">
                  <c:v>1.0780358</c:v>
                </c:pt>
                <c:pt idx="81">
                  <c:v>1.0778325</c:v>
                </c:pt>
                <c:pt idx="82">
                  <c:v>1.0779066</c:v>
                </c:pt>
                <c:pt idx="83">
                  <c:v>1.0780368</c:v>
                </c:pt>
                <c:pt idx="84">
                  <c:v>1.0779146</c:v>
                </c:pt>
                <c:pt idx="85">
                  <c:v>1.0778836</c:v>
                </c:pt>
                <c:pt idx="86">
                  <c:v>1.0777985</c:v>
                </c:pt>
                <c:pt idx="87">
                  <c:v>1.0777652</c:v>
                </c:pt>
                <c:pt idx="88">
                  <c:v>1.0778114</c:v>
                </c:pt>
                <c:pt idx="89">
                  <c:v>1.0777079</c:v>
                </c:pt>
                <c:pt idx="90">
                  <c:v>1.0777746</c:v>
                </c:pt>
                <c:pt idx="91">
                  <c:v>1.0777181</c:v>
                </c:pt>
                <c:pt idx="92">
                  <c:v>1.0777857</c:v>
                </c:pt>
                <c:pt idx="93">
                  <c:v>1.0777301</c:v>
                </c:pt>
                <c:pt idx="94">
                  <c:v>1.0777274</c:v>
                </c:pt>
                <c:pt idx="95">
                  <c:v>1.0763521</c:v>
                </c:pt>
                <c:pt idx="96">
                  <c:v>1.0764607</c:v>
                </c:pt>
                <c:pt idx="97">
                  <c:v>1.0776408</c:v>
                </c:pt>
                <c:pt idx="98">
                  <c:v>1.0776314</c:v>
                </c:pt>
              </c:numCache>
            </c:numRef>
          </c:yVal>
        </c:ser>
        <c:ser>
          <c:idx val="20"/>
          <c:order val="20"/>
          <c:tx>
            <c:v>Batch1_cell_025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Data'!$AP$2:$AP$100</c:f>
              <c:numCache>
                <c:formatCode>General</c:formatCode>
                <c:ptCount val="99"/>
                <c:pt idx="0">
                  <c:v>1.0752345</c:v>
                </c:pt>
                <c:pt idx="1">
                  <c:v>1.0763277</c:v>
                </c:pt>
                <c:pt idx="2">
                  <c:v>1.0766819</c:v>
                </c:pt>
                <c:pt idx="3">
                  <c:v>1.0772517</c:v>
                </c:pt>
                <c:pt idx="4">
                  <c:v>1.0775747</c:v>
                </c:pt>
                <c:pt idx="5">
                  <c:v>1.0777456</c:v>
                </c:pt>
                <c:pt idx="6">
                  <c:v>1.0779704</c:v>
                </c:pt>
                <c:pt idx="7">
                  <c:v>1.0781482</c:v>
                </c:pt>
                <c:pt idx="8">
                  <c:v>1.0783457</c:v>
                </c:pt>
                <c:pt idx="9">
                  <c:v>1.078598</c:v>
                </c:pt>
                <c:pt idx="10">
                  <c:v>1.0787464</c:v>
                </c:pt>
                <c:pt idx="11">
                  <c:v>1.0788994</c:v>
                </c:pt>
                <c:pt idx="12">
                  <c:v>1.0789477</c:v>
                </c:pt>
                <c:pt idx="13">
                  <c:v>1.0789433</c:v>
                </c:pt>
                <c:pt idx="14">
                  <c:v>1.0789938</c:v>
                </c:pt>
                <c:pt idx="15">
                  <c:v>1.0790927</c:v>
                </c:pt>
                <c:pt idx="16">
                  <c:v>1.0791383</c:v>
                </c:pt>
                <c:pt idx="17">
                  <c:v>1.0791379</c:v>
                </c:pt>
                <c:pt idx="18">
                  <c:v>1.0792229</c:v>
                </c:pt>
                <c:pt idx="19">
                  <c:v>1.0792434</c:v>
                </c:pt>
                <c:pt idx="20">
                  <c:v>1.079232</c:v>
                </c:pt>
                <c:pt idx="21">
                  <c:v>1.0792979</c:v>
                </c:pt>
                <c:pt idx="22">
                  <c:v>1.0792787</c:v>
                </c:pt>
                <c:pt idx="23">
                  <c:v>1.0780314</c:v>
                </c:pt>
                <c:pt idx="24">
                  <c:v>1.0792596</c:v>
                </c:pt>
                <c:pt idx="25">
                  <c:v>1.0792792</c:v>
                </c:pt>
                <c:pt idx="26">
                  <c:v>1.0792816</c:v>
                </c:pt>
                <c:pt idx="27">
                  <c:v>1.0793499</c:v>
                </c:pt>
                <c:pt idx="28">
                  <c:v>1.0793725</c:v>
                </c:pt>
                <c:pt idx="29">
                  <c:v>1.0793666</c:v>
                </c:pt>
                <c:pt idx="30">
                  <c:v>1.0794182</c:v>
                </c:pt>
                <c:pt idx="31">
                  <c:v>1.079448</c:v>
                </c:pt>
                <c:pt idx="32">
                  <c:v>1.0794551</c:v>
                </c:pt>
                <c:pt idx="33">
                  <c:v>1.0794472</c:v>
                </c:pt>
                <c:pt idx="34">
                  <c:v>1.0794848</c:v>
                </c:pt>
                <c:pt idx="35">
                  <c:v>1.0795194</c:v>
                </c:pt>
                <c:pt idx="36">
                  <c:v>1.0795679</c:v>
                </c:pt>
                <c:pt idx="37">
                  <c:v>1.0795426</c:v>
                </c:pt>
                <c:pt idx="38">
                  <c:v>1.0795244</c:v>
                </c:pt>
                <c:pt idx="39">
                  <c:v>1.0795215</c:v>
                </c:pt>
                <c:pt idx="40">
                  <c:v>1.0794741</c:v>
                </c:pt>
                <c:pt idx="41">
                  <c:v>1.0794564</c:v>
                </c:pt>
                <c:pt idx="42">
                  <c:v>1.07941</c:v>
                </c:pt>
                <c:pt idx="43">
                  <c:v>1.0793877</c:v>
                </c:pt>
                <c:pt idx="44">
                  <c:v>1.079385</c:v>
                </c:pt>
                <c:pt idx="45">
                  <c:v>1.0793488</c:v>
                </c:pt>
                <c:pt idx="46">
                  <c:v>1.0793023</c:v>
                </c:pt>
                <c:pt idx="47">
                  <c:v>1.0793445</c:v>
                </c:pt>
                <c:pt idx="48">
                  <c:v>1.0793265</c:v>
                </c:pt>
                <c:pt idx="49">
                  <c:v>1.0794868</c:v>
                </c:pt>
                <c:pt idx="50">
                  <c:v>1.079664</c:v>
                </c:pt>
                <c:pt idx="51">
                  <c:v>1.0798512</c:v>
                </c:pt>
                <c:pt idx="52">
                  <c:v>1.0799131</c:v>
                </c:pt>
                <c:pt idx="53">
                  <c:v>1.0798471</c:v>
                </c:pt>
                <c:pt idx="54">
                  <c:v>1.0793748</c:v>
                </c:pt>
                <c:pt idx="55">
                  <c:v>1.0792863</c:v>
                </c:pt>
                <c:pt idx="56">
                  <c:v>1.0792454</c:v>
                </c:pt>
                <c:pt idx="57">
                  <c:v>1.0792495</c:v>
                </c:pt>
                <c:pt idx="58">
                  <c:v>1.079209</c:v>
                </c:pt>
                <c:pt idx="59">
                  <c:v>1.0791895</c:v>
                </c:pt>
                <c:pt idx="60">
                  <c:v>1.0792062</c:v>
                </c:pt>
                <c:pt idx="61">
                  <c:v>1.0791804</c:v>
                </c:pt>
                <c:pt idx="62">
                  <c:v>1.0791718</c:v>
                </c:pt>
                <c:pt idx="63">
                  <c:v>1.0790961</c:v>
                </c:pt>
                <c:pt idx="64">
                  <c:v>1.0790548</c:v>
                </c:pt>
                <c:pt idx="65">
                  <c:v>1.0790472</c:v>
                </c:pt>
                <c:pt idx="66">
                  <c:v>1.0790274</c:v>
                </c:pt>
                <c:pt idx="67">
                  <c:v>1.0789471</c:v>
                </c:pt>
                <c:pt idx="68">
                  <c:v>1.078935</c:v>
                </c:pt>
                <c:pt idx="69">
                  <c:v>1.0788885</c:v>
                </c:pt>
                <c:pt idx="70">
                  <c:v>1.0788687</c:v>
                </c:pt>
                <c:pt idx="71">
                  <c:v>1.0787885</c:v>
                </c:pt>
                <c:pt idx="72">
                  <c:v>1.0788136</c:v>
                </c:pt>
                <c:pt idx="73">
                  <c:v>1.078759</c:v>
                </c:pt>
                <c:pt idx="74">
                  <c:v>1.0787454</c:v>
                </c:pt>
                <c:pt idx="75">
                  <c:v>1.0787166</c:v>
                </c:pt>
                <c:pt idx="76">
                  <c:v>1.0786921</c:v>
                </c:pt>
                <c:pt idx="77">
                  <c:v>1.0786561</c:v>
                </c:pt>
                <c:pt idx="78">
                  <c:v>1.0786458</c:v>
                </c:pt>
                <c:pt idx="79">
                  <c:v>1.0786494</c:v>
                </c:pt>
                <c:pt idx="80">
                  <c:v>1.0786008</c:v>
                </c:pt>
                <c:pt idx="81">
                  <c:v>1.0785756</c:v>
                </c:pt>
                <c:pt idx="82">
                  <c:v>1.0785092</c:v>
                </c:pt>
                <c:pt idx="83">
                  <c:v>1.0785187</c:v>
                </c:pt>
                <c:pt idx="84">
                  <c:v>1.0784715</c:v>
                </c:pt>
                <c:pt idx="85">
                  <c:v>1.0784341</c:v>
                </c:pt>
                <c:pt idx="86">
                  <c:v>1.0784183</c:v>
                </c:pt>
                <c:pt idx="87">
                  <c:v>1.0783663</c:v>
                </c:pt>
                <c:pt idx="88">
                  <c:v>1.0783623</c:v>
                </c:pt>
                <c:pt idx="89">
                  <c:v>1.0783238</c:v>
                </c:pt>
                <c:pt idx="90">
                  <c:v>1.0782973</c:v>
                </c:pt>
                <c:pt idx="91">
                  <c:v>1.0783015</c:v>
                </c:pt>
                <c:pt idx="92">
                  <c:v>1.0782938</c:v>
                </c:pt>
                <c:pt idx="93">
                  <c:v>1.0782624</c:v>
                </c:pt>
                <c:pt idx="94">
                  <c:v>1.0782219</c:v>
                </c:pt>
                <c:pt idx="95">
                  <c:v>1.0781643</c:v>
                </c:pt>
                <c:pt idx="96">
                  <c:v>1.0781267</c:v>
                </c:pt>
                <c:pt idx="97">
                  <c:v>1.0780842</c:v>
                </c:pt>
                <c:pt idx="98">
                  <c:v>1.0780438</c:v>
                </c:pt>
              </c:numCache>
            </c:numRef>
          </c:yVal>
        </c:ser>
        <c:ser>
          <c:idx val="21"/>
          <c:order val="21"/>
          <c:tx>
            <c:v>Batch1_cell_026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Data'!$AR$2:$AR$100</c:f>
              <c:numCache>
                <c:formatCode>General</c:formatCode>
                <c:ptCount val="99"/>
                <c:pt idx="0">
                  <c:v>1.0876514</c:v>
                </c:pt>
                <c:pt idx="1">
                  <c:v>1.0887769</c:v>
                </c:pt>
                <c:pt idx="2">
                  <c:v>1.0895739</c:v>
                </c:pt>
                <c:pt idx="3">
                  <c:v>1.090127</c:v>
                </c:pt>
                <c:pt idx="4">
                  <c:v>1.0902194</c:v>
                </c:pt>
                <c:pt idx="5">
                  <c:v>1.0905415</c:v>
                </c:pt>
                <c:pt idx="6">
                  <c:v>1.0907471</c:v>
                </c:pt>
                <c:pt idx="7">
                  <c:v>1.0908767</c:v>
                </c:pt>
                <c:pt idx="8">
                  <c:v>1.0910354</c:v>
                </c:pt>
                <c:pt idx="9">
                  <c:v>1.091149</c:v>
                </c:pt>
                <c:pt idx="10">
                  <c:v>1.0912602</c:v>
                </c:pt>
                <c:pt idx="11">
                  <c:v>1.0912689</c:v>
                </c:pt>
                <c:pt idx="12">
                  <c:v>1.0913666</c:v>
                </c:pt>
                <c:pt idx="13">
                  <c:v>1.0914187</c:v>
                </c:pt>
                <c:pt idx="14">
                  <c:v>1.0913129</c:v>
                </c:pt>
                <c:pt idx="15">
                  <c:v>1.0913908</c:v>
                </c:pt>
                <c:pt idx="16">
                  <c:v>1.0913309</c:v>
                </c:pt>
                <c:pt idx="17">
                  <c:v>1.0913507</c:v>
                </c:pt>
                <c:pt idx="18">
                  <c:v>1.0901743</c:v>
                </c:pt>
                <c:pt idx="19">
                  <c:v>1.0913407</c:v>
                </c:pt>
                <c:pt idx="20">
                  <c:v>1.0913928</c:v>
                </c:pt>
                <c:pt idx="21">
                  <c:v>1.0913711</c:v>
                </c:pt>
                <c:pt idx="22">
                  <c:v>1.0912943</c:v>
                </c:pt>
                <c:pt idx="23">
                  <c:v>1.0913316</c:v>
                </c:pt>
                <c:pt idx="24">
                  <c:v>1.091313</c:v>
                </c:pt>
                <c:pt idx="25">
                  <c:v>1.0901551</c:v>
                </c:pt>
                <c:pt idx="26">
                  <c:v>1.0913707</c:v>
                </c:pt>
                <c:pt idx="27">
                  <c:v>1.0915</c:v>
                </c:pt>
                <c:pt idx="28">
                  <c:v>1.0913539</c:v>
                </c:pt>
                <c:pt idx="29">
                  <c:v>1.091308</c:v>
                </c:pt>
                <c:pt idx="30">
                  <c:v>1.0913274</c:v>
                </c:pt>
                <c:pt idx="31">
                  <c:v>1.0913633</c:v>
                </c:pt>
                <c:pt idx="32">
                  <c:v>1.0913634</c:v>
                </c:pt>
                <c:pt idx="33">
                  <c:v>1.0914105</c:v>
                </c:pt>
                <c:pt idx="34">
                  <c:v>1.0912079</c:v>
                </c:pt>
                <c:pt idx="35">
                  <c:v>1.0914216</c:v>
                </c:pt>
                <c:pt idx="36">
                  <c:v>1.0915462</c:v>
                </c:pt>
                <c:pt idx="37">
                  <c:v>1.0913702</c:v>
                </c:pt>
                <c:pt idx="38">
                  <c:v>1.0914745</c:v>
                </c:pt>
                <c:pt idx="39">
                  <c:v>1.0913943</c:v>
                </c:pt>
                <c:pt idx="40">
                  <c:v>1.0913204</c:v>
                </c:pt>
                <c:pt idx="41">
                  <c:v>1.0899497</c:v>
                </c:pt>
                <c:pt idx="42">
                  <c:v>1.0911652</c:v>
                </c:pt>
                <c:pt idx="43">
                  <c:v>1.0911034</c:v>
                </c:pt>
                <c:pt idx="44">
                  <c:v>1.0911463</c:v>
                </c:pt>
                <c:pt idx="45">
                  <c:v>1.0910841</c:v>
                </c:pt>
                <c:pt idx="46">
                  <c:v>1.0910726</c:v>
                </c:pt>
                <c:pt idx="47">
                  <c:v>1.0911754</c:v>
                </c:pt>
                <c:pt idx="48">
                  <c:v>1.0910344</c:v>
                </c:pt>
                <c:pt idx="49">
                  <c:v>1.091042</c:v>
                </c:pt>
                <c:pt idx="50">
                  <c:v>1.0912036</c:v>
                </c:pt>
                <c:pt idx="51">
                  <c:v>1.0913835</c:v>
                </c:pt>
                <c:pt idx="52">
                  <c:v>1.091444</c:v>
                </c:pt>
                <c:pt idx="53">
                  <c:v>1.0915191</c:v>
                </c:pt>
                <c:pt idx="54">
                  <c:v>1.0912392</c:v>
                </c:pt>
                <c:pt idx="55">
                  <c:v>1.0910244</c:v>
                </c:pt>
                <c:pt idx="56">
                  <c:v>1.0910047</c:v>
                </c:pt>
                <c:pt idx="57">
                  <c:v>1.0908934</c:v>
                </c:pt>
                <c:pt idx="58">
                  <c:v>1.0907686</c:v>
                </c:pt>
                <c:pt idx="59">
                  <c:v>1.0909427</c:v>
                </c:pt>
                <c:pt idx="60">
                  <c:v>1.0909005</c:v>
                </c:pt>
                <c:pt idx="61">
                  <c:v>1.0908694</c:v>
                </c:pt>
                <c:pt idx="62">
                  <c:v>1.0906993</c:v>
                </c:pt>
                <c:pt idx="63">
                  <c:v>1.0908915</c:v>
                </c:pt>
                <c:pt idx="64">
                  <c:v>1.0893208</c:v>
                </c:pt>
                <c:pt idx="65">
                  <c:v>1.090454</c:v>
                </c:pt>
                <c:pt idx="66">
                  <c:v>1.0904849</c:v>
                </c:pt>
                <c:pt idx="67">
                  <c:v>1.0903882</c:v>
                </c:pt>
                <c:pt idx="68">
                  <c:v>1.0903715</c:v>
                </c:pt>
                <c:pt idx="69">
                  <c:v>1.0901026</c:v>
                </c:pt>
                <c:pt idx="70">
                  <c:v>1.0890392</c:v>
                </c:pt>
                <c:pt idx="71">
                  <c:v>1.0902603</c:v>
                </c:pt>
                <c:pt idx="72">
                  <c:v>1.0902516</c:v>
                </c:pt>
                <c:pt idx="73">
                  <c:v>1.0902444</c:v>
                </c:pt>
                <c:pt idx="74">
                  <c:v>1.0901288</c:v>
                </c:pt>
                <c:pt idx="75">
                  <c:v>1.0901029</c:v>
                </c:pt>
                <c:pt idx="76">
                  <c:v>1.0902023</c:v>
                </c:pt>
                <c:pt idx="77">
                  <c:v>1.090115</c:v>
                </c:pt>
                <c:pt idx="78">
                  <c:v>1.0900801</c:v>
                </c:pt>
                <c:pt idx="79">
                  <c:v>1.0899956</c:v>
                </c:pt>
                <c:pt idx="80">
                  <c:v>1.0899369</c:v>
                </c:pt>
                <c:pt idx="81">
                  <c:v>1.0899999</c:v>
                </c:pt>
                <c:pt idx="82">
                  <c:v>1.0899715</c:v>
                </c:pt>
                <c:pt idx="83">
                  <c:v>1.0899079</c:v>
                </c:pt>
                <c:pt idx="84">
                  <c:v>1.0899065</c:v>
                </c:pt>
                <c:pt idx="85">
                  <c:v>1.0898699</c:v>
                </c:pt>
                <c:pt idx="86">
                  <c:v>1.0899559</c:v>
                </c:pt>
                <c:pt idx="87">
                  <c:v>1.089599</c:v>
                </c:pt>
                <c:pt idx="88">
                  <c:v>1.0897686</c:v>
                </c:pt>
                <c:pt idx="89">
                  <c:v>1.0896578</c:v>
                </c:pt>
                <c:pt idx="90">
                  <c:v>1.0896732</c:v>
                </c:pt>
                <c:pt idx="91">
                  <c:v>1.0895765</c:v>
                </c:pt>
                <c:pt idx="92">
                  <c:v>1.0896919</c:v>
                </c:pt>
                <c:pt idx="93">
                  <c:v>1.0886166</c:v>
                </c:pt>
                <c:pt idx="94">
                  <c:v>1.0897247</c:v>
                </c:pt>
                <c:pt idx="95">
                  <c:v>1.0895399</c:v>
                </c:pt>
                <c:pt idx="96">
                  <c:v>1.0870471</c:v>
                </c:pt>
                <c:pt idx="97">
                  <c:v>1.089437</c:v>
                </c:pt>
                <c:pt idx="98">
                  <c:v>1.0893713</c:v>
                </c:pt>
              </c:numCache>
            </c:numRef>
          </c:yVal>
        </c:ser>
        <c:ser>
          <c:idx val="22"/>
          <c:order val="22"/>
          <c:tx>
            <c:v>Batch1_cell_027</c:v>
          </c:tx>
          <c:spPr>
            <a:ln xmlns:a="http://schemas.openxmlformats.org/drawingml/2006/main" w="22860">
              <a:solidFill>
                <a:srgbClr val="2F73B7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Data'!$AT$2:$AT$100</c:f>
              <c:numCache>
                <c:formatCode>General</c:formatCode>
                <c:ptCount val="99"/>
                <c:pt idx="0">
                  <c:v>1.0790461</c:v>
                </c:pt>
                <c:pt idx="1">
                  <c:v>1.0801724</c:v>
                </c:pt>
                <c:pt idx="2">
                  <c:v>1.0807079</c:v>
                </c:pt>
                <c:pt idx="3">
                  <c:v>1.0812072</c:v>
                </c:pt>
                <c:pt idx="4">
                  <c:v>1.0814734</c:v>
                </c:pt>
                <c:pt idx="5">
                  <c:v>1.0817486</c:v>
                </c:pt>
                <c:pt idx="6">
                  <c:v>1.0817883</c:v>
                </c:pt>
                <c:pt idx="7">
                  <c:v>1.082202</c:v>
                </c:pt>
                <c:pt idx="8">
                  <c:v>1.0822893</c:v>
                </c:pt>
                <c:pt idx="9">
                  <c:v>1.0824029</c:v>
                </c:pt>
                <c:pt idx="10">
                  <c:v>1.0824897</c:v>
                </c:pt>
                <c:pt idx="11">
                  <c:v>1.0825186</c:v>
                </c:pt>
                <c:pt idx="12">
                  <c:v>1.0825608</c:v>
                </c:pt>
                <c:pt idx="13">
                  <c:v>1.0827286</c:v>
                </c:pt>
                <c:pt idx="14">
                  <c:v>1.0826588</c:v>
                </c:pt>
                <c:pt idx="15">
                  <c:v>1.0827425</c:v>
                </c:pt>
                <c:pt idx="16">
                  <c:v>1.0827425</c:v>
                </c:pt>
                <c:pt idx="17">
                  <c:v>1.0826674</c:v>
                </c:pt>
                <c:pt idx="18">
                  <c:v>1.0814627</c:v>
                </c:pt>
                <c:pt idx="19">
                  <c:v>1.0827345</c:v>
                </c:pt>
                <c:pt idx="20">
                  <c:v>1.0827444</c:v>
                </c:pt>
                <c:pt idx="21">
                  <c:v>1.08278</c:v>
                </c:pt>
                <c:pt idx="22">
                  <c:v>1.082706</c:v>
                </c:pt>
                <c:pt idx="23">
                  <c:v>1.0826861</c:v>
                </c:pt>
                <c:pt idx="24">
                  <c:v>1.0826769</c:v>
                </c:pt>
                <c:pt idx="25">
                  <c:v>1.082715</c:v>
                </c:pt>
                <c:pt idx="26">
                  <c:v>1.082724</c:v>
                </c:pt>
                <c:pt idx="27">
                  <c:v>1.0827583</c:v>
                </c:pt>
                <c:pt idx="28">
                  <c:v>1.0827907</c:v>
                </c:pt>
                <c:pt idx="29">
                  <c:v>1.0827864</c:v>
                </c:pt>
                <c:pt idx="30">
                  <c:v>1.0827869</c:v>
                </c:pt>
                <c:pt idx="31">
                  <c:v>1.0827483</c:v>
                </c:pt>
                <c:pt idx="32">
                  <c:v>1.082798</c:v>
                </c:pt>
                <c:pt idx="33">
                  <c:v>1.0828063</c:v>
                </c:pt>
                <c:pt idx="34">
                  <c:v>1.0828173</c:v>
                </c:pt>
                <c:pt idx="35">
                  <c:v>1.0827814</c:v>
                </c:pt>
                <c:pt idx="36">
                  <c:v>1.0828823</c:v>
                </c:pt>
                <c:pt idx="37">
                  <c:v>1.0828133</c:v>
                </c:pt>
                <c:pt idx="38">
                  <c:v>1.0827502</c:v>
                </c:pt>
                <c:pt idx="39">
                  <c:v>1.0827619</c:v>
                </c:pt>
                <c:pt idx="40">
                  <c:v>1.0826311</c:v>
                </c:pt>
                <c:pt idx="41">
                  <c:v>1.0813862</c:v>
                </c:pt>
                <c:pt idx="42">
                  <c:v>1.0825301</c:v>
                </c:pt>
                <c:pt idx="43">
                  <c:v>1.0825536</c:v>
                </c:pt>
                <c:pt idx="44">
                  <c:v>1.0825298</c:v>
                </c:pt>
                <c:pt idx="45">
                  <c:v>1.0824839</c:v>
                </c:pt>
                <c:pt idx="46">
                  <c:v>1.0824682</c:v>
                </c:pt>
                <c:pt idx="47">
                  <c:v>1.082517</c:v>
                </c:pt>
                <c:pt idx="48">
                  <c:v>1.0824821</c:v>
                </c:pt>
                <c:pt idx="49">
                  <c:v>1.0825706</c:v>
                </c:pt>
                <c:pt idx="50">
                  <c:v>1.0826724</c:v>
                </c:pt>
                <c:pt idx="51">
                  <c:v>1.0828613</c:v>
                </c:pt>
                <c:pt idx="52">
                  <c:v>1.0829773</c:v>
                </c:pt>
                <c:pt idx="53">
                  <c:v>1.0829995</c:v>
                </c:pt>
                <c:pt idx="54">
                  <c:v>1.0825634</c:v>
                </c:pt>
                <c:pt idx="55">
                  <c:v>1.082359</c:v>
                </c:pt>
                <c:pt idx="56">
                  <c:v>1.0823215</c:v>
                </c:pt>
                <c:pt idx="57">
                  <c:v>1.0822537</c:v>
                </c:pt>
                <c:pt idx="58">
                  <c:v>1.0822542</c:v>
                </c:pt>
                <c:pt idx="59">
                  <c:v>1.0822295</c:v>
                </c:pt>
                <c:pt idx="60">
                  <c:v>1.0822634</c:v>
                </c:pt>
                <c:pt idx="61">
                  <c:v>1.0822692</c:v>
                </c:pt>
                <c:pt idx="62">
                  <c:v>1.082202</c:v>
                </c:pt>
                <c:pt idx="63">
                  <c:v>1.0821146</c:v>
                </c:pt>
                <c:pt idx="64">
                  <c:v>1.0808402</c:v>
                </c:pt>
                <c:pt idx="65">
                  <c:v>1.0820075</c:v>
                </c:pt>
                <c:pt idx="66">
                  <c:v>1.0819649</c:v>
                </c:pt>
                <c:pt idx="67">
                  <c:v>1.0818988</c:v>
                </c:pt>
                <c:pt idx="68">
                  <c:v>1.0818719</c:v>
                </c:pt>
                <c:pt idx="69">
                  <c:v>1.0818554</c:v>
                </c:pt>
                <c:pt idx="70">
                  <c:v>1.0806323</c:v>
                </c:pt>
                <c:pt idx="71">
                  <c:v>1.0818212</c:v>
                </c:pt>
                <c:pt idx="72">
                  <c:v>1.0817745</c:v>
                </c:pt>
                <c:pt idx="73">
                  <c:v>1.0816995</c:v>
                </c:pt>
                <c:pt idx="74">
                  <c:v>1.0816376</c:v>
                </c:pt>
                <c:pt idx="75">
                  <c:v>1.0816406</c:v>
                </c:pt>
                <c:pt idx="76">
                  <c:v>1.0817032</c:v>
                </c:pt>
                <c:pt idx="77">
                  <c:v>1.0816604</c:v>
                </c:pt>
                <c:pt idx="78">
                  <c:v>1.0816072</c:v>
                </c:pt>
                <c:pt idx="79">
                  <c:v>1.0816014</c:v>
                </c:pt>
                <c:pt idx="80">
                  <c:v>1.0816257</c:v>
                </c:pt>
                <c:pt idx="81">
                  <c:v>1.0815876</c:v>
                </c:pt>
                <c:pt idx="82">
                  <c:v>1.0816116</c:v>
                </c:pt>
                <c:pt idx="83">
                  <c:v>1.0815166</c:v>
                </c:pt>
                <c:pt idx="84">
                  <c:v>1.081459</c:v>
                </c:pt>
                <c:pt idx="85">
                  <c:v>1.081378</c:v>
                </c:pt>
                <c:pt idx="86">
                  <c:v>1.0813453</c:v>
                </c:pt>
                <c:pt idx="87">
                  <c:v>1.0812186</c:v>
                </c:pt>
                <c:pt idx="88">
                  <c:v>1.0812073</c:v>
                </c:pt>
                <c:pt idx="89">
                  <c:v>1.0812255</c:v>
                </c:pt>
                <c:pt idx="90">
                  <c:v>1.0812244</c:v>
                </c:pt>
                <c:pt idx="91">
                  <c:v>1.0811688</c:v>
                </c:pt>
                <c:pt idx="92">
                  <c:v>1.0811378</c:v>
                </c:pt>
                <c:pt idx="93">
                  <c:v>1.080002</c:v>
                </c:pt>
                <c:pt idx="94">
                  <c:v>1.08117</c:v>
                </c:pt>
                <c:pt idx="95">
                  <c:v>1.0811571</c:v>
                </c:pt>
                <c:pt idx="96">
                  <c:v>1.0810875</c:v>
                </c:pt>
                <c:pt idx="97">
                  <c:v>1.0810544</c:v>
                </c:pt>
                <c:pt idx="98">
                  <c:v>1.0810226</c:v>
                </c:pt>
              </c:numCache>
            </c:numRef>
          </c:yVal>
        </c:ser>
        <c:ser>
          <c:idx val="23"/>
          <c:order val="23"/>
          <c:tx>
            <c:v>Batch1_cell_028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Data'!$AV$2:$AV$100</c:f>
              <c:numCache>
                <c:formatCode>General</c:formatCode>
                <c:ptCount val="99"/>
                <c:pt idx="0">
                  <c:v>1.0777475</c:v>
                </c:pt>
                <c:pt idx="1">
                  <c:v>1.0790652</c:v>
                </c:pt>
                <c:pt idx="2">
                  <c:v>1.0796903</c:v>
                </c:pt>
                <c:pt idx="3">
                  <c:v>1.0801463</c:v>
                </c:pt>
                <c:pt idx="4">
                  <c:v>1.0804075</c:v>
                </c:pt>
                <c:pt idx="5">
                  <c:v>1.0805956</c:v>
                </c:pt>
                <c:pt idx="6">
                  <c:v>1.0807317</c:v>
                </c:pt>
                <c:pt idx="7">
                  <c:v>1.0808195</c:v>
                </c:pt>
                <c:pt idx="8">
                  <c:v>1.0809715</c:v>
                </c:pt>
                <c:pt idx="9">
                  <c:v>1.0810122</c:v>
                </c:pt>
                <c:pt idx="10">
                  <c:v>1.0809609</c:v>
                </c:pt>
                <c:pt idx="11">
                  <c:v>1.0810313</c:v>
                </c:pt>
                <c:pt idx="12">
                  <c:v>1.0809838</c:v>
                </c:pt>
                <c:pt idx="13">
                  <c:v>1.0809973</c:v>
                </c:pt>
                <c:pt idx="14">
                  <c:v>1.0810999</c:v>
                </c:pt>
                <c:pt idx="15">
                  <c:v>1.0811108</c:v>
                </c:pt>
                <c:pt idx="16">
                  <c:v>1.0810974</c:v>
                </c:pt>
                <c:pt idx="17">
                  <c:v>1.0811632</c:v>
                </c:pt>
                <c:pt idx="18">
                  <c:v>1.0812205</c:v>
                </c:pt>
                <c:pt idx="19">
                  <c:v>1.0811813</c:v>
                </c:pt>
                <c:pt idx="20">
                  <c:v>1.0811784</c:v>
                </c:pt>
                <c:pt idx="21">
                  <c:v>1.0811744</c:v>
                </c:pt>
                <c:pt idx="22">
                  <c:v>1.0811247</c:v>
                </c:pt>
                <c:pt idx="23">
                  <c:v>1.0812141</c:v>
                </c:pt>
                <c:pt idx="24">
                  <c:v>1.0811888</c:v>
                </c:pt>
                <c:pt idx="25">
                  <c:v>1.0811576</c:v>
                </c:pt>
                <c:pt idx="26">
                  <c:v>1.0811551</c:v>
                </c:pt>
                <c:pt idx="27">
                  <c:v>1.0811859</c:v>
                </c:pt>
                <c:pt idx="28">
                  <c:v>1.0811901</c:v>
                </c:pt>
                <c:pt idx="29">
                  <c:v>1.0812165</c:v>
                </c:pt>
                <c:pt idx="30">
                  <c:v>1.0811845</c:v>
                </c:pt>
                <c:pt idx="31">
                  <c:v>1.0811294</c:v>
                </c:pt>
                <c:pt idx="32">
                  <c:v>1.0811316</c:v>
                </c:pt>
                <c:pt idx="33">
                  <c:v>1.0811387</c:v>
                </c:pt>
                <c:pt idx="34">
                  <c:v>1.0811398</c:v>
                </c:pt>
                <c:pt idx="35">
                  <c:v>1.0811166</c:v>
                </c:pt>
                <c:pt idx="36">
                  <c:v>1.0811226</c:v>
                </c:pt>
                <c:pt idx="37">
                  <c:v>1.0810956</c:v>
                </c:pt>
                <c:pt idx="38">
                  <c:v>1.0811094</c:v>
                </c:pt>
                <c:pt idx="39">
                  <c:v>1.0810697</c:v>
                </c:pt>
                <c:pt idx="40">
                  <c:v>1.0809979</c:v>
                </c:pt>
                <c:pt idx="41">
                  <c:v>1.0809548</c:v>
                </c:pt>
                <c:pt idx="42">
                  <c:v>1.0810108</c:v>
                </c:pt>
                <c:pt idx="43">
                  <c:v>1.0810082</c:v>
                </c:pt>
                <c:pt idx="44">
                  <c:v>1.0809962</c:v>
                </c:pt>
                <c:pt idx="45">
                  <c:v>1.0809706</c:v>
                </c:pt>
                <c:pt idx="46">
                  <c:v>1.0809727</c:v>
                </c:pt>
                <c:pt idx="47">
                  <c:v>1.080978</c:v>
                </c:pt>
                <c:pt idx="48">
                  <c:v>1.0809796</c:v>
                </c:pt>
                <c:pt idx="49">
                  <c:v>1.0812129</c:v>
                </c:pt>
                <c:pt idx="50">
                  <c:v>1.0813982</c:v>
                </c:pt>
                <c:pt idx="51">
                  <c:v>1.0815059</c:v>
                </c:pt>
                <c:pt idx="52">
                  <c:v>1.0815945</c:v>
                </c:pt>
                <c:pt idx="53">
                  <c:v>1.0814849</c:v>
                </c:pt>
                <c:pt idx="54">
                  <c:v>1.0809635</c:v>
                </c:pt>
                <c:pt idx="55">
                  <c:v>1.0808893</c:v>
                </c:pt>
                <c:pt idx="56">
                  <c:v>1.0808935</c:v>
                </c:pt>
                <c:pt idx="57">
                  <c:v>1.0808771</c:v>
                </c:pt>
                <c:pt idx="58">
                  <c:v>1.0808597</c:v>
                </c:pt>
                <c:pt idx="59">
                  <c:v>1.0808375</c:v>
                </c:pt>
                <c:pt idx="60">
                  <c:v>1.0808578</c:v>
                </c:pt>
                <c:pt idx="61">
                  <c:v>1.0808728</c:v>
                </c:pt>
                <c:pt idx="62">
                  <c:v>1.0808434</c:v>
                </c:pt>
                <c:pt idx="63">
                  <c:v>1.0808076</c:v>
                </c:pt>
                <c:pt idx="64">
                  <c:v>1.0807914</c:v>
                </c:pt>
                <c:pt idx="65">
                  <c:v>1.0807716</c:v>
                </c:pt>
                <c:pt idx="66">
                  <c:v>1.0807241</c:v>
                </c:pt>
                <c:pt idx="67">
                  <c:v>1.0806849</c:v>
                </c:pt>
                <c:pt idx="68">
                  <c:v>1.0806451</c:v>
                </c:pt>
                <c:pt idx="69">
                  <c:v>1.0806307</c:v>
                </c:pt>
                <c:pt idx="70">
                  <c:v>1.0805783</c:v>
                </c:pt>
                <c:pt idx="71">
                  <c:v>1.0805414</c:v>
                </c:pt>
                <c:pt idx="72">
                  <c:v>1.0805057</c:v>
                </c:pt>
                <c:pt idx="73">
                  <c:v>1.0804965</c:v>
                </c:pt>
                <c:pt idx="74">
                  <c:v>1.0804847</c:v>
                </c:pt>
                <c:pt idx="75">
                  <c:v>1.0804739</c:v>
                </c:pt>
                <c:pt idx="76">
                  <c:v>1.0804759</c:v>
                </c:pt>
                <c:pt idx="77">
                  <c:v>1.0804443</c:v>
                </c:pt>
                <c:pt idx="78">
                  <c:v>1.0803918</c:v>
                </c:pt>
                <c:pt idx="79">
                  <c:v>1.080386</c:v>
                </c:pt>
                <c:pt idx="80">
                  <c:v>1.0803308</c:v>
                </c:pt>
                <c:pt idx="81">
                  <c:v>1.0803319</c:v>
                </c:pt>
                <c:pt idx="82">
                  <c:v>1.0802881</c:v>
                </c:pt>
                <c:pt idx="83">
                  <c:v>1.0802213</c:v>
                </c:pt>
                <c:pt idx="84">
                  <c:v>1.0801822</c:v>
                </c:pt>
                <c:pt idx="85">
                  <c:v>1.0800933</c:v>
                </c:pt>
                <c:pt idx="86">
                  <c:v>1.0800555</c:v>
                </c:pt>
                <c:pt idx="87">
                  <c:v>1.0800238</c:v>
                </c:pt>
                <c:pt idx="88">
                  <c:v>1.0799724</c:v>
                </c:pt>
                <c:pt idx="89">
                  <c:v>1.07998</c:v>
                </c:pt>
                <c:pt idx="90">
                  <c:v>1.0799719</c:v>
                </c:pt>
                <c:pt idx="91">
                  <c:v>1.0799658</c:v>
                </c:pt>
                <c:pt idx="92">
                  <c:v>1.079885</c:v>
                </c:pt>
                <c:pt idx="93">
                  <c:v>1.0798992</c:v>
                </c:pt>
                <c:pt idx="94">
                  <c:v>1.079868</c:v>
                </c:pt>
                <c:pt idx="95">
                  <c:v>1.0797814</c:v>
                </c:pt>
                <c:pt idx="96">
                  <c:v>1.0797493</c:v>
                </c:pt>
                <c:pt idx="97">
                  <c:v>1.0797218</c:v>
                </c:pt>
                <c:pt idx="98">
                  <c:v>1.0796947</c:v>
                </c:pt>
              </c:numCache>
            </c:numRef>
          </c:yVal>
        </c:ser>
        <c:ser>
          <c:idx val="24"/>
          <c:order val="24"/>
          <c:tx>
            <c:v>Batch1_cell_029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Data'!$AX$2:$AX$100</c:f>
              <c:numCache>
                <c:formatCode>General</c:formatCode>
                <c:ptCount val="99"/>
                <c:pt idx="0">
                  <c:v>1.0794537</c:v>
                </c:pt>
                <c:pt idx="1">
                  <c:v>1.0806577</c:v>
                </c:pt>
                <c:pt idx="2">
                  <c:v>1.0812927</c:v>
                </c:pt>
                <c:pt idx="3">
                  <c:v>1.0817964</c:v>
                </c:pt>
                <c:pt idx="4">
                  <c:v>1.082124</c:v>
                </c:pt>
                <c:pt idx="5">
                  <c:v>1.0823274</c:v>
                </c:pt>
                <c:pt idx="6">
                  <c:v>1.0824894</c:v>
                </c:pt>
                <c:pt idx="7">
                  <c:v>1.0826534</c:v>
                </c:pt>
                <c:pt idx="8">
                  <c:v>1.0827931</c:v>
                </c:pt>
                <c:pt idx="9">
                  <c:v>1.0828774</c:v>
                </c:pt>
                <c:pt idx="10">
                  <c:v>1.0829589</c:v>
                </c:pt>
                <c:pt idx="11">
                  <c:v>1.0830729</c:v>
                </c:pt>
                <c:pt idx="12">
                  <c:v>1.0830579</c:v>
                </c:pt>
                <c:pt idx="13">
                  <c:v>1.0830588</c:v>
                </c:pt>
                <c:pt idx="14">
                  <c:v>1.0831062</c:v>
                </c:pt>
                <c:pt idx="15">
                  <c:v>1.0831524</c:v>
                </c:pt>
                <c:pt idx="16">
                  <c:v>1.0831289</c:v>
                </c:pt>
                <c:pt idx="17">
                  <c:v>1.083196</c:v>
                </c:pt>
                <c:pt idx="18">
                  <c:v>1.0832456</c:v>
                </c:pt>
                <c:pt idx="19">
                  <c:v>1.0832524</c:v>
                </c:pt>
                <c:pt idx="20">
                  <c:v>1.0832658</c:v>
                </c:pt>
                <c:pt idx="21">
                  <c:v>1.0833102</c:v>
                </c:pt>
                <c:pt idx="22">
                  <c:v>1.0832921</c:v>
                </c:pt>
                <c:pt idx="23">
                  <c:v>1.0833464</c:v>
                </c:pt>
                <c:pt idx="24">
                  <c:v>1.0833081</c:v>
                </c:pt>
                <c:pt idx="25">
                  <c:v>1.0832864</c:v>
                </c:pt>
                <c:pt idx="26">
                  <c:v>1.0833145</c:v>
                </c:pt>
                <c:pt idx="27">
                  <c:v>1.0833284</c:v>
                </c:pt>
                <c:pt idx="28">
                  <c:v>1.0833681</c:v>
                </c:pt>
                <c:pt idx="29">
                  <c:v>1.0833194</c:v>
                </c:pt>
                <c:pt idx="30">
                  <c:v>1.0832484</c:v>
                </c:pt>
                <c:pt idx="31">
                  <c:v>1.0832229</c:v>
                </c:pt>
                <c:pt idx="32">
                  <c:v>1.0832559</c:v>
                </c:pt>
                <c:pt idx="33">
                  <c:v>1.0832584</c:v>
                </c:pt>
                <c:pt idx="34">
                  <c:v>1.0832632</c:v>
                </c:pt>
                <c:pt idx="35">
                  <c:v>1.0832604</c:v>
                </c:pt>
                <c:pt idx="36">
                  <c:v>1.0833092</c:v>
                </c:pt>
                <c:pt idx="37">
                  <c:v>1.083308</c:v>
                </c:pt>
                <c:pt idx="38">
                  <c:v>1.0832961</c:v>
                </c:pt>
                <c:pt idx="39">
                  <c:v>1.0832679</c:v>
                </c:pt>
                <c:pt idx="40">
                  <c:v>1.083234</c:v>
                </c:pt>
                <c:pt idx="41">
                  <c:v>1.0831758</c:v>
                </c:pt>
                <c:pt idx="42">
                  <c:v>1.0831817</c:v>
                </c:pt>
                <c:pt idx="43">
                  <c:v>1.0831972</c:v>
                </c:pt>
                <c:pt idx="44">
                  <c:v>1.0831847</c:v>
                </c:pt>
                <c:pt idx="45">
                  <c:v>1.0831146</c:v>
                </c:pt>
                <c:pt idx="46">
                  <c:v>1.0831022</c:v>
                </c:pt>
                <c:pt idx="47">
                  <c:v>1.0831069</c:v>
                </c:pt>
                <c:pt idx="48">
                  <c:v>1.0831246</c:v>
                </c:pt>
                <c:pt idx="49">
                  <c:v>1.0833983</c:v>
                </c:pt>
                <c:pt idx="50">
                  <c:v>1.0836052</c:v>
                </c:pt>
                <c:pt idx="51">
                  <c:v>1.0837262</c:v>
                </c:pt>
                <c:pt idx="52">
                  <c:v>1.0837907</c:v>
                </c:pt>
                <c:pt idx="53">
                  <c:v>1.0838029</c:v>
                </c:pt>
                <c:pt idx="54">
                  <c:v>1.0831645</c:v>
                </c:pt>
                <c:pt idx="55">
                  <c:v>1.0830424</c:v>
                </c:pt>
                <c:pt idx="56">
                  <c:v>1.0830162</c:v>
                </c:pt>
                <c:pt idx="57">
                  <c:v>1.0829923</c:v>
                </c:pt>
                <c:pt idx="58">
                  <c:v>1.0829701</c:v>
                </c:pt>
                <c:pt idx="59">
                  <c:v>1.0830206</c:v>
                </c:pt>
                <c:pt idx="60">
                  <c:v>1.0829672</c:v>
                </c:pt>
                <c:pt idx="61">
                  <c:v>1.0829027</c:v>
                </c:pt>
                <c:pt idx="62">
                  <c:v>1.0829126</c:v>
                </c:pt>
                <c:pt idx="63">
                  <c:v>1.0828959</c:v>
                </c:pt>
                <c:pt idx="64">
                  <c:v>1.0828919</c:v>
                </c:pt>
                <c:pt idx="65">
                  <c:v>1.0828562</c:v>
                </c:pt>
                <c:pt idx="66">
                  <c:v>1.082875</c:v>
                </c:pt>
                <c:pt idx="67">
                  <c:v>1.0828127</c:v>
                </c:pt>
                <c:pt idx="68">
                  <c:v>1.0827907</c:v>
                </c:pt>
                <c:pt idx="69">
                  <c:v>1.0827816</c:v>
                </c:pt>
                <c:pt idx="70">
                  <c:v>1.0827421</c:v>
                </c:pt>
                <c:pt idx="71">
                  <c:v>1.0826882</c:v>
                </c:pt>
                <c:pt idx="72">
                  <c:v>1.0826483</c:v>
                </c:pt>
                <c:pt idx="73">
                  <c:v>1.0826143</c:v>
                </c:pt>
                <c:pt idx="74">
                  <c:v>1.0825993</c:v>
                </c:pt>
                <c:pt idx="75">
                  <c:v>1.0825791</c:v>
                </c:pt>
                <c:pt idx="76">
                  <c:v>1.0825341</c:v>
                </c:pt>
                <c:pt idx="77">
                  <c:v>1.0825131</c:v>
                </c:pt>
                <c:pt idx="78">
                  <c:v>1.0824996</c:v>
                </c:pt>
                <c:pt idx="79">
                  <c:v>1.0824348</c:v>
                </c:pt>
                <c:pt idx="80">
                  <c:v>1.0824144</c:v>
                </c:pt>
                <c:pt idx="81">
                  <c:v>1.0823388</c:v>
                </c:pt>
                <c:pt idx="82">
                  <c:v>1.0822846</c:v>
                </c:pt>
                <c:pt idx="83">
                  <c:v>1.0823339</c:v>
                </c:pt>
                <c:pt idx="84">
                  <c:v>1.0822827</c:v>
                </c:pt>
                <c:pt idx="85">
                  <c:v>1.0822502</c:v>
                </c:pt>
                <c:pt idx="86">
                  <c:v>1.0822413</c:v>
                </c:pt>
                <c:pt idx="87">
                  <c:v>1.0821868</c:v>
                </c:pt>
                <c:pt idx="88">
                  <c:v>1.0821469</c:v>
                </c:pt>
                <c:pt idx="89">
                  <c:v>1.0821527</c:v>
                </c:pt>
                <c:pt idx="90">
                  <c:v>1.0821027</c:v>
                </c:pt>
                <c:pt idx="91">
                  <c:v>1.0821068</c:v>
                </c:pt>
                <c:pt idx="92">
                  <c:v>1.082075</c:v>
                </c:pt>
                <c:pt idx="93">
                  <c:v>1.082034</c:v>
                </c:pt>
                <c:pt idx="94">
                  <c:v>1.0820094</c:v>
                </c:pt>
                <c:pt idx="95">
                  <c:v>1.0819383</c:v>
                </c:pt>
                <c:pt idx="96">
                  <c:v>1.0819026</c:v>
                </c:pt>
                <c:pt idx="97">
                  <c:v>1.081872</c:v>
                </c:pt>
                <c:pt idx="98">
                  <c:v>1.0818107</c:v>
                </c:pt>
              </c:numCache>
            </c:numRef>
          </c:yVal>
        </c:ser>
        <c:ser>
          <c:idx val="25"/>
          <c:order val="25"/>
          <c:tx>
            <c:v>Batch1_cell_030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Data'!$AZ$2:$AZ$100</c:f>
              <c:numCache>
                <c:formatCode>General</c:formatCode>
                <c:ptCount val="99"/>
                <c:pt idx="0">
                  <c:v>1.0798637</c:v>
                </c:pt>
                <c:pt idx="1">
                  <c:v>1.0811634</c:v>
                </c:pt>
                <c:pt idx="2">
                  <c:v>1.0818657</c:v>
                </c:pt>
                <c:pt idx="3">
                  <c:v>1.0821818</c:v>
                </c:pt>
                <c:pt idx="4">
                  <c:v>1.0825673</c:v>
                </c:pt>
                <c:pt idx="5">
                  <c:v>1.0828056</c:v>
                </c:pt>
                <c:pt idx="6">
                  <c:v>1.0831146</c:v>
                </c:pt>
                <c:pt idx="7">
                  <c:v>1.0831774</c:v>
                </c:pt>
                <c:pt idx="8">
                  <c:v>1.0833608</c:v>
                </c:pt>
                <c:pt idx="9">
                  <c:v>1.08348</c:v>
                </c:pt>
                <c:pt idx="10">
                  <c:v>1.0834858</c:v>
                </c:pt>
                <c:pt idx="11">
                  <c:v>1.0834947</c:v>
                </c:pt>
                <c:pt idx="12">
                  <c:v>1.0835716</c:v>
                </c:pt>
                <c:pt idx="13">
                  <c:v>1.0835986</c:v>
                </c:pt>
                <c:pt idx="14">
                  <c:v>1.0836222</c:v>
                </c:pt>
                <c:pt idx="15">
                  <c:v>1.0836917</c:v>
                </c:pt>
                <c:pt idx="16">
                  <c:v>1.0837103</c:v>
                </c:pt>
                <c:pt idx="17">
                  <c:v>1.0836622</c:v>
                </c:pt>
                <c:pt idx="18">
                  <c:v>1.0837077</c:v>
                </c:pt>
                <c:pt idx="19">
                  <c:v>1.0838182</c:v>
                </c:pt>
                <c:pt idx="20">
                  <c:v>1.0837473</c:v>
                </c:pt>
                <c:pt idx="21">
                  <c:v>1.0836567</c:v>
                </c:pt>
                <c:pt idx="22">
                  <c:v>1.0836648</c:v>
                </c:pt>
                <c:pt idx="23">
                  <c:v>1.083645</c:v>
                </c:pt>
                <c:pt idx="24">
                  <c:v>1.0824287</c:v>
                </c:pt>
                <c:pt idx="25">
                  <c:v>1.0836473</c:v>
                </c:pt>
                <c:pt idx="26">
                  <c:v>1.0836612</c:v>
                </c:pt>
                <c:pt idx="27">
                  <c:v>1.0836823</c:v>
                </c:pt>
                <c:pt idx="28">
                  <c:v>1.0836746</c:v>
                </c:pt>
                <c:pt idx="29">
                  <c:v>1.0835971</c:v>
                </c:pt>
                <c:pt idx="30">
                  <c:v>1.0823866</c:v>
                </c:pt>
                <c:pt idx="31">
                  <c:v>1.0835627</c:v>
                </c:pt>
                <c:pt idx="32">
                  <c:v>1.0836023</c:v>
                </c:pt>
                <c:pt idx="33">
                  <c:v>1.0835922</c:v>
                </c:pt>
                <c:pt idx="34">
                  <c:v>1.0835865</c:v>
                </c:pt>
                <c:pt idx="35">
                  <c:v>1.083638</c:v>
                </c:pt>
                <c:pt idx="36">
                  <c:v>1.0836222</c:v>
                </c:pt>
                <c:pt idx="37">
                  <c:v>1.0835924</c:v>
                </c:pt>
                <c:pt idx="38">
                  <c:v>1.0836127</c:v>
                </c:pt>
                <c:pt idx="39">
                  <c:v>1.0835611</c:v>
                </c:pt>
                <c:pt idx="40">
                  <c:v>1.0834897</c:v>
                </c:pt>
                <c:pt idx="41">
                  <c:v>1.0834938</c:v>
                </c:pt>
                <c:pt idx="42">
                  <c:v>1.0834311</c:v>
                </c:pt>
                <c:pt idx="43">
                  <c:v>1.0834029</c:v>
                </c:pt>
                <c:pt idx="44">
                  <c:v>1.0834157</c:v>
                </c:pt>
                <c:pt idx="45">
                  <c:v>1.0833813</c:v>
                </c:pt>
                <c:pt idx="46">
                  <c:v>1.083321</c:v>
                </c:pt>
                <c:pt idx="47">
                  <c:v>1.0833343</c:v>
                </c:pt>
                <c:pt idx="48">
                  <c:v>1.0832798</c:v>
                </c:pt>
                <c:pt idx="49">
                  <c:v>1.0832438</c:v>
                </c:pt>
                <c:pt idx="50">
                  <c:v>1.0834047</c:v>
                </c:pt>
                <c:pt idx="51">
                  <c:v>1.0835785</c:v>
                </c:pt>
                <c:pt idx="52">
                  <c:v>1.0837048</c:v>
                </c:pt>
                <c:pt idx="53">
                  <c:v>1.0837386</c:v>
                </c:pt>
                <c:pt idx="54">
                  <c:v>1.0837905</c:v>
                </c:pt>
                <c:pt idx="55">
                  <c:v>1.0832055</c:v>
                </c:pt>
                <c:pt idx="56">
                  <c:v>1.083033</c:v>
                </c:pt>
                <c:pt idx="57">
                  <c:v>1.082983</c:v>
                </c:pt>
                <c:pt idx="58">
                  <c:v>1.082956</c:v>
                </c:pt>
                <c:pt idx="59">
                  <c:v>1.0828599</c:v>
                </c:pt>
                <c:pt idx="60">
                  <c:v>1.0828736</c:v>
                </c:pt>
                <c:pt idx="61">
                  <c:v>1.0828307</c:v>
                </c:pt>
                <c:pt idx="62">
                  <c:v>1.0828017</c:v>
                </c:pt>
                <c:pt idx="63">
                  <c:v>1.0828334</c:v>
                </c:pt>
                <c:pt idx="64">
                  <c:v>1.0827416</c:v>
                </c:pt>
                <c:pt idx="65">
                  <c:v>1.0815226</c:v>
                </c:pt>
                <c:pt idx="66">
                  <c:v>1.0826602</c:v>
                </c:pt>
                <c:pt idx="67">
                  <c:v>1.0826311</c:v>
                </c:pt>
                <c:pt idx="68">
                  <c:v>1.0825266</c:v>
                </c:pt>
                <c:pt idx="69">
                  <c:v>1.0825044</c:v>
                </c:pt>
                <c:pt idx="70">
                  <c:v>1.0825244</c:v>
                </c:pt>
                <c:pt idx="71">
                  <c:v>1.0824634</c:v>
                </c:pt>
                <c:pt idx="72">
                  <c:v>1.0824057</c:v>
                </c:pt>
                <c:pt idx="73">
                  <c:v>1.0823795</c:v>
                </c:pt>
                <c:pt idx="74">
                  <c:v>1.0823262</c:v>
                </c:pt>
                <c:pt idx="75">
                  <c:v>1.0822892</c:v>
                </c:pt>
                <c:pt idx="76">
                  <c:v>1.0822424</c:v>
                </c:pt>
                <c:pt idx="77">
                  <c:v>1.0822412</c:v>
                </c:pt>
                <c:pt idx="78">
                  <c:v>1.08219</c:v>
                </c:pt>
                <c:pt idx="79">
                  <c:v>1.0821713</c:v>
                </c:pt>
                <c:pt idx="80">
                  <c:v>1.0821303</c:v>
                </c:pt>
                <c:pt idx="81">
                  <c:v>1.0820614</c:v>
                </c:pt>
                <c:pt idx="82">
                  <c:v>1.0820447</c:v>
                </c:pt>
                <c:pt idx="83">
                  <c:v>1.0820166</c:v>
                </c:pt>
                <c:pt idx="84">
                  <c:v>1.0819465</c:v>
                </c:pt>
                <c:pt idx="85">
                  <c:v>1.0819118</c:v>
                </c:pt>
                <c:pt idx="86">
                  <c:v>1.0818365</c:v>
                </c:pt>
                <c:pt idx="87">
                  <c:v>1.0817841</c:v>
                </c:pt>
                <c:pt idx="88">
                  <c:v>1.0817482</c:v>
                </c:pt>
                <c:pt idx="89">
                  <c:v>1.0817738</c:v>
                </c:pt>
                <c:pt idx="90">
                  <c:v>1.0816869</c:v>
                </c:pt>
                <c:pt idx="91">
                  <c:v>1.0816509</c:v>
                </c:pt>
                <c:pt idx="92">
                  <c:v>1.0816331</c:v>
                </c:pt>
                <c:pt idx="93">
                  <c:v>1.0816061</c:v>
                </c:pt>
                <c:pt idx="94">
                  <c:v>1.0815151</c:v>
                </c:pt>
                <c:pt idx="95">
                  <c:v>1.0815502</c:v>
                </c:pt>
                <c:pt idx="96">
                  <c:v>1.0815033</c:v>
                </c:pt>
                <c:pt idx="97">
                  <c:v>1.081429</c:v>
                </c:pt>
                <c:pt idx="98">
                  <c:v>1.0814074</c:v>
                </c:pt>
              </c:numCache>
            </c:numRef>
          </c:yVal>
        </c:ser>
        <c:ser>
          <c:idx val="26"/>
          <c:order val="26"/>
          <c:tx>
            <c:v>Batch1_cell_031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Data'!$BB$2:$BB$100</c:f>
              <c:numCache>
                <c:formatCode>General</c:formatCode>
                <c:ptCount val="99"/>
                <c:pt idx="0">
                  <c:v>1.0946392</c:v>
                </c:pt>
                <c:pt idx="1">
                  <c:v>1.0959352</c:v>
                </c:pt>
                <c:pt idx="2">
                  <c:v>1.0967276</c:v>
                </c:pt>
                <c:pt idx="3">
                  <c:v>1.0971971</c:v>
                </c:pt>
                <c:pt idx="4">
                  <c:v>1.097481</c:v>
                </c:pt>
                <c:pt idx="5">
                  <c:v>1.0977181</c:v>
                </c:pt>
                <c:pt idx="6">
                  <c:v>1.0979507</c:v>
                </c:pt>
                <c:pt idx="7">
                  <c:v>1.0980457</c:v>
                </c:pt>
                <c:pt idx="8">
                  <c:v>1.0981392</c:v>
                </c:pt>
                <c:pt idx="9">
                  <c:v>1.0982361</c:v>
                </c:pt>
                <c:pt idx="10">
                  <c:v>1.0982825</c:v>
                </c:pt>
                <c:pt idx="11">
                  <c:v>1.0983301</c:v>
                </c:pt>
                <c:pt idx="12">
                  <c:v>1.098289</c:v>
                </c:pt>
                <c:pt idx="13">
                  <c:v>1.0983156</c:v>
                </c:pt>
                <c:pt idx="14">
                  <c:v>1.0983149</c:v>
                </c:pt>
                <c:pt idx="15">
                  <c:v>1.0982523</c:v>
                </c:pt>
                <c:pt idx="16">
                  <c:v>1.098269</c:v>
                </c:pt>
                <c:pt idx="17">
                  <c:v>1.0982422</c:v>
                </c:pt>
                <c:pt idx="18">
                  <c:v>1.098241</c:v>
                </c:pt>
                <c:pt idx="19">
                  <c:v>1.0983334</c:v>
                </c:pt>
                <c:pt idx="20">
                  <c:v>1.0982602</c:v>
                </c:pt>
                <c:pt idx="21">
                  <c:v>1.0981542</c:v>
                </c:pt>
                <c:pt idx="22">
                  <c:v>1.098121</c:v>
                </c:pt>
                <c:pt idx="23">
                  <c:v>1.0980847</c:v>
                </c:pt>
                <c:pt idx="24">
                  <c:v>1.0980194</c:v>
                </c:pt>
                <c:pt idx="25">
                  <c:v>1.0980414</c:v>
                </c:pt>
                <c:pt idx="26">
                  <c:v>1.0980428</c:v>
                </c:pt>
                <c:pt idx="27">
                  <c:v>1.0980171</c:v>
                </c:pt>
                <c:pt idx="28">
                  <c:v>1.0979885</c:v>
                </c:pt>
                <c:pt idx="29">
                  <c:v>1.0979977</c:v>
                </c:pt>
                <c:pt idx="30">
                  <c:v>1.0966856</c:v>
                </c:pt>
                <c:pt idx="31">
                  <c:v>1.0978621</c:v>
                </c:pt>
                <c:pt idx="32">
                  <c:v>1.0978693</c:v>
                </c:pt>
                <c:pt idx="33">
                  <c:v>1.0979022</c:v>
                </c:pt>
                <c:pt idx="34">
                  <c:v>1.0979098</c:v>
                </c:pt>
                <c:pt idx="35">
                  <c:v>1.0978897</c:v>
                </c:pt>
                <c:pt idx="36">
                  <c:v>1.0966337</c:v>
                </c:pt>
                <c:pt idx="37">
                  <c:v>1.0978591</c:v>
                </c:pt>
                <c:pt idx="38">
                  <c:v>1.0977814</c:v>
                </c:pt>
                <c:pt idx="39">
                  <c:v>1.0978096</c:v>
                </c:pt>
                <c:pt idx="40">
                  <c:v>1.0977393</c:v>
                </c:pt>
                <c:pt idx="41">
                  <c:v>1.0977112</c:v>
                </c:pt>
                <c:pt idx="42">
                  <c:v>1.097607</c:v>
                </c:pt>
                <c:pt idx="43">
                  <c:v>1.0976275</c:v>
                </c:pt>
                <c:pt idx="44">
                  <c:v>1.0975447</c:v>
                </c:pt>
                <c:pt idx="45">
                  <c:v>1.0975108</c:v>
                </c:pt>
                <c:pt idx="46">
                  <c:v>1.0974392</c:v>
                </c:pt>
                <c:pt idx="47">
                  <c:v>1.0974355</c:v>
                </c:pt>
                <c:pt idx="48">
                  <c:v>1.0973709</c:v>
                </c:pt>
                <c:pt idx="49">
                  <c:v>1.0973341</c:v>
                </c:pt>
                <c:pt idx="50">
                  <c:v>1.0975264</c:v>
                </c:pt>
                <c:pt idx="51">
                  <c:v>1.0976833</c:v>
                </c:pt>
                <c:pt idx="52">
                  <c:v>1.0978316</c:v>
                </c:pt>
                <c:pt idx="53">
                  <c:v>1.0978509</c:v>
                </c:pt>
                <c:pt idx="54">
                  <c:v>1.0978572</c:v>
                </c:pt>
                <c:pt idx="55">
                  <c:v>1.0973386</c:v>
                </c:pt>
                <c:pt idx="56">
                  <c:v>1.0971576</c:v>
                </c:pt>
                <c:pt idx="57">
                  <c:v>1.0971154</c:v>
                </c:pt>
                <c:pt idx="58">
                  <c:v>1.0970653</c:v>
                </c:pt>
                <c:pt idx="59">
                  <c:v>1.0969902</c:v>
                </c:pt>
                <c:pt idx="60">
                  <c:v>1.0970213</c:v>
                </c:pt>
                <c:pt idx="61">
                  <c:v>1.0969549</c:v>
                </c:pt>
                <c:pt idx="62">
                  <c:v>1.0969224</c:v>
                </c:pt>
                <c:pt idx="63">
                  <c:v>1.0968727</c:v>
                </c:pt>
                <c:pt idx="64">
                  <c:v>1.0968298</c:v>
                </c:pt>
                <c:pt idx="65">
                  <c:v>1.0967759</c:v>
                </c:pt>
                <c:pt idx="66">
                  <c:v>1.0967592</c:v>
                </c:pt>
                <c:pt idx="67">
                  <c:v>1.096697</c:v>
                </c:pt>
                <c:pt idx="68">
                  <c:v>1.0966444</c:v>
                </c:pt>
                <c:pt idx="69">
                  <c:v>1.0965778</c:v>
                </c:pt>
                <c:pt idx="70">
                  <c:v>1.0965809</c:v>
                </c:pt>
                <c:pt idx="71">
                  <c:v>1.0952907</c:v>
                </c:pt>
                <c:pt idx="72">
                  <c:v>1.0964795</c:v>
                </c:pt>
                <c:pt idx="73">
                  <c:v>1.0964137</c:v>
                </c:pt>
                <c:pt idx="74">
                  <c:v>1.0963832</c:v>
                </c:pt>
                <c:pt idx="75">
                  <c:v>1.0963277</c:v>
                </c:pt>
                <c:pt idx="76">
                  <c:v>1.0962874</c:v>
                </c:pt>
                <c:pt idx="77">
                  <c:v>1.0950392</c:v>
                </c:pt>
                <c:pt idx="78">
                  <c:v>1.0962231</c:v>
                </c:pt>
                <c:pt idx="79">
                  <c:v>1.0961469</c:v>
                </c:pt>
                <c:pt idx="80">
                  <c:v>1.0961052</c:v>
                </c:pt>
                <c:pt idx="81">
                  <c:v>1.0960256</c:v>
                </c:pt>
                <c:pt idx="82">
                  <c:v>1.0960238</c:v>
                </c:pt>
                <c:pt idx="83">
                  <c:v>1.0960195</c:v>
                </c:pt>
                <c:pt idx="84">
                  <c:v>1.0959488</c:v>
                </c:pt>
                <c:pt idx="85">
                  <c:v>1.0958644</c:v>
                </c:pt>
                <c:pt idx="86">
                  <c:v>1.0958792</c:v>
                </c:pt>
                <c:pt idx="87">
                  <c:v>1.0958103</c:v>
                </c:pt>
                <c:pt idx="88">
                  <c:v>1.0957605</c:v>
                </c:pt>
                <c:pt idx="89">
                  <c:v>1.0957917</c:v>
                </c:pt>
                <c:pt idx="90">
                  <c:v>1.0956663</c:v>
                </c:pt>
                <c:pt idx="91">
                  <c:v>1.0956216</c:v>
                </c:pt>
                <c:pt idx="92">
                  <c:v>1.095592</c:v>
                </c:pt>
                <c:pt idx="93">
                  <c:v>1.0955549</c:v>
                </c:pt>
                <c:pt idx="94">
                  <c:v>1.0954814</c:v>
                </c:pt>
                <c:pt idx="95">
                  <c:v>1.0955694</c:v>
                </c:pt>
                <c:pt idx="96">
                  <c:v>1.0954791</c:v>
                </c:pt>
                <c:pt idx="97">
                  <c:v>1.0953952</c:v>
                </c:pt>
                <c:pt idx="98">
                  <c:v>1.0953494</c:v>
                </c:pt>
              </c:numCache>
            </c:numRef>
          </c:yVal>
        </c:ser>
        <c:ser>
          <c:idx val="27"/>
          <c:order val="27"/>
          <c:tx>
            <c:v>Batch1_cell_032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Data'!$BD$2:$BD$100</c:f>
              <c:numCache>
                <c:formatCode>General</c:formatCode>
                <c:ptCount val="99"/>
                <c:pt idx="0">
                  <c:v>1.0778366</c:v>
                </c:pt>
                <c:pt idx="1">
                  <c:v>1.0789613</c:v>
                </c:pt>
                <c:pt idx="2">
                  <c:v>1.0795897</c:v>
                </c:pt>
                <c:pt idx="3">
                  <c:v>1.0801555</c:v>
                </c:pt>
                <c:pt idx="4">
                  <c:v>1.0804064</c:v>
                </c:pt>
                <c:pt idx="5">
                  <c:v>1.080685</c:v>
                </c:pt>
                <c:pt idx="6">
                  <c:v>1.0807978</c:v>
                </c:pt>
                <c:pt idx="7">
                  <c:v>1.080914</c:v>
                </c:pt>
                <c:pt idx="8">
                  <c:v>1.0810486</c:v>
                </c:pt>
                <c:pt idx="9">
                  <c:v>1.0811299</c:v>
                </c:pt>
                <c:pt idx="10">
                  <c:v>1.0811639</c:v>
                </c:pt>
                <c:pt idx="11">
                  <c:v>1.0812281</c:v>
                </c:pt>
                <c:pt idx="12">
                  <c:v>1.0812478</c:v>
                </c:pt>
                <c:pt idx="13">
                  <c:v>1.0812968</c:v>
                </c:pt>
                <c:pt idx="14">
                  <c:v>1.0812578</c:v>
                </c:pt>
                <c:pt idx="15">
                  <c:v>1.0813031</c:v>
                </c:pt>
                <c:pt idx="16">
                  <c:v>1.0813153</c:v>
                </c:pt>
                <c:pt idx="17">
                  <c:v>1.0813152</c:v>
                </c:pt>
                <c:pt idx="18">
                  <c:v>1.0813514</c:v>
                </c:pt>
                <c:pt idx="19">
                  <c:v>1.0813408</c:v>
                </c:pt>
                <c:pt idx="20">
                  <c:v>1.0813305</c:v>
                </c:pt>
                <c:pt idx="21">
                  <c:v>1.0813515</c:v>
                </c:pt>
                <c:pt idx="22">
                  <c:v>1.0813745</c:v>
                </c:pt>
                <c:pt idx="23">
                  <c:v>1.0812387</c:v>
                </c:pt>
                <c:pt idx="24">
                  <c:v>1.0812483</c:v>
                </c:pt>
                <c:pt idx="25">
                  <c:v>1.0812505</c:v>
                </c:pt>
                <c:pt idx="26">
                  <c:v>1.0812807</c:v>
                </c:pt>
                <c:pt idx="27">
                  <c:v>1.0813103</c:v>
                </c:pt>
                <c:pt idx="28">
                  <c:v>1.0812517</c:v>
                </c:pt>
                <c:pt idx="29">
                  <c:v>1.0812395</c:v>
                </c:pt>
                <c:pt idx="30">
                  <c:v>1.0812634</c:v>
                </c:pt>
                <c:pt idx="31">
                  <c:v>1.0812385</c:v>
                </c:pt>
                <c:pt idx="32">
                  <c:v>1.081282</c:v>
                </c:pt>
                <c:pt idx="33">
                  <c:v>1.0812666</c:v>
                </c:pt>
                <c:pt idx="34">
                  <c:v>1.0812351</c:v>
                </c:pt>
                <c:pt idx="35">
                  <c:v>1.0812566</c:v>
                </c:pt>
                <c:pt idx="36">
                  <c:v>1.0812696</c:v>
                </c:pt>
                <c:pt idx="37">
                  <c:v>1.0812503</c:v>
                </c:pt>
                <c:pt idx="38">
                  <c:v>1.0812559</c:v>
                </c:pt>
                <c:pt idx="39">
                  <c:v>1.081242</c:v>
                </c:pt>
                <c:pt idx="40">
                  <c:v>1.0811476</c:v>
                </c:pt>
                <c:pt idx="41">
                  <c:v>1.0811515</c:v>
                </c:pt>
                <c:pt idx="42">
                  <c:v>1.0811298</c:v>
                </c:pt>
                <c:pt idx="43">
                  <c:v>1.0810924</c:v>
                </c:pt>
                <c:pt idx="44">
                  <c:v>1.0810984</c:v>
                </c:pt>
                <c:pt idx="45">
                  <c:v>1.0810492</c:v>
                </c:pt>
                <c:pt idx="46">
                  <c:v>1.0810244</c:v>
                </c:pt>
                <c:pt idx="47">
                  <c:v>1.0810045</c:v>
                </c:pt>
                <c:pt idx="48">
                  <c:v>1.080977</c:v>
                </c:pt>
                <c:pt idx="49">
                  <c:v>1.0810436</c:v>
                </c:pt>
                <c:pt idx="50">
                  <c:v>1.0812874</c:v>
                </c:pt>
                <c:pt idx="51">
                  <c:v>1.0814766</c:v>
                </c:pt>
                <c:pt idx="52">
                  <c:v>1.0816311</c:v>
                </c:pt>
                <c:pt idx="53">
                  <c:v>1.0816567</c:v>
                </c:pt>
                <c:pt idx="54">
                  <c:v>1.0816463</c:v>
                </c:pt>
                <c:pt idx="55">
                  <c:v>1.0810215</c:v>
                </c:pt>
                <c:pt idx="56">
                  <c:v>1.0808626</c:v>
                </c:pt>
                <c:pt idx="57">
                  <c:v>1.0808454</c:v>
                </c:pt>
                <c:pt idx="58">
                  <c:v>1.0807967</c:v>
                </c:pt>
                <c:pt idx="59">
                  <c:v>1.0807858</c:v>
                </c:pt>
                <c:pt idx="60">
                  <c:v>1.080772</c:v>
                </c:pt>
                <c:pt idx="61">
                  <c:v>1.080734</c:v>
                </c:pt>
                <c:pt idx="62">
                  <c:v>1.0808103</c:v>
                </c:pt>
                <c:pt idx="63">
                  <c:v>1.0806695</c:v>
                </c:pt>
                <c:pt idx="64">
                  <c:v>1.0806384</c:v>
                </c:pt>
                <c:pt idx="65">
                  <c:v>1.0806123</c:v>
                </c:pt>
                <c:pt idx="66">
                  <c:v>1.080584</c:v>
                </c:pt>
                <c:pt idx="67">
                  <c:v>1.0805349</c:v>
                </c:pt>
                <c:pt idx="68">
                  <c:v>1.0804456</c:v>
                </c:pt>
                <c:pt idx="69">
                  <c:v>1.0804278</c:v>
                </c:pt>
                <c:pt idx="70">
                  <c:v>1.0804051</c:v>
                </c:pt>
                <c:pt idx="71">
                  <c:v>1.0803767</c:v>
                </c:pt>
                <c:pt idx="72">
                  <c:v>1.0803533</c:v>
                </c:pt>
                <c:pt idx="73">
                  <c:v>1.0803205</c:v>
                </c:pt>
                <c:pt idx="74">
                  <c:v>1.0802592</c:v>
                </c:pt>
                <c:pt idx="75">
                  <c:v>1.0802605</c:v>
                </c:pt>
                <c:pt idx="76">
                  <c:v>1.0802188</c:v>
                </c:pt>
                <c:pt idx="77">
                  <c:v>1.0801952</c:v>
                </c:pt>
                <c:pt idx="78">
                  <c:v>1.0801467</c:v>
                </c:pt>
                <c:pt idx="79">
                  <c:v>1.0801034</c:v>
                </c:pt>
                <c:pt idx="80">
                  <c:v>1.0800568</c:v>
                </c:pt>
                <c:pt idx="81">
                  <c:v>1.0800389</c:v>
                </c:pt>
                <c:pt idx="82">
                  <c:v>1.0799866</c:v>
                </c:pt>
                <c:pt idx="83">
                  <c:v>1.0799601</c:v>
                </c:pt>
                <c:pt idx="84">
                  <c:v>1.0799618</c:v>
                </c:pt>
                <c:pt idx="85">
                  <c:v>1.079965</c:v>
                </c:pt>
                <c:pt idx="86">
                  <c:v>1.0798899</c:v>
                </c:pt>
                <c:pt idx="87">
                  <c:v>1.0798346</c:v>
                </c:pt>
                <c:pt idx="88">
                  <c:v>1.0797598</c:v>
                </c:pt>
                <c:pt idx="89">
                  <c:v>1.079743</c:v>
                </c:pt>
                <c:pt idx="90">
                  <c:v>1.0796899</c:v>
                </c:pt>
                <c:pt idx="91">
                  <c:v>1.079644</c:v>
                </c:pt>
                <c:pt idx="92">
                  <c:v>1.0796245</c:v>
                </c:pt>
                <c:pt idx="93">
                  <c:v>1.0795826</c:v>
                </c:pt>
                <c:pt idx="94">
                  <c:v>1.0795473</c:v>
                </c:pt>
                <c:pt idx="95">
                  <c:v>1.0795412</c:v>
                </c:pt>
                <c:pt idx="96">
                  <c:v>1.0794775</c:v>
                </c:pt>
                <c:pt idx="97">
                  <c:v>1.0794117</c:v>
                </c:pt>
                <c:pt idx="98">
                  <c:v>1.0793804</c:v>
                </c:pt>
              </c:numCache>
            </c:numRef>
          </c:yVal>
        </c:ser>
        <c:ser>
          <c:idx val="28"/>
          <c:order val="28"/>
          <c:tx>
            <c:v>Batch1_cell_033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Data'!$BF$2:$BF$100</c:f>
              <c:numCache>
                <c:formatCode>General</c:formatCode>
                <c:ptCount val="99"/>
                <c:pt idx="0">
                  <c:v>1.0924908</c:v>
                </c:pt>
                <c:pt idx="1">
                  <c:v>1.0938309</c:v>
                </c:pt>
                <c:pt idx="2">
                  <c:v>1.0946157</c:v>
                </c:pt>
                <c:pt idx="3">
                  <c:v>1.0951551</c:v>
                </c:pt>
                <c:pt idx="4">
                  <c:v>1.0955694</c:v>
                </c:pt>
                <c:pt idx="5">
                  <c:v>1.0958574</c:v>
                </c:pt>
                <c:pt idx="6">
                  <c:v>1.096019</c:v>
                </c:pt>
                <c:pt idx="7">
                  <c:v>1.0960946</c:v>
                </c:pt>
                <c:pt idx="8">
                  <c:v>1.0961914</c:v>
                </c:pt>
                <c:pt idx="9">
                  <c:v>1.0962515</c:v>
                </c:pt>
                <c:pt idx="10">
                  <c:v>1.096368</c:v>
                </c:pt>
                <c:pt idx="11">
                  <c:v>1.0964043</c:v>
                </c:pt>
                <c:pt idx="12">
                  <c:v>1.0964614</c:v>
                </c:pt>
                <c:pt idx="13">
                  <c:v>1.0964888</c:v>
                </c:pt>
                <c:pt idx="14">
                  <c:v>1.0965052</c:v>
                </c:pt>
                <c:pt idx="15">
                  <c:v>1.0965248</c:v>
                </c:pt>
                <c:pt idx="16">
                  <c:v>1.0965059</c:v>
                </c:pt>
                <c:pt idx="17">
                  <c:v>1.0965245</c:v>
                </c:pt>
                <c:pt idx="18">
                  <c:v>1.0964957</c:v>
                </c:pt>
                <c:pt idx="19">
                  <c:v>1.0964094</c:v>
                </c:pt>
                <c:pt idx="20">
                  <c:v>1.0964599</c:v>
                </c:pt>
                <c:pt idx="21">
                  <c:v>1.0964235</c:v>
                </c:pt>
                <c:pt idx="22">
                  <c:v>1.0963508</c:v>
                </c:pt>
                <c:pt idx="23">
                  <c:v>1.0963647</c:v>
                </c:pt>
                <c:pt idx="24">
                  <c:v>1.0963809</c:v>
                </c:pt>
                <c:pt idx="25">
                  <c:v>1.0963221</c:v>
                </c:pt>
                <c:pt idx="26">
                  <c:v>1.0963322</c:v>
                </c:pt>
                <c:pt idx="27">
                  <c:v>1.0963182</c:v>
                </c:pt>
                <c:pt idx="28">
                  <c:v>1.0962815</c:v>
                </c:pt>
                <c:pt idx="29">
                  <c:v>1.09624</c:v>
                </c:pt>
                <c:pt idx="30">
                  <c:v>1.0962831</c:v>
                </c:pt>
                <c:pt idx="31">
                  <c:v>1.0962418</c:v>
                </c:pt>
                <c:pt idx="32">
                  <c:v>1.0962529</c:v>
                </c:pt>
                <c:pt idx="33">
                  <c:v>1.0963312</c:v>
                </c:pt>
                <c:pt idx="34">
                  <c:v>1.0962653</c:v>
                </c:pt>
                <c:pt idx="35">
                  <c:v>1.0962428</c:v>
                </c:pt>
                <c:pt idx="36">
                  <c:v>1.0962163</c:v>
                </c:pt>
                <c:pt idx="37">
                  <c:v>1.096189</c:v>
                </c:pt>
                <c:pt idx="38">
                  <c:v>1.0962161</c:v>
                </c:pt>
                <c:pt idx="39">
                  <c:v>1.0962176</c:v>
                </c:pt>
                <c:pt idx="40">
                  <c:v>1.0961481</c:v>
                </c:pt>
                <c:pt idx="41">
                  <c:v>1.0961163</c:v>
                </c:pt>
                <c:pt idx="42">
                  <c:v>1.0960414</c:v>
                </c:pt>
                <c:pt idx="43">
                  <c:v>1.0960581</c:v>
                </c:pt>
                <c:pt idx="44">
                  <c:v>1.0960696</c:v>
                </c:pt>
                <c:pt idx="45">
                  <c:v>1.0960335</c:v>
                </c:pt>
                <c:pt idx="46">
                  <c:v>1.0959439</c:v>
                </c:pt>
                <c:pt idx="47">
                  <c:v>1.0959038</c:v>
                </c:pt>
                <c:pt idx="48">
                  <c:v>1.0958972</c:v>
                </c:pt>
                <c:pt idx="49">
                  <c:v>1.0960094</c:v>
                </c:pt>
                <c:pt idx="50">
                  <c:v>1.0964025</c:v>
                </c:pt>
                <c:pt idx="51">
                  <c:v>1.0966071</c:v>
                </c:pt>
                <c:pt idx="52">
                  <c:v>1.0967572</c:v>
                </c:pt>
                <c:pt idx="53">
                  <c:v>1.0968262</c:v>
                </c:pt>
                <c:pt idx="54">
                  <c:v>1.0967855</c:v>
                </c:pt>
                <c:pt idx="55">
                  <c:v>1.0958773</c:v>
                </c:pt>
                <c:pt idx="56">
                  <c:v>1.0956687</c:v>
                </c:pt>
                <c:pt idx="57">
                  <c:v>1.0955876</c:v>
                </c:pt>
                <c:pt idx="58">
                  <c:v>1.0955479</c:v>
                </c:pt>
                <c:pt idx="59">
                  <c:v>1.0954952</c:v>
                </c:pt>
                <c:pt idx="60">
                  <c:v>1.095458</c:v>
                </c:pt>
                <c:pt idx="61">
                  <c:v>1.0953642</c:v>
                </c:pt>
                <c:pt idx="62">
                  <c:v>1.0953134</c:v>
                </c:pt>
                <c:pt idx="63">
                  <c:v>1.0953089</c:v>
                </c:pt>
                <c:pt idx="64">
                  <c:v>1.0952225</c:v>
                </c:pt>
                <c:pt idx="65">
                  <c:v>1.0952063</c:v>
                </c:pt>
                <c:pt idx="66">
                  <c:v>1.0951535</c:v>
                </c:pt>
                <c:pt idx="67">
                  <c:v>1.0950963</c:v>
                </c:pt>
                <c:pt idx="68">
                  <c:v>1.0950252</c:v>
                </c:pt>
                <c:pt idx="69">
                  <c:v>1.0949563</c:v>
                </c:pt>
                <c:pt idx="70">
                  <c:v>1.0949478</c:v>
                </c:pt>
                <c:pt idx="71">
                  <c:v>1.0949146</c:v>
                </c:pt>
                <c:pt idx="72">
                  <c:v>1.0948806</c:v>
                </c:pt>
                <c:pt idx="73">
                  <c:v>1.0948541</c:v>
                </c:pt>
                <c:pt idx="74">
                  <c:v>1.0948173</c:v>
                </c:pt>
                <c:pt idx="75">
                  <c:v>1.0947393</c:v>
                </c:pt>
                <c:pt idx="76">
                  <c:v>1.0947195</c:v>
                </c:pt>
                <c:pt idx="77">
                  <c:v>1.0946909</c:v>
                </c:pt>
                <c:pt idx="78">
                  <c:v>1.0946635</c:v>
                </c:pt>
                <c:pt idx="79">
                  <c:v>1.0946273</c:v>
                </c:pt>
                <c:pt idx="80">
                  <c:v>1.0945498</c:v>
                </c:pt>
                <c:pt idx="81">
                  <c:v>1.0945283</c:v>
                </c:pt>
                <c:pt idx="82">
                  <c:v>1.0944755</c:v>
                </c:pt>
                <c:pt idx="83">
                  <c:v>1.0944335</c:v>
                </c:pt>
                <c:pt idx="84">
                  <c:v>1.0943536</c:v>
                </c:pt>
                <c:pt idx="85">
                  <c:v>1.0944251</c:v>
                </c:pt>
                <c:pt idx="86">
                  <c:v>1.0943229</c:v>
                </c:pt>
                <c:pt idx="87">
                  <c:v>1.0942578</c:v>
                </c:pt>
                <c:pt idx="88">
                  <c:v>1.0942037</c:v>
                </c:pt>
                <c:pt idx="89">
                  <c:v>1.0941659</c:v>
                </c:pt>
                <c:pt idx="90">
                  <c:v>1.0941333</c:v>
                </c:pt>
                <c:pt idx="91">
                  <c:v>1.0941055</c:v>
                </c:pt>
                <c:pt idx="92">
                  <c:v>1.0940368</c:v>
                </c:pt>
                <c:pt idx="93">
                  <c:v>1.0939764</c:v>
                </c:pt>
                <c:pt idx="94">
                  <c:v>1.0939144</c:v>
                </c:pt>
                <c:pt idx="95">
                  <c:v>1.0939567</c:v>
                </c:pt>
                <c:pt idx="96">
                  <c:v>1.0938585</c:v>
                </c:pt>
                <c:pt idx="97">
                  <c:v>1.0937799</c:v>
                </c:pt>
                <c:pt idx="98">
                  <c:v>1.0937657</c:v>
                </c:pt>
              </c:numCache>
            </c:numRef>
          </c:yVal>
        </c:ser>
        <c:ser>
          <c:idx val="29"/>
          <c:order val="29"/>
          <c:tx>
            <c:v>Batch1_cell_034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Data'!$BH$2:$BH$100</c:f>
              <c:numCache>
                <c:formatCode>General</c:formatCode>
                <c:ptCount val="99"/>
                <c:pt idx="0">
                  <c:v>1.0766174</c:v>
                </c:pt>
                <c:pt idx="1">
                  <c:v>1.0778389</c:v>
                </c:pt>
                <c:pt idx="2">
                  <c:v>1.0782866</c:v>
                </c:pt>
                <c:pt idx="3">
                  <c:v>1.0785322</c:v>
                </c:pt>
                <c:pt idx="4">
                  <c:v>1.078815</c:v>
                </c:pt>
                <c:pt idx="5">
                  <c:v>1.0790979</c:v>
                </c:pt>
                <c:pt idx="6">
                  <c:v>1.079365</c:v>
                </c:pt>
                <c:pt idx="7">
                  <c:v>1.0796471</c:v>
                </c:pt>
                <c:pt idx="8">
                  <c:v>1.0798281</c:v>
                </c:pt>
                <c:pt idx="9">
                  <c:v>1.0799509</c:v>
                </c:pt>
                <c:pt idx="10">
                  <c:v>1.0800897</c:v>
                </c:pt>
                <c:pt idx="11">
                  <c:v>1.0801984</c:v>
                </c:pt>
                <c:pt idx="12">
                  <c:v>1.080246</c:v>
                </c:pt>
                <c:pt idx="13">
                  <c:v>1.0803288</c:v>
                </c:pt>
                <c:pt idx="14">
                  <c:v>1.0803679</c:v>
                </c:pt>
                <c:pt idx="15">
                  <c:v>1.0804093</c:v>
                </c:pt>
                <c:pt idx="16">
                  <c:v>1.080431</c:v>
                </c:pt>
                <c:pt idx="17">
                  <c:v>1.0805185</c:v>
                </c:pt>
                <c:pt idx="18">
                  <c:v>1.0793597</c:v>
                </c:pt>
                <c:pt idx="19">
                  <c:v>1.0805745</c:v>
                </c:pt>
                <c:pt idx="20">
                  <c:v>1.080601</c:v>
                </c:pt>
                <c:pt idx="21">
                  <c:v>1.0805892</c:v>
                </c:pt>
                <c:pt idx="22">
                  <c:v>1.0805532</c:v>
                </c:pt>
                <c:pt idx="23">
                  <c:v>1.0804961</c:v>
                </c:pt>
                <c:pt idx="24">
                  <c:v>1.080523</c:v>
                </c:pt>
                <c:pt idx="25">
                  <c:v>1.0805455</c:v>
                </c:pt>
                <c:pt idx="26">
                  <c:v>1.0805706</c:v>
                </c:pt>
                <c:pt idx="27">
                  <c:v>1.0805888</c:v>
                </c:pt>
                <c:pt idx="28">
                  <c:v>1.0806071</c:v>
                </c:pt>
                <c:pt idx="29">
                  <c:v>1.0806296</c:v>
                </c:pt>
                <c:pt idx="30">
                  <c:v>1.0806595</c:v>
                </c:pt>
                <c:pt idx="31">
                  <c:v>1.080579</c:v>
                </c:pt>
                <c:pt idx="32">
                  <c:v>1.0806354</c:v>
                </c:pt>
                <c:pt idx="33">
                  <c:v>1.0806475</c:v>
                </c:pt>
                <c:pt idx="34">
                  <c:v>1.0806724</c:v>
                </c:pt>
                <c:pt idx="35">
                  <c:v>1.0795065</c:v>
                </c:pt>
                <c:pt idx="36">
                  <c:v>1.0806217</c:v>
                </c:pt>
                <c:pt idx="37">
                  <c:v>1.0806849</c:v>
                </c:pt>
                <c:pt idx="38">
                  <c:v>1.0806296</c:v>
                </c:pt>
                <c:pt idx="39">
                  <c:v>1.0805641</c:v>
                </c:pt>
                <c:pt idx="40">
                  <c:v>1.0805678</c:v>
                </c:pt>
                <c:pt idx="41">
                  <c:v>1.0793363</c:v>
                </c:pt>
                <c:pt idx="42">
                  <c:v>1.0805798</c:v>
                </c:pt>
                <c:pt idx="43">
                  <c:v>1.0806106</c:v>
                </c:pt>
                <c:pt idx="44">
                  <c:v>1.0805825</c:v>
                </c:pt>
                <c:pt idx="45">
                  <c:v>1.0805467</c:v>
                </c:pt>
                <c:pt idx="46">
                  <c:v>1.0805089</c:v>
                </c:pt>
                <c:pt idx="47">
                  <c:v>1.0805417</c:v>
                </c:pt>
                <c:pt idx="48">
                  <c:v>1.0806258</c:v>
                </c:pt>
                <c:pt idx="49">
                  <c:v>1.0809866</c:v>
                </c:pt>
                <c:pt idx="50">
                  <c:v>1.0812155</c:v>
                </c:pt>
                <c:pt idx="51">
                  <c:v>1.08136</c:v>
                </c:pt>
                <c:pt idx="52">
                  <c:v>1.0814593</c:v>
                </c:pt>
                <c:pt idx="53">
                  <c:v>1.0814824</c:v>
                </c:pt>
                <c:pt idx="54">
                  <c:v>1.0806218</c:v>
                </c:pt>
                <c:pt idx="55">
                  <c:v>1.0804564</c:v>
                </c:pt>
                <c:pt idx="56">
                  <c:v>1.0804476</c:v>
                </c:pt>
                <c:pt idx="57">
                  <c:v>1.0803986</c:v>
                </c:pt>
                <c:pt idx="58">
                  <c:v>1.0791701</c:v>
                </c:pt>
                <c:pt idx="59">
                  <c:v>1.0803664</c:v>
                </c:pt>
                <c:pt idx="60">
                  <c:v>1.0803154</c:v>
                </c:pt>
                <c:pt idx="61">
                  <c:v>1.080325</c:v>
                </c:pt>
                <c:pt idx="62">
                  <c:v>1.0803102</c:v>
                </c:pt>
                <c:pt idx="63">
                  <c:v>1.0802147</c:v>
                </c:pt>
                <c:pt idx="64">
                  <c:v>1.0789976</c:v>
                </c:pt>
                <c:pt idx="65">
                  <c:v>1.080229</c:v>
                </c:pt>
                <c:pt idx="66">
                  <c:v>1.080198</c:v>
                </c:pt>
                <c:pt idx="67">
                  <c:v>1.0801755</c:v>
                </c:pt>
                <c:pt idx="68">
                  <c:v>1.0801185</c:v>
                </c:pt>
                <c:pt idx="69">
                  <c:v>1.0801344</c:v>
                </c:pt>
                <c:pt idx="70">
                  <c:v>1.0800456</c:v>
                </c:pt>
                <c:pt idx="71">
                  <c:v>1.0800246</c:v>
                </c:pt>
                <c:pt idx="72">
                  <c:v>1.0800321</c:v>
                </c:pt>
                <c:pt idx="73">
                  <c:v>1.079996</c:v>
                </c:pt>
                <c:pt idx="74">
                  <c:v>1.0799905</c:v>
                </c:pt>
                <c:pt idx="75">
                  <c:v>1.0800084</c:v>
                </c:pt>
                <c:pt idx="76">
                  <c:v>1.0800189</c:v>
                </c:pt>
                <c:pt idx="77">
                  <c:v>1.0799643</c:v>
                </c:pt>
                <c:pt idx="78">
                  <c:v>1.0799282</c:v>
                </c:pt>
                <c:pt idx="79">
                  <c:v>1.0799061</c:v>
                </c:pt>
                <c:pt idx="80">
                  <c:v>1.0798888</c:v>
                </c:pt>
                <c:pt idx="81">
                  <c:v>1.0798492</c:v>
                </c:pt>
                <c:pt idx="82">
                  <c:v>1.0798322</c:v>
                </c:pt>
                <c:pt idx="83">
                  <c:v>1.0798583</c:v>
                </c:pt>
                <c:pt idx="84">
                  <c:v>1.0798529</c:v>
                </c:pt>
                <c:pt idx="85">
                  <c:v>1.0797451</c:v>
                </c:pt>
                <c:pt idx="86">
                  <c:v>1.0797307</c:v>
                </c:pt>
                <c:pt idx="87">
                  <c:v>1.0784783</c:v>
                </c:pt>
                <c:pt idx="88">
                  <c:v>1.079725</c:v>
                </c:pt>
                <c:pt idx="89">
                  <c:v>1.0796734</c:v>
                </c:pt>
                <c:pt idx="90">
                  <c:v>1.0796605</c:v>
                </c:pt>
                <c:pt idx="91">
                  <c:v>1.0796516</c:v>
                </c:pt>
                <c:pt idx="92">
                  <c:v>1.079632</c:v>
                </c:pt>
                <c:pt idx="93">
                  <c:v>1.0796607</c:v>
                </c:pt>
                <c:pt idx="94">
                  <c:v>1.0795755</c:v>
                </c:pt>
                <c:pt idx="95">
                  <c:v>1.079548</c:v>
                </c:pt>
                <c:pt idx="96">
                  <c:v>1.0795261</c:v>
                </c:pt>
                <c:pt idx="97">
                  <c:v>1.0794165</c:v>
                </c:pt>
                <c:pt idx="98">
                  <c:v>1.0794187</c:v>
                </c:pt>
              </c:numCache>
            </c:numRef>
          </c:yVal>
        </c:ser>
        <c:ser>
          <c:idx val="30"/>
          <c:order val="30"/>
          <c:tx>
            <c:v>Batch1_cell_035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Data'!$BJ$2:$BJ$100</c:f>
              <c:numCache>
                <c:formatCode>General</c:formatCode>
                <c:ptCount val="99"/>
                <c:pt idx="0">
                  <c:v>1.0707464</c:v>
                </c:pt>
                <c:pt idx="1">
                  <c:v>1.0719526</c:v>
                </c:pt>
                <c:pt idx="2">
                  <c:v>1.0727253</c:v>
                </c:pt>
                <c:pt idx="3">
                  <c:v>1.073244</c:v>
                </c:pt>
                <c:pt idx="4">
                  <c:v>1.0735042</c:v>
                </c:pt>
                <c:pt idx="5">
                  <c:v>1.0736374</c:v>
                </c:pt>
                <c:pt idx="6">
                  <c:v>1.0738269</c:v>
                </c:pt>
                <c:pt idx="7">
                  <c:v>1.0740132</c:v>
                </c:pt>
                <c:pt idx="8">
                  <c:v>1.0741303</c:v>
                </c:pt>
                <c:pt idx="9">
                  <c:v>1.0742505</c:v>
                </c:pt>
                <c:pt idx="10">
                  <c:v>1.0742984</c:v>
                </c:pt>
                <c:pt idx="11">
                  <c:v>1.0743828</c:v>
                </c:pt>
                <c:pt idx="12">
                  <c:v>1.074385</c:v>
                </c:pt>
                <c:pt idx="13">
                  <c:v>1.0744944</c:v>
                </c:pt>
                <c:pt idx="14">
                  <c:v>1.0745145</c:v>
                </c:pt>
                <c:pt idx="15">
                  <c:v>1.0745797</c:v>
                </c:pt>
                <c:pt idx="16">
                  <c:v>1.0745832</c:v>
                </c:pt>
                <c:pt idx="17">
                  <c:v>1.0746566</c:v>
                </c:pt>
                <c:pt idx="18">
                  <c:v>1.0734589</c:v>
                </c:pt>
                <c:pt idx="19">
                  <c:v>1.0747581</c:v>
                </c:pt>
                <c:pt idx="20">
                  <c:v>1.0747967</c:v>
                </c:pt>
                <c:pt idx="21">
                  <c:v>1.0748156</c:v>
                </c:pt>
                <c:pt idx="22">
                  <c:v>1.0748376</c:v>
                </c:pt>
                <c:pt idx="23">
                  <c:v>1.0748736</c:v>
                </c:pt>
                <c:pt idx="24">
                  <c:v>1.0748744</c:v>
                </c:pt>
                <c:pt idx="25">
                  <c:v>1.0749097</c:v>
                </c:pt>
                <c:pt idx="26">
                  <c:v>1.0749129</c:v>
                </c:pt>
                <c:pt idx="27">
                  <c:v>1.0749425</c:v>
                </c:pt>
                <c:pt idx="28">
                  <c:v>1.0749711</c:v>
                </c:pt>
                <c:pt idx="29">
                  <c:v>1.0749586</c:v>
                </c:pt>
                <c:pt idx="30">
                  <c:v>1.0749807</c:v>
                </c:pt>
                <c:pt idx="31">
                  <c:v>1.0749382</c:v>
                </c:pt>
                <c:pt idx="32">
                  <c:v>1.0749483</c:v>
                </c:pt>
                <c:pt idx="33">
                  <c:v>1.0749509</c:v>
                </c:pt>
                <c:pt idx="34">
                  <c:v>1.0749905</c:v>
                </c:pt>
                <c:pt idx="35">
                  <c:v>1.0738016</c:v>
                </c:pt>
                <c:pt idx="36">
                  <c:v>1.0749846</c:v>
                </c:pt>
                <c:pt idx="37">
                  <c:v>1.074977</c:v>
                </c:pt>
                <c:pt idx="38">
                  <c:v>1.0749635</c:v>
                </c:pt>
                <c:pt idx="39">
                  <c:v>1.0749863</c:v>
                </c:pt>
                <c:pt idx="40">
                  <c:v>1.0749636</c:v>
                </c:pt>
                <c:pt idx="41">
                  <c:v>1.0749972</c:v>
                </c:pt>
                <c:pt idx="42">
                  <c:v>1.0749793</c:v>
                </c:pt>
                <c:pt idx="43">
                  <c:v>1.0749605</c:v>
                </c:pt>
                <c:pt idx="44">
                  <c:v>1.0748978</c:v>
                </c:pt>
                <c:pt idx="45">
                  <c:v>1.0749233</c:v>
                </c:pt>
                <c:pt idx="46">
                  <c:v>1.0749154</c:v>
                </c:pt>
                <c:pt idx="47">
                  <c:v>1.0748963</c:v>
                </c:pt>
                <c:pt idx="48">
                  <c:v>1.0750592</c:v>
                </c:pt>
                <c:pt idx="49">
                  <c:v>1.0754486</c:v>
                </c:pt>
                <c:pt idx="50">
                  <c:v>1.0756419</c:v>
                </c:pt>
                <c:pt idx="51">
                  <c:v>1.075781</c:v>
                </c:pt>
                <c:pt idx="52">
                  <c:v>1.0758115</c:v>
                </c:pt>
                <c:pt idx="53">
                  <c:v>1.0758256</c:v>
                </c:pt>
                <c:pt idx="54">
                  <c:v>1.0750146</c:v>
                </c:pt>
                <c:pt idx="55">
                  <c:v>1.0748886</c:v>
                </c:pt>
                <c:pt idx="56">
                  <c:v>1.0748508</c:v>
                </c:pt>
                <c:pt idx="57">
                  <c:v>1.0748671</c:v>
                </c:pt>
                <c:pt idx="58">
                  <c:v>1.0736266</c:v>
                </c:pt>
                <c:pt idx="59">
                  <c:v>1.074811</c:v>
                </c:pt>
                <c:pt idx="60">
                  <c:v>1.0747782</c:v>
                </c:pt>
                <c:pt idx="61">
                  <c:v>1.074762</c:v>
                </c:pt>
                <c:pt idx="62">
                  <c:v>1.0747888</c:v>
                </c:pt>
                <c:pt idx="63">
                  <c:v>1.0746905</c:v>
                </c:pt>
                <c:pt idx="64">
                  <c:v>1.0747944</c:v>
                </c:pt>
                <c:pt idx="65">
                  <c:v>1.0747186</c:v>
                </c:pt>
                <c:pt idx="66">
                  <c:v>1.0747094</c:v>
                </c:pt>
                <c:pt idx="67">
                  <c:v>1.0747277</c:v>
                </c:pt>
                <c:pt idx="68">
                  <c:v>1.074671</c:v>
                </c:pt>
                <c:pt idx="69">
                  <c:v>1.0746784</c:v>
                </c:pt>
                <c:pt idx="70">
                  <c:v>1.0746617</c:v>
                </c:pt>
                <c:pt idx="71">
                  <c:v>1.0746435</c:v>
                </c:pt>
                <c:pt idx="72">
                  <c:v>1.0746046</c:v>
                </c:pt>
                <c:pt idx="73">
                  <c:v>1.0745817</c:v>
                </c:pt>
                <c:pt idx="74">
                  <c:v>1.0745592</c:v>
                </c:pt>
                <c:pt idx="75">
                  <c:v>1.0745419</c:v>
                </c:pt>
                <c:pt idx="76">
                  <c:v>1.0746187</c:v>
                </c:pt>
                <c:pt idx="77">
                  <c:v>1.0744922</c:v>
                </c:pt>
                <c:pt idx="78">
                  <c:v>1.0744648</c:v>
                </c:pt>
                <c:pt idx="79">
                  <c:v>1.0744162</c:v>
                </c:pt>
                <c:pt idx="80">
                  <c:v>1.0743357</c:v>
                </c:pt>
                <c:pt idx="81">
                  <c:v>1.073137</c:v>
                </c:pt>
                <c:pt idx="82">
                  <c:v>1.0743908</c:v>
                </c:pt>
                <c:pt idx="83">
                  <c:v>1.0743506</c:v>
                </c:pt>
                <c:pt idx="84">
                  <c:v>1.0743148</c:v>
                </c:pt>
                <c:pt idx="85">
                  <c:v>1.0743113</c:v>
                </c:pt>
                <c:pt idx="86">
                  <c:v>1.0742987</c:v>
                </c:pt>
                <c:pt idx="87">
                  <c:v>1.0742555</c:v>
                </c:pt>
                <c:pt idx="88">
                  <c:v>1.074221</c:v>
                </c:pt>
                <c:pt idx="89">
                  <c:v>1.0742275</c:v>
                </c:pt>
                <c:pt idx="90">
                  <c:v>1.0741791</c:v>
                </c:pt>
                <c:pt idx="91">
                  <c:v>1.0741585</c:v>
                </c:pt>
                <c:pt idx="92">
                  <c:v>1.0741518</c:v>
                </c:pt>
                <c:pt idx="93">
                  <c:v>1.07411</c:v>
                </c:pt>
                <c:pt idx="94">
                  <c:v>1.0741214</c:v>
                </c:pt>
                <c:pt idx="95">
                  <c:v>1.0740604</c:v>
                </c:pt>
                <c:pt idx="96">
                  <c:v>1.0740399</c:v>
                </c:pt>
                <c:pt idx="97">
                  <c:v>1.073982</c:v>
                </c:pt>
                <c:pt idx="98">
                  <c:v>1.0739936</c:v>
                </c:pt>
              </c:numCache>
            </c:numRef>
          </c:yVal>
        </c:ser>
        <c:ser>
          <c:idx val="31"/>
          <c:order val="31"/>
          <c:tx>
            <c:v>Batch1_cell_036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Data'!$BL$2:$BL$100</c:f>
              <c:numCache>
                <c:formatCode>General</c:formatCode>
                <c:ptCount val="99"/>
                <c:pt idx="0">
                  <c:v>1.0778315</c:v>
                </c:pt>
                <c:pt idx="1">
                  <c:v>1.0791167</c:v>
                </c:pt>
                <c:pt idx="2">
                  <c:v>1.0799077</c:v>
                </c:pt>
                <c:pt idx="3">
                  <c:v>1.0804976</c:v>
                </c:pt>
                <c:pt idx="4">
                  <c:v>1.0807844</c:v>
                </c:pt>
                <c:pt idx="5">
                  <c:v>1.0809534</c:v>
                </c:pt>
                <c:pt idx="6">
                  <c:v>1.0811712</c:v>
                </c:pt>
                <c:pt idx="7">
                  <c:v>1.0814216</c:v>
                </c:pt>
                <c:pt idx="8">
                  <c:v>1.081539</c:v>
                </c:pt>
                <c:pt idx="9">
                  <c:v>1.081659</c:v>
                </c:pt>
                <c:pt idx="10">
                  <c:v>1.081647</c:v>
                </c:pt>
                <c:pt idx="11">
                  <c:v>1.0817413</c:v>
                </c:pt>
                <c:pt idx="12">
                  <c:v>1.0804996</c:v>
                </c:pt>
                <c:pt idx="13">
                  <c:v>1.0817536</c:v>
                </c:pt>
                <c:pt idx="14">
                  <c:v>1.0817475</c:v>
                </c:pt>
                <c:pt idx="15">
                  <c:v>1.0818046</c:v>
                </c:pt>
                <c:pt idx="16">
                  <c:v>1.0817878</c:v>
                </c:pt>
                <c:pt idx="17">
                  <c:v>1.0818305</c:v>
                </c:pt>
                <c:pt idx="18">
                  <c:v>1.0818299</c:v>
                </c:pt>
                <c:pt idx="19">
                  <c:v>1.0818619</c:v>
                </c:pt>
                <c:pt idx="20">
                  <c:v>1.0818647</c:v>
                </c:pt>
                <c:pt idx="21">
                  <c:v>1.081865</c:v>
                </c:pt>
                <c:pt idx="22">
                  <c:v>1.081857</c:v>
                </c:pt>
                <c:pt idx="23">
                  <c:v>1.0818405</c:v>
                </c:pt>
                <c:pt idx="24">
                  <c:v>1.0818326</c:v>
                </c:pt>
                <c:pt idx="25">
                  <c:v>1.0818551</c:v>
                </c:pt>
                <c:pt idx="26">
                  <c:v>1.0819111</c:v>
                </c:pt>
                <c:pt idx="27">
                  <c:v>1.0819091</c:v>
                </c:pt>
                <c:pt idx="28">
                  <c:v>1.0818996</c:v>
                </c:pt>
                <c:pt idx="29">
                  <c:v>1.0807374</c:v>
                </c:pt>
                <c:pt idx="30">
                  <c:v>1.0818708</c:v>
                </c:pt>
                <c:pt idx="31">
                  <c:v>1.0819103</c:v>
                </c:pt>
                <c:pt idx="32">
                  <c:v>1.0818493</c:v>
                </c:pt>
                <c:pt idx="33">
                  <c:v>1.0818943</c:v>
                </c:pt>
                <c:pt idx="34">
                  <c:v>1.0818889</c:v>
                </c:pt>
                <c:pt idx="35">
                  <c:v>1.0819107</c:v>
                </c:pt>
                <c:pt idx="36">
                  <c:v>1.0818768</c:v>
                </c:pt>
                <c:pt idx="37">
                  <c:v>1.0818894</c:v>
                </c:pt>
                <c:pt idx="38">
                  <c:v>1.0819097</c:v>
                </c:pt>
                <c:pt idx="39">
                  <c:v>1.081838</c:v>
                </c:pt>
                <c:pt idx="40">
                  <c:v>1.0818161</c:v>
                </c:pt>
                <c:pt idx="41">
                  <c:v>1.0818168</c:v>
                </c:pt>
                <c:pt idx="42">
                  <c:v>1.0817231</c:v>
                </c:pt>
                <c:pt idx="43">
                  <c:v>1.0817641</c:v>
                </c:pt>
                <c:pt idx="44">
                  <c:v>1.0817853</c:v>
                </c:pt>
                <c:pt idx="45">
                  <c:v>1.0817685</c:v>
                </c:pt>
                <c:pt idx="46">
                  <c:v>1.080546</c:v>
                </c:pt>
                <c:pt idx="47">
                  <c:v>1.0817469</c:v>
                </c:pt>
                <c:pt idx="48">
                  <c:v>1.081803</c:v>
                </c:pt>
                <c:pt idx="49">
                  <c:v>1.0820572</c:v>
                </c:pt>
                <c:pt idx="50">
                  <c:v>1.0822545</c:v>
                </c:pt>
                <c:pt idx="51">
                  <c:v>1.0823451</c:v>
                </c:pt>
                <c:pt idx="52">
                  <c:v>1.0823593</c:v>
                </c:pt>
                <c:pt idx="53">
                  <c:v>1.0820075</c:v>
                </c:pt>
                <c:pt idx="54">
                  <c:v>1.0816513</c:v>
                </c:pt>
                <c:pt idx="55">
                  <c:v>1.0815879</c:v>
                </c:pt>
                <c:pt idx="56">
                  <c:v>1.0815945</c:v>
                </c:pt>
                <c:pt idx="57">
                  <c:v>1.0815988</c:v>
                </c:pt>
                <c:pt idx="58">
                  <c:v>1.0815966</c:v>
                </c:pt>
                <c:pt idx="59">
                  <c:v>1.0815229</c:v>
                </c:pt>
                <c:pt idx="60">
                  <c:v>1.0814826</c:v>
                </c:pt>
                <c:pt idx="61">
                  <c:v>1.08143</c:v>
                </c:pt>
                <c:pt idx="62">
                  <c:v>1.0813816</c:v>
                </c:pt>
                <c:pt idx="63">
                  <c:v>1.0801325</c:v>
                </c:pt>
                <c:pt idx="64">
                  <c:v>1.0812919</c:v>
                </c:pt>
                <c:pt idx="65">
                  <c:v>1.0812783</c:v>
                </c:pt>
                <c:pt idx="66">
                  <c:v>1.0812535</c:v>
                </c:pt>
                <c:pt idx="67">
                  <c:v>1.0812278</c:v>
                </c:pt>
                <c:pt idx="68">
                  <c:v>1.081226</c:v>
                </c:pt>
                <c:pt idx="69">
                  <c:v>1.0811838</c:v>
                </c:pt>
                <c:pt idx="70">
                  <c:v>1.0811651</c:v>
                </c:pt>
                <c:pt idx="71">
                  <c:v>1.0811297</c:v>
                </c:pt>
                <c:pt idx="72">
                  <c:v>1.0811045</c:v>
                </c:pt>
                <c:pt idx="73">
                  <c:v>1.0810908</c:v>
                </c:pt>
                <c:pt idx="74">
                  <c:v>1.0810608</c:v>
                </c:pt>
                <c:pt idx="75">
                  <c:v>1.0810627</c:v>
                </c:pt>
                <c:pt idx="76">
                  <c:v>1.0810243</c:v>
                </c:pt>
                <c:pt idx="77">
                  <c:v>1.0809711</c:v>
                </c:pt>
                <c:pt idx="78">
                  <c:v>1.0809288</c:v>
                </c:pt>
                <c:pt idx="79">
                  <c:v>1.0809271</c:v>
                </c:pt>
                <c:pt idx="80">
                  <c:v>1.0808563</c:v>
                </c:pt>
                <c:pt idx="81">
                  <c:v>1.0808783</c:v>
                </c:pt>
                <c:pt idx="82">
                  <c:v>1.0808513</c:v>
                </c:pt>
                <c:pt idx="83">
                  <c:v>1.0808234</c:v>
                </c:pt>
                <c:pt idx="84">
                  <c:v>1.0807726</c:v>
                </c:pt>
                <c:pt idx="85">
                  <c:v>1.0807102</c:v>
                </c:pt>
                <c:pt idx="86">
                  <c:v>1.0806913</c:v>
                </c:pt>
                <c:pt idx="87">
                  <c:v>1.0806205</c:v>
                </c:pt>
                <c:pt idx="88">
                  <c:v>1.0806261</c:v>
                </c:pt>
                <c:pt idx="89">
                  <c:v>1.0805516</c:v>
                </c:pt>
                <c:pt idx="90">
                  <c:v>1.0805589</c:v>
                </c:pt>
                <c:pt idx="91">
                  <c:v>1.0805253</c:v>
                </c:pt>
                <c:pt idx="92">
                  <c:v>1.0804725</c:v>
                </c:pt>
                <c:pt idx="93">
                  <c:v>1.0804385</c:v>
                </c:pt>
                <c:pt idx="94">
                  <c:v>1.0804145</c:v>
                </c:pt>
                <c:pt idx="95">
                  <c:v>1.0803418</c:v>
                </c:pt>
                <c:pt idx="96">
                  <c:v>1.0802974</c:v>
                </c:pt>
                <c:pt idx="97">
                  <c:v>1.0802134</c:v>
                </c:pt>
                <c:pt idx="98">
                  <c:v>1.0802411</c:v>
                </c:pt>
              </c:numCache>
            </c:numRef>
          </c:yVal>
        </c:ser>
        <c:ser>
          <c:idx val="32"/>
          <c:order val="32"/>
          <c:tx>
            <c:v>Batch1_cell_037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Data'!$BN$2:$BN$100</c:f>
              <c:numCache>
                <c:formatCode>General</c:formatCode>
                <c:ptCount val="99"/>
                <c:pt idx="0">
                  <c:v>1.0748194</c:v>
                </c:pt>
                <c:pt idx="1">
                  <c:v>1.076063</c:v>
                </c:pt>
                <c:pt idx="2">
                  <c:v>1.0766596</c:v>
                </c:pt>
                <c:pt idx="3">
                  <c:v>1.0771673</c:v>
                </c:pt>
                <c:pt idx="4">
                  <c:v>1.0774544</c:v>
                </c:pt>
                <c:pt idx="5">
                  <c:v>1.077722</c:v>
                </c:pt>
                <c:pt idx="6">
                  <c:v>1.0779625</c:v>
                </c:pt>
                <c:pt idx="7">
                  <c:v>1.0781716</c:v>
                </c:pt>
                <c:pt idx="8">
                  <c:v>1.0783199</c:v>
                </c:pt>
                <c:pt idx="9">
                  <c:v>1.0784283</c:v>
                </c:pt>
                <c:pt idx="10">
                  <c:v>1.0784422</c:v>
                </c:pt>
                <c:pt idx="11">
                  <c:v>1.0784914</c:v>
                </c:pt>
                <c:pt idx="12">
                  <c:v>1.0773222</c:v>
                </c:pt>
                <c:pt idx="13">
                  <c:v>1.0785298</c:v>
                </c:pt>
                <c:pt idx="14">
                  <c:v>1.0785834</c:v>
                </c:pt>
                <c:pt idx="15">
                  <c:v>1.078631</c:v>
                </c:pt>
                <c:pt idx="16">
                  <c:v>1.0786072</c:v>
                </c:pt>
                <c:pt idx="17">
                  <c:v>1.0786502</c:v>
                </c:pt>
                <c:pt idx="18">
                  <c:v>1.078655</c:v>
                </c:pt>
                <c:pt idx="19">
                  <c:v>1.0786675</c:v>
                </c:pt>
                <c:pt idx="20">
                  <c:v>1.0786946</c:v>
                </c:pt>
                <c:pt idx="21">
                  <c:v>1.0786744</c:v>
                </c:pt>
                <c:pt idx="22">
                  <c:v>1.0786538</c:v>
                </c:pt>
                <c:pt idx="23">
                  <c:v>1.0786886</c:v>
                </c:pt>
                <c:pt idx="24">
                  <c:v>1.0786824</c:v>
                </c:pt>
                <c:pt idx="25">
                  <c:v>1.0786811</c:v>
                </c:pt>
                <c:pt idx="26">
                  <c:v>1.0786976</c:v>
                </c:pt>
                <c:pt idx="27">
                  <c:v>1.0787258</c:v>
                </c:pt>
                <c:pt idx="28">
                  <c:v>1.0787003</c:v>
                </c:pt>
                <c:pt idx="29">
                  <c:v>1.0774906</c:v>
                </c:pt>
                <c:pt idx="30">
                  <c:v>1.0787091</c:v>
                </c:pt>
                <c:pt idx="31">
                  <c:v>1.0786984</c:v>
                </c:pt>
                <c:pt idx="32">
                  <c:v>1.0787129</c:v>
                </c:pt>
                <c:pt idx="33">
                  <c:v>1.078703</c:v>
                </c:pt>
                <c:pt idx="34">
                  <c:v>1.0787079</c:v>
                </c:pt>
                <c:pt idx="35">
                  <c:v>1.0787163</c:v>
                </c:pt>
                <c:pt idx="36">
                  <c:v>1.0787128</c:v>
                </c:pt>
                <c:pt idx="37">
                  <c:v>1.0786955</c:v>
                </c:pt>
                <c:pt idx="38">
                  <c:v>1.0787122</c:v>
                </c:pt>
                <c:pt idx="39">
                  <c:v>1.0786238</c:v>
                </c:pt>
                <c:pt idx="40">
                  <c:v>1.0786607</c:v>
                </c:pt>
                <c:pt idx="41">
                  <c:v>1.0786549</c:v>
                </c:pt>
                <c:pt idx="42">
                  <c:v>1.0786166</c:v>
                </c:pt>
                <c:pt idx="43">
                  <c:v>1.0786062</c:v>
                </c:pt>
                <c:pt idx="44">
                  <c:v>1.0786067</c:v>
                </c:pt>
                <c:pt idx="45">
                  <c:v>1.0786139</c:v>
                </c:pt>
                <c:pt idx="46">
                  <c:v>1.0773886</c:v>
                </c:pt>
                <c:pt idx="47">
                  <c:v>1.0785834</c:v>
                </c:pt>
                <c:pt idx="48">
                  <c:v>1.0787735</c:v>
                </c:pt>
                <c:pt idx="49">
                  <c:v>1.0789655</c:v>
                </c:pt>
                <c:pt idx="50">
                  <c:v>1.0791242</c:v>
                </c:pt>
                <c:pt idx="51">
                  <c:v>1.0792633</c:v>
                </c:pt>
                <c:pt idx="52">
                  <c:v>1.0792918</c:v>
                </c:pt>
                <c:pt idx="53">
                  <c:v>1.0788085</c:v>
                </c:pt>
                <c:pt idx="54">
                  <c:v>1.0784785</c:v>
                </c:pt>
                <c:pt idx="55">
                  <c:v>1.078389</c:v>
                </c:pt>
                <c:pt idx="56">
                  <c:v>1.0783616</c:v>
                </c:pt>
                <c:pt idx="57">
                  <c:v>1.0783273</c:v>
                </c:pt>
                <c:pt idx="58">
                  <c:v>1.0783263</c:v>
                </c:pt>
                <c:pt idx="59">
                  <c:v>1.0782512</c:v>
                </c:pt>
                <c:pt idx="60">
                  <c:v>1.0781986</c:v>
                </c:pt>
                <c:pt idx="61">
                  <c:v>1.0781596</c:v>
                </c:pt>
                <c:pt idx="62">
                  <c:v>1.0781298</c:v>
                </c:pt>
                <c:pt idx="63">
                  <c:v>1.0768802</c:v>
                </c:pt>
                <c:pt idx="64">
                  <c:v>1.0780566</c:v>
                </c:pt>
                <c:pt idx="65">
                  <c:v>1.0780436</c:v>
                </c:pt>
                <c:pt idx="66">
                  <c:v>1.0779868</c:v>
                </c:pt>
                <c:pt idx="67">
                  <c:v>1.0779625</c:v>
                </c:pt>
                <c:pt idx="68">
                  <c:v>1.0779452</c:v>
                </c:pt>
                <c:pt idx="69">
                  <c:v>1.0779158</c:v>
                </c:pt>
                <c:pt idx="70">
                  <c:v>1.0778847</c:v>
                </c:pt>
                <c:pt idx="71">
                  <c:v>1.0778587</c:v>
                </c:pt>
                <c:pt idx="72">
                  <c:v>1.0778339</c:v>
                </c:pt>
                <c:pt idx="73">
                  <c:v>1.0777999</c:v>
                </c:pt>
                <c:pt idx="74">
                  <c:v>1.0777122</c:v>
                </c:pt>
                <c:pt idx="75">
                  <c:v>1.0777344</c:v>
                </c:pt>
                <c:pt idx="76">
                  <c:v>1.0776854</c:v>
                </c:pt>
                <c:pt idx="77">
                  <c:v>1.0776592</c:v>
                </c:pt>
                <c:pt idx="78">
                  <c:v>1.0776047</c:v>
                </c:pt>
                <c:pt idx="79">
                  <c:v>1.0775789</c:v>
                </c:pt>
                <c:pt idx="80">
                  <c:v>1.0775095</c:v>
                </c:pt>
                <c:pt idx="81">
                  <c:v>1.0775069</c:v>
                </c:pt>
                <c:pt idx="82">
                  <c:v>1.0774448</c:v>
                </c:pt>
                <c:pt idx="83">
                  <c:v>1.0774205</c:v>
                </c:pt>
                <c:pt idx="84">
                  <c:v>1.0773113</c:v>
                </c:pt>
                <c:pt idx="85">
                  <c:v>1.0773058</c:v>
                </c:pt>
                <c:pt idx="86">
                  <c:v>1.0772825</c:v>
                </c:pt>
                <c:pt idx="87">
                  <c:v>1.0772604</c:v>
                </c:pt>
                <c:pt idx="88">
                  <c:v>1.0772251</c:v>
                </c:pt>
                <c:pt idx="89">
                  <c:v>1.0771841</c:v>
                </c:pt>
                <c:pt idx="90">
                  <c:v>1.0771409</c:v>
                </c:pt>
                <c:pt idx="91">
                  <c:v>1.0771136</c:v>
                </c:pt>
                <c:pt idx="92">
                  <c:v>1.0770733</c:v>
                </c:pt>
                <c:pt idx="93">
                  <c:v>1.077042</c:v>
                </c:pt>
                <c:pt idx="94">
                  <c:v>1.0769547</c:v>
                </c:pt>
                <c:pt idx="95">
                  <c:v>1.0769221</c:v>
                </c:pt>
                <c:pt idx="96">
                  <c:v>1.0768815</c:v>
                </c:pt>
                <c:pt idx="97">
                  <c:v>1.0768373</c:v>
                </c:pt>
                <c:pt idx="98">
                  <c:v>1.0768065</c:v>
                </c:pt>
              </c:numCache>
            </c:numRef>
          </c:yVal>
        </c:ser>
        <c:ser>
          <c:idx val="33"/>
          <c:order val="33"/>
          <c:tx>
            <c:v>Batch1_cell_038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Data'!$BP$2:$BP$100</c:f>
              <c:numCache>
                <c:formatCode>General</c:formatCode>
                <c:ptCount val="99"/>
                <c:pt idx="0">
                  <c:v>1.0729513</c:v>
                </c:pt>
                <c:pt idx="1">
                  <c:v>1.0740083</c:v>
                </c:pt>
                <c:pt idx="2">
                  <c:v>1.0743377</c:v>
                </c:pt>
                <c:pt idx="3">
                  <c:v>1.0748016</c:v>
                </c:pt>
                <c:pt idx="4">
                  <c:v>1.0752445</c:v>
                </c:pt>
                <c:pt idx="5">
                  <c:v>1.0755045</c:v>
                </c:pt>
                <c:pt idx="6">
                  <c:v>1.0757922</c:v>
                </c:pt>
                <c:pt idx="7">
                  <c:v>1.0758859</c:v>
                </c:pt>
                <c:pt idx="8">
                  <c:v>1.0760679</c:v>
                </c:pt>
                <c:pt idx="9">
                  <c:v>1.0762513</c:v>
                </c:pt>
                <c:pt idx="10">
                  <c:v>1.0762966</c:v>
                </c:pt>
                <c:pt idx="11">
                  <c:v>1.0762979</c:v>
                </c:pt>
                <c:pt idx="12">
                  <c:v>1.0763566</c:v>
                </c:pt>
                <c:pt idx="13">
                  <c:v>1.0763847</c:v>
                </c:pt>
                <c:pt idx="14">
                  <c:v>1.0764545</c:v>
                </c:pt>
                <c:pt idx="15">
                  <c:v>1.0763295</c:v>
                </c:pt>
                <c:pt idx="16">
                  <c:v>1.0764014</c:v>
                </c:pt>
                <c:pt idx="17">
                  <c:v>1.0764349</c:v>
                </c:pt>
                <c:pt idx="18">
                  <c:v>1.0764062</c:v>
                </c:pt>
                <c:pt idx="19">
                  <c:v>1.0765978</c:v>
                </c:pt>
                <c:pt idx="20">
                  <c:v>1.0764546</c:v>
                </c:pt>
                <c:pt idx="21">
                  <c:v>1.0764669</c:v>
                </c:pt>
                <c:pt idx="22">
                  <c:v>1.0763685</c:v>
                </c:pt>
                <c:pt idx="23">
                  <c:v>1.0764109</c:v>
                </c:pt>
                <c:pt idx="24">
                  <c:v>1.0764616</c:v>
                </c:pt>
                <c:pt idx="25">
                  <c:v>1.0762899</c:v>
                </c:pt>
                <c:pt idx="26">
                  <c:v>1.0764073</c:v>
                </c:pt>
                <c:pt idx="27">
                  <c:v>1.0764263</c:v>
                </c:pt>
                <c:pt idx="28">
                  <c:v>1.0764024</c:v>
                </c:pt>
                <c:pt idx="29">
                  <c:v>1.0764285</c:v>
                </c:pt>
                <c:pt idx="30">
                  <c:v>1.0764402</c:v>
                </c:pt>
                <c:pt idx="31">
                  <c:v>1.0764104</c:v>
                </c:pt>
                <c:pt idx="32">
                  <c:v>1.0764136</c:v>
                </c:pt>
                <c:pt idx="33">
                  <c:v>1.0764508</c:v>
                </c:pt>
                <c:pt idx="34">
                  <c:v>1.0763664</c:v>
                </c:pt>
                <c:pt idx="35">
                  <c:v>1.0764438</c:v>
                </c:pt>
                <c:pt idx="36">
                  <c:v>1.0763403</c:v>
                </c:pt>
                <c:pt idx="37">
                  <c:v>1.0763632</c:v>
                </c:pt>
                <c:pt idx="38">
                  <c:v>1.076331</c:v>
                </c:pt>
                <c:pt idx="39">
                  <c:v>1.0763948</c:v>
                </c:pt>
                <c:pt idx="40">
                  <c:v>1.0762589</c:v>
                </c:pt>
                <c:pt idx="41">
                  <c:v>1.0762486</c:v>
                </c:pt>
                <c:pt idx="42">
                  <c:v>1.0762702</c:v>
                </c:pt>
                <c:pt idx="43">
                  <c:v>1.0761949</c:v>
                </c:pt>
                <c:pt idx="44">
                  <c:v>1.0762241</c:v>
                </c:pt>
                <c:pt idx="45">
                  <c:v>1.0761436</c:v>
                </c:pt>
                <c:pt idx="46">
                  <c:v>1.0760394</c:v>
                </c:pt>
                <c:pt idx="47">
                  <c:v>1.076129</c:v>
                </c:pt>
                <c:pt idx="48">
                  <c:v>1.0760677</c:v>
                </c:pt>
                <c:pt idx="49">
                  <c:v>1.0760459</c:v>
                </c:pt>
                <c:pt idx="50">
                  <c:v>1.07627</c:v>
                </c:pt>
                <c:pt idx="51">
                  <c:v>1.0763674</c:v>
                </c:pt>
                <c:pt idx="52">
                  <c:v>1.0764719</c:v>
                </c:pt>
                <c:pt idx="53">
                  <c:v>1.0764817</c:v>
                </c:pt>
                <c:pt idx="54">
                  <c:v>1.0763344</c:v>
                </c:pt>
                <c:pt idx="55">
                  <c:v>1.0759888</c:v>
                </c:pt>
                <c:pt idx="56">
                  <c:v>1.0759432</c:v>
                </c:pt>
                <c:pt idx="57">
                  <c:v>1.075785</c:v>
                </c:pt>
                <c:pt idx="58">
                  <c:v>1.0759119</c:v>
                </c:pt>
                <c:pt idx="59">
                  <c:v>1.0758703</c:v>
                </c:pt>
                <c:pt idx="60">
                  <c:v>1.0758303</c:v>
                </c:pt>
                <c:pt idx="61">
                  <c:v>1.0758239</c:v>
                </c:pt>
                <c:pt idx="62">
                  <c:v>1.0758431</c:v>
                </c:pt>
                <c:pt idx="63">
                  <c:v>1.0757375</c:v>
                </c:pt>
                <c:pt idx="64">
                  <c:v>1.075745</c:v>
                </c:pt>
                <c:pt idx="65">
                  <c:v>1.0755969</c:v>
                </c:pt>
                <c:pt idx="66">
                  <c:v>1.0756068</c:v>
                </c:pt>
                <c:pt idx="67">
                  <c:v>1.0756872</c:v>
                </c:pt>
                <c:pt idx="68">
                  <c:v>1.0757132</c:v>
                </c:pt>
                <c:pt idx="69">
                  <c:v>1.0757536</c:v>
                </c:pt>
                <c:pt idx="70">
                  <c:v>1.0756534</c:v>
                </c:pt>
                <c:pt idx="71">
                  <c:v>1.0756865</c:v>
                </c:pt>
                <c:pt idx="72">
                  <c:v>1.0755045</c:v>
                </c:pt>
                <c:pt idx="73">
                  <c:v>1.0754057</c:v>
                </c:pt>
                <c:pt idx="74">
                  <c:v>1.0753672</c:v>
                </c:pt>
                <c:pt idx="75">
                  <c:v>1.0755043</c:v>
                </c:pt>
                <c:pt idx="76">
                  <c:v>1.07543</c:v>
                </c:pt>
                <c:pt idx="77">
                  <c:v>1.0753604</c:v>
                </c:pt>
                <c:pt idx="78">
                  <c:v>1.0753833</c:v>
                </c:pt>
                <c:pt idx="79">
                  <c:v>1.0753365</c:v>
                </c:pt>
                <c:pt idx="80">
                  <c:v>1.0753317</c:v>
                </c:pt>
                <c:pt idx="81">
                  <c:v>1.0753582</c:v>
                </c:pt>
                <c:pt idx="82">
                  <c:v>1.0752735</c:v>
                </c:pt>
                <c:pt idx="83">
                  <c:v>1.0751479</c:v>
                </c:pt>
                <c:pt idx="84">
                  <c:v>1.07523</c:v>
                </c:pt>
                <c:pt idx="85">
                  <c:v>1.0750859</c:v>
                </c:pt>
                <c:pt idx="86">
                  <c:v>1.0751139</c:v>
                </c:pt>
                <c:pt idx="87">
                  <c:v>1.075088</c:v>
                </c:pt>
                <c:pt idx="88">
                  <c:v>1.0750206</c:v>
                </c:pt>
                <c:pt idx="89">
                  <c:v>1.0750302</c:v>
                </c:pt>
                <c:pt idx="90">
                  <c:v>1.0749986</c:v>
                </c:pt>
                <c:pt idx="91">
                  <c:v>1.0750014</c:v>
                </c:pt>
                <c:pt idx="92">
                  <c:v>1.0749421</c:v>
                </c:pt>
                <c:pt idx="93">
                  <c:v>1.0750118</c:v>
                </c:pt>
                <c:pt idx="94">
                  <c:v>1.0749726</c:v>
                </c:pt>
                <c:pt idx="95">
                  <c:v>1.0749719</c:v>
                </c:pt>
                <c:pt idx="96">
                  <c:v>1.0750294</c:v>
                </c:pt>
                <c:pt idx="97">
                  <c:v>1.0748731</c:v>
                </c:pt>
                <c:pt idx="98">
                  <c:v>1.0749754</c:v>
                </c:pt>
              </c:numCache>
            </c:numRef>
          </c:yVal>
        </c:ser>
        <c:ser>
          <c:idx val="34"/>
          <c:order val="34"/>
          <c:tx>
            <c:v>Batch1_cell_039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Data'!$BQ$2:$BQ$100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Data'!$BR$2:$BR$100</c:f>
              <c:numCache>
                <c:formatCode>General</c:formatCode>
                <c:ptCount val="99"/>
                <c:pt idx="0">
                  <c:v>1.0817773</c:v>
                </c:pt>
                <c:pt idx="1">
                  <c:v>1.083198</c:v>
                </c:pt>
                <c:pt idx="2">
                  <c:v>1.0838681</c:v>
                </c:pt>
                <c:pt idx="3">
                  <c:v>1.084457</c:v>
                </c:pt>
                <c:pt idx="4">
                  <c:v>1.0847878</c:v>
                </c:pt>
                <c:pt idx="5">
                  <c:v>1.0851032</c:v>
                </c:pt>
                <c:pt idx="6">
                  <c:v>1.0852605</c:v>
                </c:pt>
                <c:pt idx="7">
                  <c:v>1.0854084</c:v>
                </c:pt>
                <c:pt idx="8">
                  <c:v>1.0856049</c:v>
                </c:pt>
                <c:pt idx="9">
                  <c:v>1.0857193</c:v>
                </c:pt>
                <c:pt idx="10">
                  <c:v>1.0857533</c:v>
                </c:pt>
                <c:pt idx="11">
                  <c:v>1.0858474</c:v>
                </c:pt>
                <c:pt idx="12">
                  <c:v>1.0857912</c:v>
                </c:pt>
                <c:pt idx="13">
                  <c:v>1.0858122</c:v>
                </c:pt>
                <c:pt idx="14">
                  <c:v>1.0858546</c:v>
                </c:pt>
                <c:pt idx="15">
                  <c:v>1.0859635</c:v>
                </c:pt>
                <c:pt idx="16">
                  <c:v>1.0859524</c:v>
                </c:pt>
                <c:pt idx="17">
                  <c:v>1.0859934</c:v>
                </c:pt>
                <c:pt idx="18">
                  <c:v>1.0860233</c:v>
                </c:pt>
                <c:pt idx="19">
                  <c:v>1.0861219</c:v>
                </c:pt>
                <c:pt idx="20">
                  <c:v>1.0861069</c:v>
                </c:pt>
                <c:pt idx="21">
                  <c:v>1.0861012</c:v>
                </c:pt>
                <c:pt idx="22">
                  <c:v>1.0860922</c:v>
                </c:pt>
                <c:pt idx="23">
                  <c:v>1.0860953</c:v>
                </c:pt>
                <c:pt idx="24">
                  <c:v>1.0861388</c:v>
                </c:pt>
                <c:pt idx="25">
                  <c:v>1.0861409</c:v>
                </c:pt>
                <c:pt idx="26">
                  <c:v>1.0861981</c:v>
                </c:pt>
                <c:pt idx="27">
                  <c:v>1.0862602</c:v>
                </c:pt>
                <c:pt idx="28">
                  <c:v>1.086282</c:v>
                </c:pt>
                <c:pt idx="29">
                  <c:v>1.0862368</c:v>
                </c:pt>
                <c:pt idx="30">
                  <c:v>1.0862615</c:v>
                </c:pt>
                <c:pt idx="31">
                  <c:v>1.0862687</c:v>
                </c:pt>
                <c:pt idx="32">
                  <c:v>1.0862888</c:v>
                </c:pt>
                <c:pt idx="33">
                  <c:v>1.0862973</c:v>
                </c:pt>
                <c:pt idx="34">
                  <c:v>1.0862904</c:v>
                </c:pt>
                <c:pt idx="35">
                  <c:v>1.0863334</c:v>
                </c:pt>
                <c:pt idx="36">
                  <c:v>1.0863073</c:v>
                </c:pt>
                <c:pt idx="37">
                  <c:v>1.0863063</c:v>
                </c:pt>
                <c:pt idx="38">
                  <c:v>1.0862906</c:v>
                </c:pt>
                <c:pt idx="39">
                  <c:v>1.0862919</c:v>
                </c:pt>
                <c:pt idx="40">
                  <c:v>1.0861988</c:v>
                </c:pt>
                <c:pt idx="41">
                  <c:v>1.0861998</c:v>
                </c:pt>
                <c:pt idx="42">
                  <c:v>1.0861094</c:v>
                </c:pt>
                <c:pt idx="43">
                  <c:v>1.0860891</c:v>
                </c:pt>
                <c:pt idx="44">
                  <c:v>1.0861733</c:v>
                </c:pt>
                <c:pt idx="45">
                  <c:v>1.0861239</c:v>
                </c:pt>
                <c:pt idx="46">
                  <c:v>1.0860896</c:v>
                </c:pt>
                <c:pt idx="47">
                  <c:v>1.0860975</c:v>
                </c:pt>
                <c:pt idx="48">
                  <c:v>1.0860772</c:v>
                </c:pt>
                <c:pt idx="49">
                  <c:v>1.0859538</c:v>
                </c:pt>
                <c:pt idx="50">
                  <c:v>1.0861306</c:v>
                </c:pt>
                <c:pt idx="51">
                  <c:v>1.0863007</c:v>
                </c:pt>
                <c:pt idx="52">
                  <c:v>1.0864422</c:v>
                </c:pt>
                <c:pt idx="53">
                  <c:v>1.0864667</c:v>
                </c:pt>
                <c:pt idx="54">
                  <c:v>1.0864149</c:v>
                </c:pt>
                <c:pt idx="55">
                  <c:v>1.0859659</c:v>
                </c:pt>
                <c:pt idx="56">
                  <c:v>1.085936</c:v>
                </c:pt>
                <c:pt idx="57">
                  <c:v>1.0859696</c:v>
                </c:pt>
                <c:pt idx="58">
                  <c:v>1.0859447</c:v>
                </c:pt>
                <c:pt idx="59">
                  <c:v>1.0859482</c:v>
                </c:pt>
                <c:pt idx="60">
                  <c:v>1.0859286</c:v>
                </c:pt>
                <c:pt idx="61">
                  <c:v>1.0858958</c:v>
                </c:pt>
                <c:pt idx="62">
                  <c:v>1.0859203</c:v>
                </c:pt>
                <c:pt idx="63">
                  <c:v>1.0858445</c:v>
                </c:pt>
                <c:pt idx="64">
                  <c:v>1.0858009</c:v>
                </c:pt>
                <c:pt idx="65">
                  <c:v>1.0857641</c:v>
                </c:pt>
                <c:pt idx="66">
                  <c:v>1.0857369</c:v>
                </c:pt>
                <c:pt idx="67">
                  <c:v>1.0857098</c:v>
                </c:pt>
                <c:pt idx="68">
                  <c:v>1.0856743</c:v>
                </c:pt>
                <c:pt idx="69">
                  <c:v>1.0856754</c:v>
                </c:pt>
                <c:pt idx="70">
                  <c:v>1.0856575</c:v>
                </c:pt>
                <c:pt idx="71">
                  <c:v>1.0855914</c:v>
                </c:pt>
                <c:pt idx="72">
                  <c:v>1.0855557</c:v>
                </c:pt>
                <c:pt idx="73">
                  <c:v>1.0854642</c:v>
                </c:pt>
                <c:pt idx="74">
                  <c:v>1.0854791</c:v>
                </c:pt>
                <c:pt idx="75">
                  <c:v>1.085461</c:v>
                </c:pt>
                <c:pt idx="76">
                  <c:v>1.0854524</c:v>
                </c:pt>
                <c:pt idx="77">
                  <c:v>1.085444</c:v>
                </c:pt>
                <c:pt idx="78">
                  <c:v>1.0853689</c:v>
                </c:pt>
                <c:pt idx="79">
                  <c:v>1.0853428</c:v>
                </c:pt>
                <c:pt idx="80">
                  <c:v>1.0852629</c:v>
                </c:pt>
                <c:pt idx="81">
                  <c:v>1.0852772</c:v>
                </c:pt>
                <c:pt idx="82">
                  <c:v>1.0852791</c:v>
                </c:pt>
                <c:pt idx="83">
                  <c:v>1.0852667</c:v>
                </c:pt>
                <c:pt idx="84">
                  <c:v>1.0852197</c:v>
                </c:pt>
                <c:pt idx="85">
                  <c:v>1.0851582</c:v>
                </c:pt>
                <c:pt idx="86">
                  <c:v>1.0851471</c:v>
                </c:pt>
                <c:pt idx="87">
                  <c:v>1.08509</c:v>
                </c:pt>
                <c:pt idx="88">
                  <c:v>1.0850699</c:v>
                </c:pt>
                <c:pt idx="89">
                  <c:v>1.0850188</c:v>
                </c:pt>
                <c:pt idx="90">
                  <c:v>1.0850199</c:v>
                </c:pt>
                <c:pt idx="91">
                  <c:v>1.0849516</c:v>
                </c:pt>
                <c:pt idx="92">
                  <c:v>1.084941</c:v>
                </c:pt>
                <c:pt idx="93">
                  <c:v>1.0849363</c:v>
                </c:pt>
                <c:pt idx="94">
                  <c:v>1.08497</c:v>
                </c:pt>
                <c:pt idx="95">
                  <c:v>1.0849007</c:v>
                </c:pt>
                <c:pt idx="96">
                  <c:v>1.0848557</c:v>
                </c:pt>
                <c:pt idx="97">
                  <c:v>1.0848274</c:v>
                </c:pt>
                <c:pt idx="98">
                  <c:v>1.0847629</c:v>
                </c:pt>
              </c:numCache>
            </c:numRef>
          </c:yVal>
        </c:ser>
        <c:ser>
          <c:idx val="35"/>
          <c:order val="35"/>
          <c:tx>
            <c:v>Batch1_cell_040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Data'!$BS$2:$BS$100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Data'!$BT$2:$BT$100</c:f>
              <c:numCache>
                <c:formatCode>General</c:formatCode>
                <c:ptCount val="99"/>
                <c:pt idx="0">
                  <c:v>1.0833029</c:v>
                </c:pt>
                <c:pt idx="1">
                  <c:v>1.0846047</c:v>
                </c:pt>
                <c:pt idx="2">
                  <c:v>1.0854201</c:v>
                </c:pt>
                <c:pt idx="3">
                  <c:v>1.086074</c:v>
                </c:pt>
                <c:pt idx="4">
                  <c:v>1.0863302</c:v>
                </c:pt>
                <c:pt idx="5">
                  <c:v>1.086442</c:v>
                </c:pt>
                <c:pt idx="6">
                  <c:v>1.0867541</c:v>
                </c:pt>
                <c:pt idx="7">
                  <c:v>1.0869442</c:v>
                </c:pt>
                <c:pt idx="8">
                  <c:v>1.0871686</c:v>
                </c:pt>
                <c:pt idx="9">
                  <c:v>1.0872169</c:v>
                </c:pt>
                <c:pt idx="10">
                  <c:v>1.087332</c:v>
                </c:pt>
                <c:pt idx="11">
                  <c:v>1.0873116</c:v>
                </c:pt>
                <c:pt idx="12">
                  <c:v>1.087273</c:v>
                </c:pt>
                <c:pt idx="13">
                  <c:v>1.0873559</c:v>
                </c:pt>
                <c:pt idx="14">
                  <c:v>1.0873736</c:v>
                </c:pt>
                <c:pt idx="15">
                  <c:v>1.0873928</c:v>
                </c:pt>
                <c:pt idx="16">
                  <c:v>1.0873899</c:v>
                </c:pt>
                <c:pt idx="17">
                  <c:v>1.087337</c:v>
                </c:pt>
                <c:pt idx="18">
                  <c:v>1.087449</c:v>
                </c:pt>
                <c:pt idx="19">
                  <c:v>1.0874051</c:v>
                </c:pt>
                <c:pt idx="20">
                  <c:v>1.0873945</c:v>
                </c:pt>
                <c:pt idx="21">
                  <c:v>1.0874515</c:v>
                </c:pt>
                <c:pt idx="22">
                  <c:v>1.0874407</c:v>
                </c:pt>
                <c:pt idx="23">
                  <c:v>1.0875146</c:v>
                </c:pt>
                <c:pt idx="24">
                  <c:v>1.0875448</c:v>
                </c:pt>
                <c:pt idx="25">
                  <c:v>1.0875932</c:v>
                </c:pt>
                <c:pt idx="26">
                  <c:v>1.0876236</c:v>
                </c:pt>
                <c:pt idx="27">
                  <c:v>1.0875967</c:v>
                </c:pt>
                <c:pt idx="28">
                  <c:v>1.0875825</c:v>
                </c:pt>
                <c:pt idx="29">
                  <c:v>1.0875857</c:v>
                </c:pt>
                <c:pt idx="30">
                  <c:v>1.0875446</c:v>
                </c:pt>
                <c:pt idx="31">
                  <c:v>1.0875931</c:v>
                </c:pt>
                <c:pt idx="32">
                  <c:v>1.0876737</c:v>
                </c:pt>
                <c:pt idx="33">
                  <c:v>1.0876747</c:v>
                </c:pt>
                <c:pt idx="34">
                  <c:v>1.0876946</c:v>
                </c:pt>
                <c:pt idx="35">
                  <c:v>1.0876426</c:v>
                </c:pt>
                <c:pt idx="36">
                  <c:v>1.0875874</c:v>
                </c:pt>
                <c:pt idx="37">
                  <c:v>1.0875787</c:v>
                </c:pt>
                <c:pt idx="38">
                  <c:v>1.0875367</c:v>
                </c:pt>
                <c:pt idx="39">
                  <c:v>1.0874904</c:v>
                </c:pt>
                <c:pt idx="40">
                  <c:v>1.0873679</c:v>
                </c:pt>
                <c:pt idx="41">
                  <c:v>1.0873394</c:v>
                </c:pt>
                <c:pt idx="42">
                  <c:v>1.0873619</c:v>
                </c:pt>
                <c:pt idx="43">
                  <c:v>1.087366</c:v>
                </c:pt>
                <c:pt idx="44">
                  <c:v>1.0873665</c:v>
                </c:pt>
                <c:pt idx="45">
                  <c:v>1.0873616</c:v>
                </c:pt>
                <c:pt idx="46">
                  <c:v>1.0873033</c:v>
                </c:pt>
                <c:pt idx="47">
                  <c:v>1.0872591</c:v>
                </c:pt>
                <c:pt idx="48">
                  <c:v>1.0874337</c:v>
                </c:pt>
                <c:pt idx="49">
                  <c:v>1.0876352</c:v>
                </c:pt>
                <c:pt idx="50">
                  <c:v>1.0877703</c:v>
                </c:pt>
                <c:pt idx="51">
                  <c:v>1.0878062</c:v>
                </c:pt>
                <c:pt idx="52">
                  <c:v>1.0877342</c:v>
                </c:pt>
                <c:pt idx="53">
                  <c:v>1.0872959</c:v>
                </c:pt>
                <c:pt idx="54">
                  <c:v>1.0872681</c:v>
                </c:pt>
                <c:pt idx="55">
                  <c:v>1.0872542</c:v>
                </c:pt>
                <c:pt idx="56">
                  <c:v>1.0872645</c:v>
                </c:pt>
                <c:pt idx="57">
                  <c:v>1.0872059</c:v>
                </c:pt>
                <c:pt idx="58">
                  <c:v>1.087224</c:v>
                </c:pt>
                <c:pt idx="59">
                  <c:v>1.0872219</c:v>
                </c:pt>
                <c:pt idx="60">
                  <c:v>1.0871788</c:v>
                </c:pt>
                <c:pt idx="61">
                  <c:v>1.0871576</c:v>
                </c:pt>
                <c:pt idx="62">
                  <c:v>1.0871391</c:v>
                </c:pt>
                <c:pt idx="63">
                  <c:v>1.0870867</c:v>
                </c:pt>
                <c:pt idx="64">
                  <c:v>1.0870699</c:v>
                </c:pt>
                <c:pt idx="65">
                  <c:v>1.0870594</c:v>
                </c:pt>
                <c:pt idx="66">
                  <c:v>1.0869573</c:v>
                </c:pt>
                <c:pt idx="67">
                  <c:v>1.0869454</c:v>
                </c:pt>
                <c:pt idx="68">
                  <c:v>1.0869274</c:v>
                </c:pt>
                <c:pt idx="69">
                  <c:v>1.0868351</c:v>
                </c:pt>
                <c:pt idx="70">
                  <c:v>1.0868382</c:v>
                </c:pt>
                <c:pt idx="71">
                  <c:v>1.086777</c:v>
                </c:pt>
                <c:pt idx="72">
                  <c:v>1.0867499</c:v>
                </c:pt>
                <c:pt idx="73">
                  <c:v>1.086706</c:v>
                </c:pt>
                <c:pt idx="74">
                  <c:v>1.0866839</c:v>
                </c:pt>
                <c:pt idx="75">
                  <c:v>1.0866197</c:v>
                </c:pt>
                <c:pt idx="76">
                  <c:v>1.0865819</c:v>
                </c:pt>
                <c:pt idx="77">
                  <c:v>1.0865314</c:v>
                </c:pt>
                <c:pt idx="78">
                  <c:v>1.0865797</c:v>
                </c:pt>
                <c:pt idx="79">
                  <c:v>1.0865432</c:v>
                </c:pt>
                <c:pt idx="80">
                  <c:v>1.0865077</c:v>
                </c:pt>
                <c:pt idx="81">
                  <c:v>1.0864692</c:v>
                </c:pt>
                <c:pt idx="82">
                  <c:v>1.0863792</c:v>
                </c:pt>
                <c:pt idx="83">
                  <c:v>1.0862976</c:v>
                </c:pt>
                <c:pt idx="84">
                  <c:v>1.0862681</c:v>
                </c:pt>
                <c:pt idx="85">
                  <c:v>1.0862447</c:v>
                </c:pt>
                <c:pt idx="86">
                  <c:v>1.0862306</c:v>
                </c:pt>
                <c:pt idx="87">
                  <c:v>1.0862139</c:v>
                </c:pt>
                <c:pt idx="88">
                  <c:v>1.0861542</c:v>
                </c:pt>
                <c:pt idx="89">
                  <c:v>1.0860937</c:v>
                </c:pt>
                <c:pt idx="90">
                  <c:v>1.0861045</c:v>
                </c:pt>
                <c:pt idx="91">
                  <c:v>1.0860515</c:v>
                </c:pt>
                <c:pt idx="92">
                  <c:v>1.0860145</c:v>
                </c:pt>
                <c:pt idx="93">
                  <c:v>1.0859166</c:v>
                </c:pt>
                <c:pt idx="94">
                  <c:v>1.0858628</c:v>
                </c:pt>
                <c:pt idx="95">
                  <c:v>1.085856</c:v>
                </c:pt>
                <c:pt idx="96">
                  <c:v>1.0858395</c:v>
                </c:pt>
                <c:pt idx="97">
                  <c:v>1.0857989</c:v>
                </c:pt>
                <c:pt idx="98">
                  <c:v>1.0857353</c:v>
                </c:pt>
              </c:numCache>
            </c:numRef>
          </c:yVal>
        </c:ser>
        <c:ser>
          <c:idx val="36"/>
          <c:order val="36"/>
          <c:tx>
            <c:v>Batch1_cell_041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Data'!$BU$2:$BU$100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Data'!$BV$2:$BV$100</c:f>
              <c:numCache>
                <c:formatCode>General</c:formatCode>
                <c:ptCount val="99"/>
                <c:pt idx="0">
                  <c:v>1.0789614</c:v>
                </c:pt>
                <c:pt idx="1">
                  <c:v>1.0802841</c:v>
                </c:pt>
                <c:pt idx="2">
                  <c:v>1.0810505</c:v>
                </c:pt>
                <c:pt idx="3">
                  <c:v>1.0817143</c:v>
                </c:pt>
                <c:pt idx="4">
                  <c:v>1.0820209</c:v>
                </c:pt>
                <c:pt idx="5">
                  <c:v>1.0823131</c:v>
                </c:pt>
                <c:pt idx="6">
                  <c:v>1.0824924</c:v>
                </c:pt>
                <c:pt idx="7">
                  <c:v>1.082631</c:v>
                </c:pt>
                <c:pt idx="8">
                  <c:v>1.0827476</c:v>
                </c:pt>
                <c:pt idx="9">
                  <c:v>1.0829428</c:v>
                </c:pt>
                <c:pt idx="10">
                  <c:v>1.083007</c:v>
                </c:pt>
                <c:pt idx="11">
                  <c:v>1.0830122</c:v>
                </c:pt>
                <c:pt idx="12">
                  <c:v>1.0830065</c:v>
                </c:pt>
                <c:pt idx="13">
                  <c:v>1.0830331</c:v>
                </c:pt>
                <c:pt idx="14">
                  <c:v>1.0830039</c:v>
                </c:pt>
                <c:pt idx="15">
                  <c:v>1.0830698</c:v>
                </c:pt>
                <c:pt idx="16">
                  <c:v>1.0830611</c:v>
                </c:pt>
                <c:pt idx="17">
                  <c:v>1.0831213</c:v>
                </c:pt>
                <c:pt idx="18">
                  <c:v>1.0831599</c:v>
                </c:pt>
                <c:pt idx="19">
                  <c:v>1.0831165</c:v>
                </c:pt>
                <c:pt idx="20">
                  <c:v>1.0831178</c:v>
                </c:pt>
                <c:pt idx="21">
                  <c:v>1.0831566</c:v>
                </c:pt>
                <c:pt idx="22">
                  <c:v>1.0830774</c:v>
                </c:pt>
                <c:pt idx="23">
                  <c:v>1.0831</c:v>
                </c:pt>
                <c:pt idx="24">
                  <c:v>1.0831488</c:v>
                </c:pt>
                <c:pt idx="25">
                  <c:v>1.0831995</c:v>
                </c:pt>
                <c:pt idx="26">
                  <c:v>1.0832652</c:v>
                </c:pt>
                <c:pt idx="27">
                  <c:v>1.0832728</c:v>
                </c:pt>
                <c:pt idx="28">
                  <c:v>1.0832782</c:v>
                </c:pt>
                <c:pt idx="29">
                  <c:v>1.0833255</c:v>
                </c:pt>
                <c:pt idx="30">
                  <c:v>1.0833044</c:v>
                </c:pt>
                <c:pt idx="31">
                  <c:v>1.0833675</c:v>
                </c:pt>
                <c:pt idx="32">
                  <c:v>1.0834335</c:v>
                </c:pt>
                <c:pt idx="33">
                  <c:v>1.0834152</c:v>
                </c:pt>
                <c:pt idx="34">
                  <c:v>1.0834813</c:v>
                </c:pt>
                <c:pt idx="35">
                  <c:v>1.0835099</c:v>
                </c:pt>
                <c:pt idx="36">
                  <c:v>1.083434</c:v>
                </c:pt>
                <c:pt idx="37">
                  <c:v>1.0834185</c:v>
                </c:pt>
                <c:pt idx="38">
                  <c:v>1.0833987</c:v>
                </c:pt>
                <c:pt idx="39">
                  <c:v>1.0833408</c:v>
                </c:pt>
                <c:pt idx="40">
                  <c:v>1.0832559</c:v>
                </c:pt>
                <c:pt idx="41">
                  <c:v>1.0832385</c:v>
                </c:pt>
                <c:pt idx="42">
                  <c:v>1.0832475</c:v>
                </c:pt>
                <c:pt idx="43">
                  <c:v>1.0832443</c:v>
                </c:pt>
                <c:pt idx="44">
                  <c:v>1.0832225</c:v>
                </c:pt>
                <c:pt idx="45">
                  <c:v>1.083215</c:v>
                </c:pt>
                <c:pt idx="46">
                  <c:v>1.0831821</c:v>
                </c:pt>
                <c:pt idx="47">
                  <c:v>1.0832191</c:v>
                </c:pt>
                <c:pt idx="48">
                  <c:v>1.0834147</c:v>
                </c:pt>
                <c:pt idx="49">
                  <c:v>1.0836209</c:v>
                </c:pt>
                <c:pt idx="50">
                  <c:v>1.0838039</c:v>
                </c:pt>
                <c:pt idx="51">
                  <c:v>1.0838689</c:v>
                </c:pt>
                <c:pt idx="52">
                  <c:v>1.0837955</c:v>
                </c:pt>
                <c:pt idx="53">
                  <c:v>1.0832845</c:v>
                </c:pt>
                <c:pt idx="54">
                  <c:v>1.0832698</c:v>
                </c:pt>
                <c:pt idx="55">
                  <c:v>1.0832784</c:v>
                </c:pt>
                <c:pt idx="56">
                  <c:v>1.0832846</c:v>
                </c:pt>
                <c:pt idx="57">
                  <c:v>1.0832845</c:v>
                </c:pt>
                <c:pt idx="58">
                  <c:v>1.0832871</c:v>
                </c:pt>
                <c:pt idx="59">
                  <c:v>1.0832433</c:v>
                </c:pt>
                <c:pt idx="60">
                  <c:v>1.0832242</c:v>
                </c:pt>
                <c:pt idx="61">
                  <c:v>1.0832187</c:v>
                </c:pt>
                <c:pt idx="62">
                  <c:v>1.0831714</c:v>
                </c:pt>
                <c:pt idx="63">
                  <c:v>1.0831133</c:v>
                </c:pt>
                <c:pt idx="64">
                  <c:v>1.0831107</c:v>
                </c:pt>
                <c:pt idx="65">
                  <c:v>1.0830462</c:v>
                </c:pt>
                <c:pt idx="66">
                  <c:v>1.082989</c:v>
                </c:pt>
                <c:pt idx="67">
                  <c:v>1.0829741</c:v>
                </c:pt>
                <c:pt idx="68">
                  <c:v>1.082945</c:v>
                </c:pt>
                <c:pt idx="69">
                  <c:v>1.0829226</c:v>
                </c:pt>
                <c:pt idx="70">
                  <c:v>1.0829127</c:v>
                </c:pt>
                <c:pt idx="71">
                  <c:v>1.082868</c:v>
                </c:pt>
                <c:pt idx="72">
                  <c:v>1.0828509</c:v>
                </c:pt>
                <c:pt idx="73">
                  <c:v>1.0828315</c:v>
                </c:pt>
                <c:pt idx="74">
                  <c:v>1.0828048</c:v>
                </c:pt>
                <c:pt idx="75">
                  <c:v>1.0827973</c:v>
                </c:pt>
                <c:pt idx="76">
                  <c:v>1.0827873</c:v>
                </c:pt>
                <c:pt idx="77">
                  <c:v>1.0826949</c:v>
                </c:pt>
                <c:pt idx="78">
                  <c:v>1.0827106</c:v>
                </c:pt>
                <c:pt idx="79">
                  <c:v>1.082697</c:v>
                </c:pt>
                <c:pt idx="80">
                  <c:v>1.0826631</c:v>
                </c:pt>
                <c:pt idx="81">
                  <c:v>1.0826367</c:v>
                </c:pt>
                <c:pt idx="82">
                  <c:v>1.0826498</c:v>
                </c:pt>
                <c:pt idx="83">
                  <c:v>1.0825667</c:v>
                </c:pt>
                <c:pt idx="84">
                  <c:v>1.0825397</c:v>
                </c:pt>
                <c:pt idx="85">
                  <c:v>1.0825267</c:v>
                </c:pt>
                <c:pt idx="86">
                  <c:v>1.0824869</c:v>
                </c:pt>
                <c:pt idx="87">
                  <c:v>1.0824267</c:v>
                </c:pt>
                <c:pt idx="88">
                  <c:v>1.082402</c:v>
                </c:pt>
                <c:pt idx="89">
                  <c:v>1.0824037</c:v>
                </c:pt>
                <c:pt idx="90">
                  <c:v>1.0824488</c:v>
                </c:pt>
                <c:pt idx="91">
                  <c:v>1.0824364</c:v>
                </c:pt>
                <c:pt idx="92">
                  <c:v>1.0824057</c:v>
                </c:pt>
                <c:pt idx="93">
                  <c:v>1.0823215</c:v>
                </c:pt>
                <c:pt idx="94">
                  <c:v>1.0822678</c:v>
                </c:pt>
                <c:pt idx="95">
                  <c:v>1.0822626</c:v>
                </c:pt>
                <c:pt idx="96">
                  <c:v>1.0822525</c:v>
                </c:pt>
                <c:pt idx="97">
                  <c:v>1.0821998</c:v>
                </c:pt>
                <c:pt idx="98">
                  <c:v>1.0821686</c:v>
                </c:pt>
              </c:numCache>
            </c:numRef>
          </c:yVal>
        </c:ser>
        <c:ser>
          <c:idx val="37"/>
          <c:order val="37"/>
          <c:tx>
            <c:v>Batch1_cell_042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Data'!$BW$2:$BW$100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Data'!$BX$2:$BX$100</c:f>
              <c:numCache>
                <c:formatCode>General</c:formatCode>
                <c:ptCount val="99"/>
                <c:pt idx="0">
                  <c:v>1.0798725</c:v>
                </c:pt>
                <c:pt idx="1">
                  <c:v>1.0813485</c:v>
                </c:pt>
                <c:pt idx="2">
                  <c:v>1.0821602</c:v>
                </c:pt>
                <c:pt idx="3">
                  <c:v>1.0826759</c:v>
                </c:pt>
                <c:pt idx="4">
                  <c:v>1.0829167</c:v>
                </c:pt>
                <c:pt idx="5">
                  <c:v>1.0831659</c:v>
                </c:pt>
                <c:pt idx="6">
                  <c:v>1.0833956</c:v>
                </c:pt>
                <c:pt idx="7">
                  <c:v>1.0835146</c:v>
                </c:pt>
                <c:pt idx="8">
                  <c:v>1.0837516</c:v>
                </c:pt>
                <c:pt idx="9">
                  <c:v>1.0838147</c:v>
                </c:pt>
                <c:pt idx="10">
                  <c:v>1.0838485</c:v>
                </c:pt>
                <c:pt idx="11">
                  <c:v>1.0839056</c:v>
                </c:pt>
                <c:pt idx="12">
                  <c:v>1.0839137</c:v>
                </c:pt>
                <c:pt idx="13">
                  <c:v>1.08398</c:v>
                </c:pt>
                <c:pt idx="14">
                  <c:v>1.0840327</c:v>
                </c:pt>
                <c:pt idx="15">
                  <c:v>1.0841408</c:v>
                </c:pt>
                <c:pt idx="16">
                  <c:v>1.0840665</c:v>
                </c:pt>
                <c:pt idx="17">
                  <c:v>1.0841254</c:v>
                </c:pt>
                <c:pt idx="18">
                  <c:v>1.0841348</c:v>
                </c:pt>
                <c:pt idx="19">
                  <c:v>1.0841161</c:v>
                </c:pt>
                <c:pt idx="20">
                  <c:v>1.0840869</c:v>
                </c:pt>
                <c:pt idx="21">
                  <c:v>1.0841415</c:v>
                </c:pt>
                <c:pt idx="22">
                  <c:v>1.0841033</c:v>
                </c:pt>
                <c:pt idx="23">
                  <c:v>1.0840853</c:v>
                </c:pt>
                <c:pt idx="24">
                  <c:v>1.0841078</c:v>
                </c:pt>
                <c:pt idx="25">
                  <c:v>1.0841339</c:v>
                </c:pt>
                <c:pt idx="26">
                  <c:v>1.0841767</c:v>
                </c:pt>
                <c:pt idx="27">
                  <c:v>1.084216</c:v>
                </c:pt>
                <c:pt idx="28">
                  <c:v>1.0842557</c:v>
                </c:pt>
                <c:pt idx="29">
                  <c:v>1.0842093</c:v>
                </c:pt>
                <c:pt idx="30">
                  <c:v>1.0842201</c:v>
                </c:pt>
                <c:pt idx="31">
                  <c:v>1.0841891</c:v>
                </c:pt>
                <c:pt idx="32">
                  <c:v>1.0842584</c:v>
                </c:pt>
                <c:pt idx="33">
                  <c:v>1.0842706</c:v>
                </c:pt>
                <c:pt idx="34">
                  <c:v>1.0843306</c:v>
                </c:pt>
                <c:pt idx="35">
                  <c:v>1.0843236</c:v>
                </c:pt>
                <c:pt idx="36">
                  <c:v>1.0842649</c:v>
                </c:pt>
                <c:pt idx="37">
                  <c:v>1.0842837</c:v>
                </c:pt>
                <c:pt idx="38">
                  <c:v>1.0843091</c:v>
                </c:pt>
                <c:pt idx="39">
                  <c:v>1.0842717</c:v>
                </c:pt>
                <c:pt idx="40">
                  <c:v>1.0842272</c:v>
                </c:pt>
                <c:pt idx="41">
                  <c:v>1.0841547</c:v>
                </c:pt>
                <c:pt idx="42">
                  <c:v>1.0841452</c:v>
                </c:pt>
                <c:pt idx="43">
                  <c:v>1.0841539</c:v>
                </c:pt>
                <c:pt idx="44">
                  <c:v>1.0841689</c:v>
                </c:pt>
                <c:pt idx="45">
                  <c:v>1.0841471</c:v>
                </c:pt>
                <c:pt idx="46">
                  <c:v>1.0842035</c:v>
                </c:pt>
                <c:pt idx="47">
                  <c:v>1.0841972</c:v>
                </c:pt>
                <c:pt idx="48">
                  <c:v>1.0841715</c:v>
                </c:pt>
                <c:pt idx="49">
                  <c:v>1.0844183</c:v>
                </c:pt>
                <c:pt idx="50">
                  <c:v>1.0846211</c:v>
                </c:pt>
                <c:pt idx="51">
                  <c:v>1.0847725</c:v>
                </c:pt>
                <c:pt idx="52">
                  <c:v>1.084832</c:v>
                </c:pt>
                <c:pt idx="53">
                  <c:v>1.0847926</c:v>
                </c:pt>
                <c:pt idx="54">
                  <c:v>1.084291</c:v>
                </c:pt>
                <c:pt idx="55">
                  <c:v>1.0842625</c:v>
                </c:pt>
                <c:pt idx="56">
                  <c:v>1.0842159</c:v>
                </c:pt>
                <c:pt idx="57">
                  <c:v>1.084232</c:v>
                </c:pt>
                <c:pt idx="58">
                  <c:v>1.0842601</c:v>
                </c:pt>
                <c:pt idx="59">
                  <c:v>1.0842237</c:v>
                </c:pt>
                <c:pt idx="60">
                  <c:v>1.0841886</c:v>
                </c:pt>
                <c:pt idx="61">
                  <c:v>1.0841935</c:v>
                </c:pt>
                <c:pt idx="62">
                  <c:v>1.0841503</c:v>
                </c:pt>
                <c:pt idx="63">
                  <c:v>1.0841762</c:v>
                </c:pt>
                <c:pt idx="64">
                  <c:v>1.0841503</c:v>
                </c:pt>
                <c:pt idx="65">
                  <c:v>1.0841401</c:v>
                </c:pt>
                <c:pt idx="66">
                  <c:v>1.0841006</c:v>
                </c:pt>
                <c:pt idx="67">
                  <c:v>1.0840977</c:v>
                </c:pt>
                <c:pt idx="68">
                  <c:v>1.0840256</c:v>
                </c:pt>
                <c:pt idx="69">
                  <c:v>1.0840645</c:v>
                </c:pt>
                <c:pt idx="70">
                  <c:v>1.0840681</c:v>
                </c:pt>
                <c:pt idx="71">
                  <c:v>1.0840242</c:v>
                </c:pt>
                <c:pt idx="72">
                  <c:v>1.0840145</c:v>
                </c:pt>
                <c:pt idx="73">
                  <c:v>1.083977</c:v>
                </c:pt>
                <c:pt idx="74">
                  <c:v>1.083966</c:v>
                </c:pt>
                <c:pt idx="75">
                  <c:v>1.0839247</c:v>
                </c:pt>
                <c:pt idx="76">
                  <c:v>1.0838919</c:v>
                </c:pt>
                <c:pt idx="77">
                  <c:v>1.0838617</c:v>
                </c:pt>
                <c:pt idx="78">
                  <c:v>1.0838106</c:v>
                </c:pt>
                <c:pt idx="79">
                  <c:v>1.0837847</c:v>
                </c:pt>
                <c:pt idx="80">
                  <c:v>1.0837648</c:v>
                </c:pt>
                <c:pt idx="81">
                  <c:v>1.0837893</c:v>
                </c:pt>
                <c:pt idx="82">
                  <c:v>1.0837179</c:v>
                </c:pt>
                <c:pt idx="83">
                  <c:v>1.0837246</c:v>
                </c:pt>
                <c:pt idx="84">
                  <c:v>1.0836434</c:v>
                </c:pt>
                <c:pt idx="85">
                  <c:v>1.0835776</c:v>
                </c:pt>
                <c:pt idx="86">
                  <c:v>1.0836002</c:v>
                </c:pt>
                <c:pt idx="87">
                  <c:v>1.0835422</c:v>
                </c:pt>
                <c:pt idx="88">
                  <c:v>1.0835356</c:v>
                </c:pt>
                <c:pt idx="89">
                  <c:v>1.0835367</c:v>
                </c:pt>
                <c:pt idx="90">
                  <c:v>1.0834954</c:v>
                </c:pt>
                <c:pt idx="91">
                  <c:v>1.0834519</c:v>
                </c:pt>
                <c:pt idx="92">
                  <c:v>1.0834613</c:v>
                </c:pt>
                <c:pt idx="93">
                  <c:v>1.0834644</c:v>
                </c:pt>
                <c:pt idx="94">
                  <c:v>1.0833831</c:v>
                </c:pt>
                <c:pt idx="95">
                  <c:v>1.0833113</c:v>
                </c:pt>
                <c:pt idx="96">
                  <c:v>1.0832618</c:v>
                </c:pt>
                <c:pt idx="97">
                  <c:v>1.0832654</c:v>
                </c:pt>
                <c:pt idx="98">
                  <c:v>1.0832821</c:v>
                </c:pt>
              </c:numCache>
            </c:numRef>
          </c:yVal>
        </c:ser>
        <c:ser>
          <c:idx val="38"/>
          <c:order val="38"/>
          <c:tx>
            <c:v>Batch1_cell_043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Data'!$BY$2:$BY$100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Data'!$BZ$2:$BZ$100</c:f>
              <c:numCache>
                <c:formatCode>General</c:formatCode>
                <c:ptCount val="99"/>
                <c:pt idx="0">
                  <c:v>1.0682389</c:v>
                </c:pt>
                <c:pt idx="1">
                  <c:v>1.0693892</c:v>
                </c:pt>
                <c:pt idx="2">
                  <c:v>1.0701088</c:v>
                </c:pt>
                <c:pt idx="3">
                  <c:v>1.0705794</c:v>
                </c:pt>
                <c:pt idx="4">
                  <c:v>1.0708795</c:v>
                </c:pt>
                <c:pt idx="5">
                  <c:v>1.0710763</c:v>
                </c:pt>
                <c:pt idx="6">
                  <c:v>1.0712074</c:v>
                </c:pt>
                <c:pt idx="7">
                  <c:v>1.0713569</c:v>
                </c:pt>
                <c:pt idx="8">
                  <c:v>1.0714344</c:v>
                </c:pt>
                <c:pt idx="9">
                  <c:v>1.0715132</c:v>
                </c:pt>
                <c:pt idx="10">
                  <c:v>1.0715883</c:v>
                </c:pt>
                <c:pt idx="11">
                  <c:v>1.0716065</c:v>
                </c:pt>
                <c:pt idx="12">
                  <c:v>1.0716045</c:v>
                </c:pt>
                <c:pt idx="13">
                  <c:v>1.0715741</c:v>
                </c:pt>
                <c:pt idx="14">
                  <c:v>1.0716355</c:v>
                </c:pt>
                <c:pt idx="15">
                  <c:v>1.071671</c:v>
                </c:pt>
                <c:pt idx="16">
                  <c:v>1.0715706</c:v>
                </c:pt>
                <c:pt idx="17">
                  <c:v>1.0716206</c:v>
                </c:pt>
                <c:pt idx="18">
                  <c:v>1.0715755</c:v>
                </c:pt>
                <c:pt idx="19">
                  <c:v>1.0715381</c:v>
                </c:pt>
                <c:pt idx="20">
                  <c:v>1.0715301</c:v>
                </c:pt>
                <c:pt idx="21">
                  <c:v>1.0715444</c:v>
                </c:pt>
                <c:pt idx="22">
                  <c:v>1.0714434</c:v>
                </c:pt>
                <c:pt idx="23">
                  <c:v>1.071393</c:v>
                </c:pt>
                <c:pt idx="24">
                  <c:v>1.0713354</c:v>
                </c:pt>
                <c:pt idx="25">
                  <c:v>1.071365</c:v>
                </c:pt>
                <c:pt idx="26">
                  <c:v>1.0713691</c:v>
                </c:pt>
                <c:pt idx="27">
                  <c:v>1.0713397</c:v>
                </c:pt>
                <c:pt idx="28">
                  <c:v>1.0713366</c:v>
                </c:pt>
                <c:pt idx="29">
                  <c:v>1.0713629</c:v>
                </c:pt>
                <c:pt idx="30">
                  <c:v>1.0713028</c:v>
                </c:pt>
                <c:pt idx="31">
                  <c:v>1.0712072</c:v>
                </c:pt>
                <c:pt idx="32">
                  <c:v>1.0712059</c:v>
                </c:pt>
                <c:pt idx="33">
                  <c:v>1.0712117</c:v>
                </c:pt>
                <c:pt idx="34">
                  <c:v>1.071236</c:v>
                </c:pt>
                <c:pt idx="35">
                  <c:v>1.0712224</c:v>
                </c:pt>
                <c:pt idx="36">
                  <c:v>1.0711956</c:v>
                </c:pt>
                <c:pt idx="37">
                  <c:v>1.0711308</c:v>
                </c:pt>
                <c:pt idx="38">
                  <c:v>1.0711104</c:v>
                </c:pt>
                <c:pt idx="39">
                  <c:v>1.0710558</c:v>
                </c:pt>
                <c:pt idx="40">
                  <c:v>1.0710111</c:v>
                </c:pt>
                <c:pt idx="41">
                  <c:v>1.0709715</c:v>
                </c:pt>
                <c:pt idx="42">
                  <c:v>1.0709522</c:v>
                </c:pt>
                <c:pt idx="43">
                  <c:v>1.0709493</c:v>
                </c:pt>
                <c:pt idx="44">
                  <c:v>1.0708872</c:v>
                </c:pt>
                <c:pt idx="45">
                  <c:v>1.0708425</c:v>
                </c:pt>
                <c:pt idx="46">
                  <c:v>1.0708596</c:v>
                </c:pt>
                <c:pt idx="47">
                  <c:v>1.070833</c:v>
                </c:pt>
                <c:pt idx="48">
                  <c:v>1.0708283</c:v>
                </c:pt>
                <c:pt idx="49">
                  <c:v>1.071089</c:v>
                </c:pt>
                <c:pt idx="50">
                  <c:v>1.0712458</c:v>
                </c:pt>
                <c:pt idx="51">
                  <c:v>1.0713263</c:v>
                </c:pt>
                <c:pt idx="52">
                  <c:v>1.0713857</c:v>
                </c:pt>
                <c:pt idx="53">
                  <c:v>1.0712388</c:v>
                </c:pt>
                <c:pt idx="54">
                  <c:v>1.0707108</c:v>
                </c:pt>
                <c:pt idx="55">
                  <c:v>1.0706174</c:v>
                </c:pt>
                <c:pt idx="56">
                  <c:v>1.0705969</c:v>
                </c:pt>
                <c:pt idx="57">
                  <c:v>1.0705481</c:v>
                </c:pt>
                <c:pt idx="58">
                  <c:v>1.0705503</c:v>
                </c:pt>
                <c:pt idx="59">
                  <c:v>1.0705142</c:v>
                </c:pt>
                <c:pt idx="60">
                  <c:v>1.0704736</c:v>
                </c:pt>
                <c:pt idx="61">
                  <c:v>1.0704387</c:v>
                </c:pt>
                <c:pt idx="62">
                  <c:v>1.0704126</c:v>
                </c:pt>
                <c:pt idx="63">
                  <c:v>1.0703504</c:v>
                </c:pt>
                <c:pt idx="64">
                  <c:v>1.0703237</c:v>
                </c:pt>
                <c:pt idx="65">
                  <c:v>1.0702516</c:v>
                </c:pt>
                <c:pt idx="66">
                  <c:v>1.070235</c:v>
                </c:pt>
                <c:pt idx="67">
                  <c:v>1.0701745</c:v>
                </c:pt>
                <c:pt idx="68">
                  <c:v>1.0701443</c:v>
                </c:pt>
                <c:pt idx="69">
                  <c:v>1.070091</c:v>
                </c:pt>
                <c:pt idx="70">
                  <c:v>1.0700641</c:v>
                </c:pt>
                <c:pt idx="71">
                  <c:v>1.070034</c:v>
                </c:pt>
                <c:pt idx="72">
                  <c:v>1.0699548</c:v>
                </c:pt>
                <c:pt idx="73">
                  <c:v>1.0699087</c:v>
                </c:pt>
                <c:pt idx="74">
                  <c:v>1.0698868</c:v>
                </c:pt>
                <c:pt idx="75">
                  <c:v>1.0698071</c:v>
                </c:pt>
                <c:pt idx="76">
                  <c:v>1.0697503</c:v>
                </c:pt>
                <c:pt idx="77">
                  <c:v>1.0697181</c:v>
                </c:pt>
                <c:pt idx="78">
                  <c:v>1.0696181</c:v>
                </c:pt>
                <c:pt idx="79">
                  <c:v>1.0696213</c:v>
                </c:pt>
                <c:pt idx="80">
                  <c:v>1.0695596</c:v>
                </c:pt>
                <c:pt idx="81">
                  <c:v>1.0695632</c:v>
                </c:pt>
                <c:pt idx="82">
                  <c:v>1.0695193</c:v>
                </c:pt>
                <c:pt idx="83">
                  <c:v>1.0694944</c:v>
                </c:pt>
                <c:pt idx="84">
                  <c:v>1.0694143</c:v>
                </c:pt>
                <c:pt idx="85">
                  <c:v>1.0693607</c:v>
                </c:pt>
                <c:pt idx="86">
                  <c:v>1.0692973</c:v>
                </c:pt>
                <c:pt idx="87">
                  <c:v>1.0692738</c:v>
                </c:pt>
                <c:pt idx="88">
                  <c:v>1.0692017</c:v>
                </c:pt>
                <c:pt idx="89">
                  <c:v>1.0691831</c:v>
                </c:pt>
                <c:pt idx="90">
                  <c:v>1.069142</c:v>
                </c:pt>
                <c:pt idx="91">
                  <c:v>1.06911</c:v>
                </c:pt>
                <c:pt idx="92">
                  <c:v>1.0690522</c:v>
                </c:pt>
                <c:pt idx="93">
                  <c:v>1.0690792</c:v>
                </c:pt>
                <c:pt idx="94">
                  <c:v>1.0690161</c:v>
                </c:pt>
                <c:pt idx="95">
                  <c:v>1.0689507</c:v>
                </c:pt>
                <c:pt idx="96">
                  <c:v>1.0689173</c:v>
                </c:pt>
                <c:pt idx="97">
                  <c:v>1.0688429</c:v>
                </c:pt>
                <c:pt idx="98">
                  <c:v>1.0688359</c:v>
                </c:pt>
              </c:numCache>
            </c:numRef>
          </c:yVal>
        </c:ser>
        <c:ser>
          <c:idx val="39"/>
          <c:order val="39"/>
          <c:tx>
            <c:v>Batch1_cell_044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Data'!$CA$2:$CA$100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Data'!$CB$2:$CB$100</c:f>
              <c:numCache>
                <c:formatCode>General</c:formatCode>
                <c:ptCount val="99"/>
                <c:pt idx="0">
                  <c:v>1.0847682</c:v>
                </c:pt>
                <c:pt idx="1">
                  <c:v>1.0860728</c:v>
                </c:pt>
                <c:pt idx="2">
                  <c:v>1.0867941</c:v>
                </c:pt>
                <c:pt idx="3">
                  <c:v>1.0872587</c:v>
                </c:pt>
                <c:pt idx="4">
                  <c:v>1.0876219</c:v>
                </c:pt>
                <c:pt idx="5">
                  <c:v>1.0878311</c:v>
                </c:pt>
                <c:pt idx="6">
                  <c:v>1.0879982</c:v>
                </c:pt>
                <c:pt idx="7">
                  <c:v>1.0881088</c:v>
                </c:pt>
                <c:pt idx="8">
                  <c:v>1.0882163</c:v>
                </c:pt>
                <c:pt idx="9">
                  <c:v>1.0882884</c:v>
                </c:pt>
                <c:pt idx="10">
                  <c:v>1.0883306</c:v>
                </c:pt>
                <c:pt idx="11">
                  <c:v>1.0883155</c:v>
                </c:pt>
                <c:pt idx="12">
                  <c:v>1.0882871</c:v>
                </c:pt>
                <c:pt idx="13">
                  <c:v>1.0882784</c:v>
                </c:pt>
                <c:pt idx="14">
                  <c:v>1.0882617</c:v>
                </c:pt>
                <c:pt idx="15">
                  <c:v>1.0882808</c:v>
                </c:pt>
                <c:pt idx="16">
                  <c:v>1.0883181</c:v>
                </c:pt>
                <c:pt idx="17">
                  <c:v>1.0882283</c:v>
                </c:pt>
                <c:pt idx="18">
                  <c:v>1.0882391</c:v>
                </c:pt>
                <c:pt idx="19">
                  <c:v>1.0882655</c:v>
                </c:pt>
                <c:pt idx="20">
                  <c:v>1.0882182</c:v>
                </c:pt>
                <c:pt idx="21">
                  <c:v>1.0881574</c:v>
                </c:pt>
                <c:pt idx="22">
                  <c:v>1.0881282</c:v>
                </c:pt>
                <c:pt idx="23">
                  <c:v>1.0880395</c:v>
                </c:pt>
                <c:pt idx="24">
                  <c:v>1.087991</c:v>
                </c:pt>
                <c:pt idx="25">
                  <c:v>1.0879718</c:v>
                </c:pt>
                <c:pt idx="26">
                  <c:v>1.0879831</c:v>
                </c:pt>
                <c:pt idx="27">
                  <c:v>1.0879592</c:v>
                </c:pt>
                <c:pt idx="28">
                  <c:v>1.0879099</c:v>
                </c:pt>
                <c:pt idx="29">
                  <c:v>1.0878115</c:v>
                </c:pt>
                <c:pt idx="30">
                  <c:v>1.0877413</c:v>
                </c:pt>
                <c:pt idx="31">
                  <c:v>1.0877568</c:v>
                </c:pt>
                <c:pt idx="32">
                  <c:v>1.0877119</c:v>
                </c:pt>
                <c:pt idx="33">
                  <c:v>1.0876515</c:v>
                </c:pt>
                <c:pt idx="34">
                  <c:v>1.0876306</c:v>
                </c:pt>
                <c:pt idx="35">
                  <c:v>1.0876824</c:v>
                </c:pt>
                <c:pt idx="36">
                  <c:v>1.0876429</c:v>
                </c:pt>
                <c:pt idx="37">
                  <c:v>1.0875809</c:v>
                </c:pt>
                <c:pt idx="38">
                  <c:v>1.0875462</c:v>
                </c:pt>
                <c:pt idx="39">
                  <c:v>1.087532</c:v>
                </c:pt>
                <c:pt idx="40">
                  <c:v>1.087424</c:v>
                </c:pt>
                <c:pt idx="41">
                  <c:v>1.0873928</c:v>
                </c:pt>
                <c:pt idx="42">
                  <c:v>1.0872999</c:v>
                </c:pt>
                <c:pt idx="43">
                  <c:v>1.0872773</c:v>
                </c:pt>
                <c:pt idx="44">
                  <c:v>1.0872414</c:v>
                </c:pt>
                <c:pt idx="45">
                  <c:v>1.0872419</c:v>
                </c:pt>
                <c:pt idx="46">
                  <c:v>1.0871578</c:v>
                </c:pt>
                <c:pt idx="47">
                  <c:v>1.087142</c:v>
                </c:pt>
                <c:pt idx="48">
                  <c:v>1.0871128</c:v>
                </c:pt>
                <c:pt idx="49">
                  <c:v>1.0871708</c:v>
                </c:pt>
                <c:pt idx="50">
                  <c:v>1.0874091</c:v>
                </c:pt>
                <c:pt idx="51">
                  <c:v>1.0875859</c:v>
                </c:pt>
                <c:pt idx="52">
                  <c:v>1.0877079</c:v>
                </c:pt>
                <c:pt idx="53">
                  <c:v>1.0877076</c:v>
                </c:pt>
                <c:pt idx="54">
                  <c:v>1.087539</c:v>
                </c:pt>
                <c:pt idx="55">
                  <c:v>1.0868872</c:v>
                </c:pt>
                <c:pt idx="56">
                  <c:v>1.086821</c:v>
                </c:pt>
                <c:pt idx="57">
                  <c:v>1.086729</c:v>
                </c:pt>
                <c:pt idx="58">
                  <c:v>1.0866588</c:v>
                </c:pt>
                <c:pt idx="59">
                  <c:v>1.0866474</c:v>
                </c:pt>
                <c:pt idx="60">
                  <c:v>1.0865711</c:v>
                </c:pt>
                <c:pt idx="61">
                  <c:v>1.0865448</c:v>
                </c:pt>
                <c:pt idx="62">
                  <c:v>1.0865014</c:v>
                </c:pt>
                <c:pt idx="63">
                  <c:v>1.0864503</c:v>
                </c:pt>
                <c:pt idx="64">
                  <c:v>1.0864272</c:v>
                </c:pt>
                <c:pt idx="65">
                  <c:v>1.0863463</c:v>
                </c:pt>
                <c:pt idx="66">
                  <c:v>1.0863063</c:v>
                </c:pt>
                <c:pt idx="67">
                  <c:v>1.0862248</c:v>
                </c:pt>
                <c:pt idx="68">
                  <c:v>1.0861968</c:v>
                </c:pt>
                <c:pt idx="69">
                  <c:v>1.0861969</c:v>
                </c:pt>
                <c:pt idx="70">
                  <c:v>1.0860702</c:v>
                </c:pt>
                <c:pt idx="71">
                  <c:v>1.0860333</c:v>
                </c:pt>
                <c:pt idx="72">
                  <c:v>1.086006</c:v>
                </c:pt>
                <c:pt idx="73">
                  <c:v>1.0858845</c:v>
                </c:pt>
                <c:pt idx="74">
                  <c:v>1.0858769</c:v>
                </c:pt>
                <c:pt idx="75">
                  <c:v>1.0858591</c:v>
                </c:pt>
                <c:pt idx="76">
                  <c:v>1.085827</c:v>
                </c:pt>
                <c:pt idx="77">
                  <c:v>1.0858155</c:v>
                </c:pt>
                <c:pt idx="78">
                  <c:v>1.0857114</c:v>
                </c:pt>
                <c:pt idx="79">
                  <c:v>1.0856551</c:v>
                </c:pt>
                <c:pt idx="80">
                  <c:v>1.0856036</c:v>
                </c:pt>
                <c:pt idx="81">
                  <c:v>1.0855857</c:v>
                </c:pt>
                <c:pt idx="82">
                  <c:v>1.0855186</c:v>
                </c:pt>
                <c:pt idx="83">
                  <c:v>1.0854858</c:v>
                </c:pt>
                <c:pt idx="84">
                  <c:v>1.0854019</c:v>
                </c:pt>
                <c:pt idx="85">
                  <c:v>1.0853981</c:v>
                </c:pt>
                <c:pt idx="86">
                  <c:v>1.0853372</c:v>
                </c:pt>
                <c:pt idx="87">
                  <c:v>1.0852987</c:v>
                </c:pt>
                <c:pt idx="88">
                  <c:v>1.0852065</c:v>
                </c:pt>
                <c:pt idx="89">
                  <c:v>1.0851643</c:v>
                </c:pt>
                <c:pt idx="90">
                  <c:v>1.085121</c:v>
                </c:pt>
                <c:pt idx="91">
                  <c:v>1.085063</c:v>
                </c:pt>
                <c:pt idx="92">
                  <c:v>1.085</c:v>
                </c:pt>
                <c:pt idx="93">
                  <c:v>1.0849959</c:v>
                </c:pt>
                <c:pt idx="94">
                  <c:v>1.0849918</c:v>
                </c:pt>
                <c:pt idx="95">
                  <c:v>1.084878</c:v>
                </c:pt>
                <c:pt idx="96">
                  <c:v>1.0848078</c:v>
                </c:pt>
                <c:pt idx="97">
                  <c:v>1.0847286</c:v>
                </c:pt>
                <c:pt idx="98">
                  <c:v>1.0847102</c:v>
                </c:pt>
              </c:numCache>
            </c:numRef>
          </c:yVal>
        </c:ser>
        <c:ser>
          <c:idx val="40"/>
          <c:order val="40"/>
          <c:tx>
            <c:v>Batch1_cell_045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Data'!$CC$2:$CC$100</c:f>
              <c:numCache>
                <c:formatCode>General</c:formatCode>
                <c:ptCount val="9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</c:numCache>
            </c:numRef>
          </c:xVal>
          <c:yVal>
            <c:numRef>
              <c:f>'Chart Data'!$CD$2:$CD$100</c:f>
              <c:numCache>
                <c:formatCode>General</c:formatCode>
                <c:ptCount val="99"/>
                <c:pt idx="0">
                  <c:v>1.0839558</c:v>
                </c:pt>
                <c:pt idx="1">
                  <c:v>1.0852593</c:v>
                </c:pt>
                <c:pt idx="2">
                  <c:v>1.0860058</c:v>
                </c:pt>
                <c:pt idx="3">
                  <c:v>1.0863998</c:v>
                </c:pt>
                <c:pt idx="4">
                  <c:v>1.0867909</c:v>
                </c:pt>
                <c:pt idx="5">
                  <c:v>1.0870752</c:v>
                </c:pt>
                <c:pt idx="6">
                  <c:v>1.087288</c:v>
                </c:pt>
                <c:pt idx="7">
                  <c:v>1.0874116</c:v>
                </c:pt>
                <c:pt idx="8">
                  <c:v>1.0875177</c:v>
                </c:pt>
                <c:pt idx="9">
                  <c:v>1.0876058</c:v>
                </c:pt>
                <c:pt idx="10">
                  <c:v>1.0876768</c:v>
                </c:pt>
                <c:pt idx="11">
                  <c:v>1.0876795</c:v>
                </c:pt>
                <c:pt idx="12">
                  <c:v>1.0877557</c:v>
                </c:pt>
                <c:pt idx="13">
                  <c:v>1.0877666</c:v>
                </c:pt>
                <c:pt idx="14">
                  <c:v>1.0878078</c:v>
                </c:pt>
                <c:pt idx="15">
                  <c:v>1.0878361</c:v>
                </c:pt>
                <c:pt idx="16">
                  <c:v>1.087817</c:v>
                </c:pt>
                <c:pt idx="17">
                  <c:v>1.0878122</c:v>
                </c:pt>
                <c:pt idx="18">
                  <c:v>1.0878189</c:v>
                </c:pt>
                <c:pt idx="19">
                  <c:v>1.0878397</c:v>
                </c:pt>
                <c:pt idx="20">
                  <c:v>1.0878565</c:v>
                </c:pt>
                <c:pt idx="21">
                  <c:v>1.0878601</c:v>
                </c:pt>
                <c:pt idx="22">
                  <c:v>1.0878464</c:v>
                </c:pt>
                <c:pt idx="23">
                  <c:v>1.0877994</c:v>
                </c:pt>
                <c:pt idx="24">
                  <c:v>1.0878065</c:v>
                </c:pt>
                <c:pt idx="25">
                  <c:v>1.0878118</c:v>
                </c:pt>
                <c:pt idx="26">
                  <c:v>1.0878365</c:v>
                </c:pt>
                <c:pt idx="27">
                  <c:v>1.0878332</c:v>
                </c:pt>
                <c:pt idx="28">
                  <c:v>1.0878434</c:v>
                </c:pt>
                <c:pt idx="29">
                  <c:v>1.0878482</c:v>
                </c:pt>
                <c:pt idx="30">
                  <c:v>1.0878122</c:v>
                </c:pt>
                <c:pt idx="31">
                  <c:v>1.0878599</c:v>
                </c:pt>
                <c:pt idx="32">
                  <c:v>1.087808</c:v>
                </c:pt>
                <c:pt idx="33">
                  <c:v>1.0878011</c:v>
                </c:pt>
                <c:pt idx="34">
                  <c:v>1.087815</c:v>
                </c:pt>
                <c:pt idx="35">
                  <c:v>1.0877962</c:v>
                </c:pt>
                <c:pt idx="36">
                  <c:v>1.0877631</c:v>
                </c:pt>
                <c:pt idx="37">
                  <c:v>1.0877212</c:v>
                </c:pt>
                <c:pt idx="38">
                  <c:v>1.0876958</c:v>
                </c:pt>
                <c:pt idx="39">
                  <c:v>1.0876633</c:v>
                </c:pt>
                <c:pt idx="40">
                  <c:v>1.0876217</c:v>
                </c:pt>
                <c:pt idx="41">
                  <c:v>1.0875962</c:v>
                </c:pt>
                <c:pt idx="42">
                  <c:v>1.0875822</c:v>
                </c:pt>
                <c:pt idx="43">
                  <c:v>1.0875875</c:v>
                </c:pt>
                <c:pt idx="44">
                  <c:v>1.0875835</c:v>
                </c:pt>
                <c:pt idx="45">
                  <c:v>1.0875672</c:v>
                </c:pt>
                <c:pt idx="46">
                  <c:v>1.0874923</c:v>
                </c:pt>
                <c:pt idx="47">
                  <c:v>1.0875256</c:v>
                </c:pt>
                <c:pt idx="48">
                  <c:v>1.0875126</c:v>
                </c:pt>
                <c:pt idx="49">
                  <c:v>1.0876616</c:v>
                </c:pt>
                <c:pt idx="50">
                  <c:v>1.088024</c:v>
                </c:pt>
                <c:pt idx="51">
                  <c:v>1.0881838</c:v>
                </c:pt>
                <c:pt idx="52">
                  <c:v>1.088347</c:v>
                </c:pt>
                <c:pt idx="53">
                  <c:v>1.0884383</c:v>
                </c:pt>
                <c:pt idx="54">
                  <c:v>1.0883518</c:v>
                </c:pt>
                <c:pt idx="55">
                  <c:v>1.0875837</c:v>
                </c:pt>
                <c:pt idx="56">
                  <c:v>1.0874</c:v>
                </c:pt>
                <c:pt idx="57">
                  <c:v>1.0873675</c:v>
                </c:pt>
                <c:pt idx="58">
                  <c:v>1.0873307</c:v>
                </c:pt>
                <c:pt idx="59">
                  <c:v>1.0872722</c:v>
                </c:pt>
                <c:pt idx="60">
                  <c:v>1.0872747</c:v>
                </c:pt>
                <c:pt idx="61">
                  <c:v>1.0872298</c:v>
                </c:pt>
                <c:pt idx="62">
                  <c:v>1.0871797</c:v>
                </c:pt>
                <c:pt idx="63">
                  <c:v>1.0871463</c:v>
                </c:pt>
                <c:pt idx="64">
                  <c:v>1.087115</c:v>
                </c:pt>
                <c:pt idx="65">
                  <c:v>1.0871142</c:v>
                </c:pt>
                <c:pt idx="66">
                  <c:v>1.087046</c:v>
                </c:pt>
                <c:pt idx="67">
                  <c:v>1.0870085</c:v>
                </c:pt>
                <c:pt idx="68">
                  <c:v>1.0869688</c:v>
                </c:pt>
                <c:pt idx="69">
                  <c:v>1.0869143</c:v>
                </c:pt>
                <c:pt idx="70">
                  <c:v>1.0868499</c:v>
                </c:pt>
                <c:pt idx="71">
                  <c:v>1.0868183</c:v>
                </c:pt>
                <c:pt idx="72">
                  <c:v>1.0867833</c:v>
                </c:pt>
                <c:pt idx="73">
                  <c:v>1.0866879</c:v>
                </c:pt>
                <c:pt idx="74">
                  <c:v>1.0867325</c:v>
                </c:pt>
                <c:pt idx="75">
                  <c:v>1.0866914</c:v>
                </c:pt>
                <c:pt idx="76">
                  <c:v>1.086639</c:v>
                </c:pt>
                <c:pt idx="77">
                  <c:v>1.0866401</c:v>
                </c:pt>
                <c:pt idx="78">
                  <c:v>1.0865759</c:v>
                </c:pt>
                <c:pt idx="79">
                  <c:v>1.0865706</c:v>
                </c:pt>
                <c:pt idx="80">
                  <c:v>1.0865108</c:v>
                </c:pt>
                <c:pt idx="81">
                  <c:v>1.0865251</c:v>
                </c:pt>
                <c:pt idx="82">
                  <c:v>1.0864254</c:v>
                </c:pt>
                <c:pt idx="83">
                  <c:v>1.0864106</c:v>
                </c:pt>
                <c:pt idx="84">
                  <c:v>1.0863733</c:v>
                </c:pt>
                <c:pt idx="85">
                  <c:v>1.0863328</c:v>
                </c:pt>
                <c:pt idx="86">
                  <c:v>1.086289</c:v>
                </c:pt>
                <c:pt idx="87">
                  <c:v>1.0862437</c:v>
                </c:pt>
                <c:pt idx="88">
                  <c:v>1.0862019</c:v>
                </c:pt>
                <c:pt idx="89">
                  <c:v>1.0861861</c:v>
                </c:pt>
                <c:pt idx="90">
                  <c:v>1.0861582</c:v>
                </c:pt>
                <c:pt idx="91">
                  <c:v>1.0861096</c:v>
                </c:pt>
                <c:pt idx="92">
                  <c:v>1.0860994</c:v>
                </c:pt>
                <c:pt idx="93">
                  <c:v>1.0860603</c:v>
                </c:pt>
                <c:pt idx="94">
                  <c:v>1.0860083</c:v>
                </c:pt>
                <c:pt idx="95">
                  <c:v>1.0859927</c:v>
                </c:pt>
                <c:pt idx="96">
                  <c:v>1.0859483</c:v>
                </c:pt>
                <c:pt idx="97">
                  <c:v>1.0858688</c:v>
                </c:pt>
                <c:pt idx="98">
                  <c:v>1.0858277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전체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Batch2_cell_000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43</c:v>
                </c:pt>
                <c:pt idx="11">
                  <c:v>47</c:v>
                </c:pt>
                <c:pt idx="12">
                  <c:v>51</c:v>
                </c:pt>
                <c:pt idx="13">
                  <c:v>55</c:v>
                </c:pt>
                <c:pt idx="14">
                  <c:v>59</c:v>
                </c:pt>
                <c:pt idx="15">
                  <c:v>63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93</c:v>
                </c:pt>
                <c:pt idx="23">
                  <c:v>97</c:v>
                </c:pt>
                <c:pt idx="24">
                  <c:v>101</c:v>
                </c:pt>
                <c:pt idx="25">
                  <c:v>105</c:v>
                </c:pt>
                <c:pt idx="26">
                  <c:v>109</c:v>
                </c:pt>
                <c:pt idx="27">
                  <c:v>113</c:v>
                </c:pt>
                <c:pt idx="28">
                  <c:v>117</c:v>
                </c:pt>
                <c:pt idx="29">
                  <c:v>122</c:v>
                </c:pt>
                <c:pt idx="30">
                  <c:v>126</c:v>
                </c:pt>
                <c:pt idx="31">
                  <c:v>130</c:v>
                </c:pt>
                <c:pt idx="32">
                  <c:v>134</c:v>
                </c:pt>
                <c:pt idx="33">
                  <c:v>138</c:v>
                </c:pt>
                <c:pt idx="34">
                  <c:v>142</c:v>
                </c:pt>
                <c:pt idx="35">
                  <c:v>147</c:v>
                </c:pt>
                <c:pt idx="36">
                  <c:v>151</c:v>
                </c:pt>
                <c:pt idx="37">
                  <c:v>155</c:v>
                </c:pt>
                <c:pt idx="38">
                  <c:v>159</c:v>
                </c:pt>
                <c:pt idx="39">
                  <c:v>163</c:v>
                </c:pt>
                <c:pt idx="40">
                  <c:v>167</c:v>
                </c:pt>
                <c:pt idx="41">
                  <c:v>172</c:v>
                </c:pt>
                <c:pt idx="42">
                  <c:v>176</c:v>
                </c:pt>
                <c:pt idx="43">
                  <c:v>180</c:v>
                </c:pt>
                <c:pt idx="44">
                  <c:v>184</c:v>
                </c:pt>
                <c:pt idx="45">
                  <c:v>188</c:v>
                </c:pt>
                <c:pt idx="46">
                  <c:v>192</c:v>
                </c:pt>
                <c:pt idx="47">
                  <c:v>197</c:v>
                </c:pt>
                <c:pt idx="48">
                  <c:v>201</c:v>
                </c:pt>
                <c:pt idx="49">
                  <c:v>205</c:v>
                </c:pt>
                <c:pt idx="50">
                  <c:v>209</c:v>
                </c:pt>
                <c:pt idx="51">
                  <c:v>213</c:v>
                </c:pt>
                <c:pt idx="52">
                  <c:v>217</c:v>
                </c:pt>
                <c:pt idx="53">
                  <c:v>221</c:v>
                </c:pt>
                <c:pt idx="54">
                  <c:v>226</c:v>
                </c:pt>
                <c:pt idx="55">
                  <c:v>230</c:v>
                </c:pt>
                <c:pt idx="56">
                  <c:v>234</c:v>
                </c:pt>
                <c:pt idx="57">
                  <c:v>238</c:v>
                </c:pt>
                <c:pt idx="58">
                  <c:v>242</c:v>
                </c:pt>
                <c:pt idx="59">
                  <c:v>246</c:v>
                </c:pt>
                <c:pt idx="60">
                  <c:v>251</c:v>
                </c:pt>
                <c:pt idx="61">
                  <c:v>255</c:v>
                </c:pt>
                <c:pt idx="62">
                  <c:v>259</c:v>
                </c:pt>
                <c:pt idx="63">
                  <c:v>263</c:v>
                </c:pt>
                <c:pt idx="64">
                  <c:v>267</c:v>
                </c:pt>
                <c:pt idx="65">
                  <c:v>271</c:v>
                </c:pt>
                <c:pt idx="66">
                  <c:v>276</c:v>
                </c:pt>
                <c:pt idx="67">
                  <c:v>280</c:v>
                </c:pt>
                <c:pt idx="68">
                  <c:v>284</c:v>
                </c:pt>
                <c:pt idx="69">
                  <c:v>288</c:v>
                </c:pt>
                <c:pt idx="70">
                  <c:v>292</c:v>
                </c:pt>
                <c:pt idx="71">
                  <c:v>296</c:v>
                </c:pt>
                <c:pt idx="72">
                  <c:v>300</c:v>
                </c:pt>
                <c:pt idx="73">
                  <c:v>305</c:v>
                </c:pt>
                <c:pt idx="74">
                  <c:v>309</c:v>
                </c:pt>
                <c:pt idx="75">
                  <c:v>313</c:v>
                </c:pt>
                <c:pt idx="76">
                  <c:v>317</c:v>
                </c:pt>
                <c:pt idx="77">
                  <c:v>321</c:v>
                </c:pt>
                <c:pt idx="78">
                  <c:v>325</c:v>
                </c:pt>
                <c:pt idx="79">
                  <c:v>330</c:v>
                </c:pt>
                <c:pt idx="80">
                  <c:v>334</c:v>
                </c:pt>
                <c:pt idx="81">
                  <c:v>338</c:v>
                </c:pt>
                <c:pt idx="82">
                  <c:v>342</c:v>
                </c:pt>
                <c:pt idx="83">
                  <c:v>346</c:v>
                </c:pt>
                <c:pt idx="84">
                  <c:v>350</c:v>
                </c:pt>
                <c:pt idx="85">
                  <c:v>355</c:v>
                </c:pt>
                <c:pt idx="86">
                  <c:v>359</c:v>
                </c:pt>
                <c:pt idx="87">
                  <c:v>363</c:v>
                </c:pt>
                <c:pt idx="88">
                  <c:v>367</c:v>
                </c:pt>
                <c:pt idx="89">
                  <c:v>371</c:v>
                </c:pt>
                <c:pt idx="90">
                  <c:v>375</c:v>
                </c:pt>
                <c:pt idx="91">
                  <c:v>380</c:v>
                </c:pt>
                <c:pt idx="92">
                  <c:v>384</c:v>
                </c:pt>
                <c:pt idx="93">
                  <c:v>388</c:v>
                </c:pt>
                <c:pt idx="94">
                  <c:v>392</c:v>
                </c:pt>
                <c:pt idx="95">
                  <c:v>396</c:v>
                </c:pt>
                <c:pt idx="96">
                  <c:v>400</c:v>
                </c:pt>
                <c:pt idx="97">
                  <c:v>404</c:v>
                </c:pt>
                <c:pt idx="98">
                  <c:v>409</c:v>
                </c:pt>
                <c:pt idx="99">
                  <c:v>413</c:v>
                </c:pt>
                <c:pt idx="100">
                  <c:v>417</c:v>
                </c:pt>
                <c:pt idx="101">
                  <c:v>421</c:v>
                </c:pt>
                <c:pt idx="102">
                  <c:v>425</c:v>
                </c:pt>
                <c:pt idx="103">
                  <c:v>429</c:v>
                </c:pt>
                <c:pt idx="104">
                  <c:v>434</c:v>
                </c:pt>
                <c:pt idx="105">
                  <c:v>438</c:v>
                </c:pt>
                <c:pt idx="106">
                  <c:v>442</c:v>
                </c:pt>
                <c:pt idx="107">
                  <c:v>446</c:v>
                </c:pt>
                <c:pt idx="108">
                  <c:v>450</c:v>
                </c:pt>
                <c:pt idx="109">
                  <c:v>454</c:v>
                </c:pt>
                <c:pt idx="110">
                  <c:v>459</c:v>
                </c:pt>
                <c:pt idx="111">
                  <c:v>463</c:v>
                </c:pt>
                <c:pt idx="112">
                  <c:v>467</c:v>
                </c:pt>
                <c:pt idx="113">
                  <c:v>471</c:v>
                </c:pt>
                <c:pt idx="114">
                  <c:v>475</c:v>
                </c:pt>
                <c:pt idx="115">
                  <c:v>479</c:v>
                </c:pt>
                <c:pt idx="116">
                  <c:v>484</c:v>
                </c:pt>
                <c:pt idx="117">
                  <c:v>488</c:v>
                </c:pt>
                <c:pt idx="118">
                  <c:v>492</c:v>
                </c:pt>
                <c:pt idx="119">
                  <c:v>496</c:v>
                </c:pt>
              </c:numCache>
            </c:numRef>
          </c:xVal>
          <c:yVal>
            <c:numRef>
              <c:f>'Chart Data'!$B$2:$B$121</c:f>
              <c:numCache>
                <c:formatCode>General</c:formatCode>
                <c:ptCount val="120"/>
                <c:pt idx="0">
                  <c:v>1.1000807</c:v>
                </c:pt>
                <c:pt idx="1">
                  <c:v>1.1039258</c:v>
                </c:pt>
                <c:pt idx="2">
                  <c:v>1.1046798</c:v>
                </c:pt>
                <c:pt idx="3">
                  <c:v>1.1060829</c:v>
                </c:pt>
                <c:pt idx="4">
                  <c:v>1.105719</c:v>
                </c:pt>
                <c:pt idx="5">
                  <c:v>1.1090546</c:v>
                </c:pt>
                <c:pt idx="6">
                  <c:v>1.1050439</c:v>
                </c:pt>
                <c:pt idx="7">
                  <c:v>1.1044145</c:v>
                </c:pt>
                <c:pt idx="8">
                  <c:v>1.1061964</c:v>
                </c:pt>
                <c:pt idx="9">
                  <c:v>1.1077327</c:v>
                </c:pt>
                <c:pt idx="10">
                  <c:v>1.1076999</c:v>
                </c:pt>
                <c:pt idx="11">
                  <c:v>1.107811</c:v>
                </c:pt>
                <c:pt idx="12">
                  <c:v>1.0992988</c:v>
                </c:pt>
                <c:pt idx="13">
                  <c:v>1.0988977</c:v>
                </c:pt>
                <c:pt idx="14">
                  <c:v>1.1006629</c:v>
                </c:pt>
                <c:pt idx="15">
                  <c:v>1.1027966</c:v>
                </c:pt>
                <c:pt idx="16">
                  <c:v>1.1059343</c:v>
                </c:pt>
                <c:pt idx="17">
                  <c:v>1.1060269</c:v>
                </c:pt>
                <c:pt idx="18">
                  <c:v>1.1077266</c:v>
                </c:pt>
                <c:pt idx="19">
                  <c:v>1.1087635</c:v>
                </c:pt>
                <c:pt idx="20">
                  <c:v>1.108229</c:v>
                </c:pt>
                <c:pt idx="21">
                  <c:v>1.1083679</c:v>
                </c:pt>
                <c:pt idx="22">
                  <c:v>1.1058398</c:v>
                </c:pt>
                <c:pt idx="23">
                  <c:v>1.106259</c:v>
                </c:pt>
                <c:pt idx="24">
                  <c:v>1.1050026</c:v>
                </c:pt>
                <c:pt idx="25">
                  <c:v>1.103953</c:v>
                </c:pt>
                <c:pt idx="26">
                  <c:v>1.103273</c:v>
                </c:pt>
                <c:pt idx="27">
                  <c:v>1.1047829</c:v>
                </c:pt>
                <c:pt idx="28">
                  <c:v>1.1059221</c:v>
                </c:pt>
                <c:pt idx="29">
                  <c:v>1.1052873</c:v>
                </c:pt>
                <c:pt idx="30">
                  <c:v>1.1055964</c:v>
                </c:pt>
                <c:pt idx="31">
                  <c:v>1.105046</c:v>
                </c:pt>
                <c:pt idx="32">
                  <c:v>1.1066262</c:v>
                </c:pt>
                <c:pt idx="33">
                  <c:v>1.1033949</c:v>
                </c:pt>
                <c:pt idx="34">
                  <c:v>1.103644</c:v>
                </c:pt>
                <c:pt idx="35">
                  <c:v>1.1085298</c:v>
                </c:pt>
                <c:pt idx="36">
                  <c:v>1.1072953</c:v>
                </c:pt>
                <c:pt idx="37">
                  <c:v>1.1114026</c:v>
                </c:pt>
                <c:pt idx="38">
                  <c:v>1.1074851</c:v>
                </c:pt>
                <c:pt idx="39">
                  <c:v>1.108932</c:v>
                </c:pt>
                <c:pt idx="40">
                  <c:v>1.1101574</c:v>
                </c:pt>
                <c:pt idx="41">
                  <c:v>1.1091632</c:v>
                </c:pt>
                <c:pt idx="42">
                  <c:v>1.1097866</c:v>
                </c:pt>
                <c:pt idx="43">
                  <c:v>1.1163546</c:v>
                </c:pt>
                <c:pt idx="44">
                  <c:v>1.1100341</c:v>
                </c:pt>
                <c:pt idx="45">
                  <c:v>1.1129707</c:v>
                </c:pt>
                <c:pt idx="46">
                  <c:v>1.1106515</c:v>
                </c:pt>
                <c:pt idx="47">
                  <c:v>1.1129813</c:v>
                </c:pt>
                <c:pt idx="48">
                  <c:v>1.1112841</c:v>
                </c:pt>
                <c:pt idx="49">
                  <c:v>1.1096468</c:v>
                </c:pt>
                <c:pt idx="50">
                  <c:v>1.1121491</c:v>
                </c:pt>
                <c:pt idx="51">
                  <c:v>1.1103758</c:v>
                </c:pt>
                <c:pt idx="52">
                  <c:v>1.1080896</c:v>
                </c:pt>
                <c:pt idx="53">
                  <c:v>1.107455</c:v>
                </c:pt>
                <c:pt idx="54">
                  <c:v>1.1073878</c:v>
                </c:pt>
                <c:pt idx="55">
                  <c:v>1.1055763</c:v>
                </c:pt>
                <c:pt idx="56">
                  <c:v>1.1060274</c:v>
                </c:pt>
                <c:pt idx="57">
                  <c:v>1.106282</c:v>
                </c:pt>
                <c:pt idx="58">
                  <c:v>1.1101223</c:v>
                </c:pt>
                <c:pt idx="59">
                  <c:v>1.1019388</c:v>
                </c:pt>
                <c:pt idx="60">
                  <c:v>1.0975956</c:v>
                </c:pt>
                <c:pt idx="61">
                  <c:v>1.0945853</c:v>
                </c:pt>
                <c:pt idx="62">
                  <c:v>1.09207</c:v>
                </c:pt>
                <c:pt idx="63">
                  <c:v>1.0907804</c:v>
                </c:pt>
                <c:pt idx="64">
                  <c:v>1.0896754</c:v>
                </c:pt>
                <c:pt idx="65">
                  <c:v>1.0911036</c:v>
                </c:pt>
                <c:pt idx="66">
                  <c:v>1.0919032</c:v>
                </c:pt>
                <c:pt idx="67">
                  <c:v>1.089834</c:v>
                </c:pt>
                <c:pt idx="68">
                  <c:v>1.089574</c:v>
                </c:pt>
                <c:pt idx="69">
                  <c:v>1.0890675</c:v>
                </c:pt>
                <c:pt idx="70">
                  <c:v>1.0871209</c:v>
                </c:pt>
                <c:pt idx="71">
                  <c:v>1.0864611</c:v>
                </c:pt>
                <c:pt idx="72">
                  <c:v>1.0837203</c:v>
                </c:pt>
                <c:pt idx="73">
                  <c:v>1.0816333</c:v>
                </c:pt>
                <c:pt idx="74">
                  <c:v>1.0828813</c:v>
                </c:pt>
                <c:pt idx="75">
                  <c:v>1.0818145</c:v>
                </c:pt>
                <c:pt idx="76">
                  <c:v>1.0839828</c:v>
                </c:pt>
                <c:pt idx="77">
                  <c:v>1.075902</c:v>
                </c:pt>
                <c:pt idx="78">
                  <c:v>1.0820479</c:v>
                </c:pt>
                <c:pt idx="79">
                  <c:v>1.0783782</c:v>
                </c:pt>
                <c:pt idx="80">
                  <c:v>1.0757408</c:v>
                </c:pt>
                <c:pt idx="81">
                  <c:v>1.0740504</c:v>
                </c:pt>
                <c:pt idx="82">
                  <c:v>1.0731026</c:v>
                </c:pt>
                <c:pt idx="83">
                  <c:v>1.0698618</c:v>
                </c:pt>
                <c:pt idx="84">
                  <c:v>1.0662963</c:v>
                </c:pt>
                <c:pt idx="85">
                  <c:v>1.0662725</c:v>
                </c:pt>
                <c:pt idx="86">
                  <c:v>1.0603626</c:v>
                </c:pt>
                <c:pt idx="87">
                  <c:v>1.0566155</c:v>
                </c:pt>
                <c:pt idx="88">
                  <c:v>1.0555969</c:v>
                </c:pt>
                <c:pt idx="89">
                  <c:v>1.0519744</c:v>
                </c:pt>
                <c:pt idx="90">
                  <c:v>1.0527209</c:v>
                </c:pt>
                <c:pt idx="91">
                  <c:v>1.0510848</c:v>
                </c:pt>
                <c:pt idx="92">
                  <c:v>1.0460771</c:v>
                </c:pt>
                <c:pt idx="93">
                  <c:v>1.0430123</c:v>
                </c:pt>
                <c:pt idx="94">
                  <c:v>1.0387017</c:v>
                </c:pt>
                <c:pt idx="95">
                  <c:v>1.0371634</c:v>
                </c:pt>
                <c:pt idx="96">
                  <c:v>1.0380348</c:v>
                </c:pt>
                <c:pt idx="97">
                  <c:v>1.0274138</c:v>
                </c:pt>
                <c:pt idx="98">
                  <c:v>1.0227437</c:v>
                </c:pt>
                <c:pt idx="99">
                  <c:v>1.0134604</c:v>
                </c:pt>
                <c:pt idx="100">
                  <c:v>1.0042509</c:v>
                </c:pt>
                <c:pt idx="101">
                  <c:v>1.0012356</c:v>
                </c:pt>
                <c:pt idx="102">
                  <c:v>0.99251646</c:v>
                </c:pt>
                <c:pt idx="103">
                  <c:v>0.98527849</c:v>
                </c:pt>
                <c:pt idx="104">
                  <c:v>0.97720927</c:v>
                </c:pt>
                <c:pt idx="105">
                  <c:v>0.97316813</c:v>
                </c:pt>
                <c:pt idx="106">
                  <c:v>0.96081263</c:v>
                </c:pt>
                <c:pt idx="107">
                  <c:v>0.95166284</c:v>
                </c:pt>
                <c:pt idx="108">
                  <c:v>0.93948376</c:v>
                </c:pt>
                <c:pt idx="109">
                  <c:v>0.93255639</c:v>
                </c:pt>
                <c:pt idx="110">
                  <c:v>0.91809416</c:v>
                </c:pt>
                <c:pt idx="111">
                  <c:v>0.90808928</c:v>
                </c:pt>
                <c:pt idx="112">
                  <c:v>0.89872849</c:v>
                </c:pt>
                <c:pt idx="113">
                  <c:v>0.8916527</c:v>
                </c:pt>
                <c:pt idx="114">
                  <c:v>0.88165778</c:v>
                </c:pt>
                <c:pt idx="115">
                  <c:v>0.86906379</c:v>
                </c:pt>
                <c:pt idx="116">
                  <c:v>0.85652995</c:v>
                </c:pt>
                <c:pt idx="117">
                  <c:v>0.85298377</c:v>
                </c:pt>
                <c:pt idx="118">
                  <c:v>0.83655125</c:v>
                </c:pt>
                <c:pt idx="119">
                  <c:v>0.82661337</c:v>
                </c:pt>
              </c:numCache>
            </c:numRef>
          </c:yVal>
        </c:ser>
        <c:ser>
          <c:idx val="1"/>
          <c:order val="1"/>
          <c:tx>
            <c:v>Batch2_cell_001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23</c:v>
                </c:pt>
                <c:pt idx="6">
                  <c:v>27</c:v>
                </c:pt>
                <c:pt idx="7">
                  <c:v>31</c:v>
                </c:pt>
                <c:pt idx="8">
                  <c:v>35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53</c:v>
                </c:pt>
                <c:pt idx="13">
                  <c:v>57</c:v>
                </c:pt>
                <c:pt idx="14">
                  <c:v>61</c:v>
                </c:pt>
                <c:pt idx="15">
                  <c:v>66</c:v>
                </c:pt>
                <c:pt idx="16">
                  <c:v>70</c:v>
                </c:pt>
                <c:pt idx="17">
                  <c:v>74</c:v>
                </c:pt>
                <c:pt idx="18">
                  <c:v>78</c:v>
                </c:pt>
                <c:pt idx="19">
                  <c:v>83</c:v>
                </c:pt>
                <c:pt idx="20">
                  <c:v>87</c:v>
                </c:pt>
                <c:pt idx="21">
                  <c:v>91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109</c:v>
                </c:pt>
                <c:pt idx="26">
                  <c:v>113</c:v>
                </c:pt>
                <c:pt idx="27">
                  <c:v>117</c:v>
                </c:pt>
                <c:pt idx="28">
                  <c:v>121</c:v>
                </c:pt>
                <c:pt idx="29">
                  <c:v>126</c:v>
                </c:pt>
                <c:pt idx="30">
                  <c:v>130</c:v>
                </c:pt>
                <c:pt idx="31">
                  <c:v>134</c:v>
                </c:pt>
                <c:pt idx="32">
                  <c:v>139</c:v>
                </c:pt>
                <c:pt idx="33">
                  <c:v>143</c:v>
                </c:pt>
                <c:pt idx="34">
                  <c:v>147</c:v>
                </c:pt>
                <c:pt idx="35">
                  <c:v>152</c:v>
                </c:pt>
                <c:pt idx="36">
                  <c:v>156</c:v>
                </c:pt>
                <c:pt idx="37">
                  <c:v>160</c:v>
                </c:pt>
                <c:pt idx="38">
                  <c:v>164</c:v>
                </c:pt>
                <c:pt idx="39">
                  <c:v>169</c:v>
                </c:pt>
                <c:pt idx="40">
                  <c:v>173</c:v>
                </c:pt>
                <c:pt idx="41">
                  <c:v>177</c:v>
                </c:pt>
                <c:pt idx="42">
                  <c:v>182</c:v>
                </c:pt>
                <c:pt idx="43">
                  <c:v>186</c:v>
                </c:pt>
                <c:pt idx="44">
                  <c:v>190</c:v>
                </c:pt>
                <c:pt idx="45">
                  <c:v>195</c:v>
                </c:pt>
                <c:pt idx="46">
                  <c:v>199</c:v>
                </c:pt>
                <c:pt idx="47">
                  <c:v>203</c:v>
                </c:pt>
                <c:pt idx="48">
                  <c:v>208</c:v>
                </c:pt>
                <c:pt idx="49">
                  <c:v>212</c:v>
                </c:pt>
                <c:pt idx="50">
                  <c:v>216</c:v>
                </c:pt>
                <c:pt idx="51">
                  <c:v>220</c:v>
                </c:pt>
                <c:pt idx="52">
                  <c:v>225</c:v>
                </c:pt>
                <c:pt idx="53">
                  <c:v>229</c:v>
                </c:pt>
                <c:pt idx="54">
                  <c:v>233</c:v>
                </c:pt>
                <c:pt idx="55">
                  <c:v>238</c:v>
                </c:pt>
                <c:pt idx="56">
                  <c:v>242</c:v>
                </c:pt>
                <c:pt idx="57">
                  <c:v>246</c:v>
                </c:pt>
                <c:pt idx="58">
                  <c:v>251</c:v>
                </c:pt>
                <c:pt idx="59">
                  <c:v>255</c:v>
                </c:pt>
                <c:pt idx="60">
                  <c:v>259</c:v>
                </c:pt>
                <c:pt idx="61">
                  <c:v>263</c:v>
                </c:pt>
                <c:pt idx="62">
                  <c:v>268</c:v>
                </c:pt>
                <c:pt idx="63">
                  <c:v>272</c:v>
                </c:pt>
                <c:pt idx="64">
                  <c:v>276</c:v>
                </c:pt>
                <c:pt idx="65">
                  <c:v>281</c:v>
                </c:pt>
                <c:pt idx="66">
                  <c:v>285</c:v>
                </c:pt>
                <c:pt idx="67">
                  <c:v>289</c:v>
                </c:pt>
                <c:pt idx="68">
                  <c:v>294</c:v>
                </c:pt>
                <c:pt idx="69">
                  <c:v>298</c:v>
                </c:pt>
                <c:pt idx="70">
                  <c:v>302</c:v>
                </c:pt>
                <c:pt idx="71">
                  <c:v>306</c:v>
                </c:pt>
                <c:pt idx="72">
                  <c:v>311</c:v>
                </c:pt>
                <c:pt idx="73">
                  <c:v>315</c:v>
                </c:pt>
                <c:pt idx="74">
                  <c:v>319</c:v>
                </c:pt>
                <c:pt idx="75">
                  <c:v>324</c:v>
                </c:pt>
                <c:pt idx="76">
                  <c:v>328</c:v>
                </c:pt>
                <c:pt idx="77">
                  <c:v>332</c:v>
                </c:pt>
                <c:pt idx="78">
                  <c:v>337</c:v>
                </c:pt>
                <c:pt idx="79">
                  <c:v>341</c:v>
                </c:pt>
                <c:pt idx="80">
                  <c:v>345</c:v>
                </c:pt>
                <c:pt idx="81">
                  <c:v>350</c:v>
                </c:pt>
                <c:pt idx="82">
                  <c:v>354</c:v>
                </c:pt>
                <c:pt idx="83">
                  <c:v>358</c:v>
                </c:pt>
                <c:pt idx="84">
                  <c:v>362</c:v>
                </c:pt>
                <c:pt idx="85">
                  <c:v>367</c:v>
                </c:pt>
                <c:pt idx="86">
                  <c:v>371</c:v>
                </c:pt>
                <c:pt idx="87">
                  <c:v>375</c:v>
                </c:pt>
                <c:pt idx="88">
                  <c:v>380</c:v>
                </c:pt>
                <c:pt idx="89">
                  <c:v>384</c:v>
                </c:pt>
                <c:pt idx="90">
                  <c:v>388</c:v>
                </c:pt>
                <c:pt idx="91">
                  <c:v>393</c:v>
                </c:pt>
                <c:pt idx="92">
                  <c:v>397</c:v>
                </c:pt>
                <c:pt idx="93">
                  <c:v>401</c:v>
                </c:pt>
                <c:pt idx="94">
                  <c:v>405</c:v>
                </c:pt>
                <c:pt idx="95">
                  <c:v>410</c:v>
                </c:pt>
                <c:pt idx="96">
                  <c:v>414</c:v>
                </c:pt>
                <c:pt idx="97">
                  <c:v>418</c:v>
                </c:pt>
                <c:pt idx="98">
                  <c:v>423</c:v>
                </c:pt>
                <c:pt idx="99">
                  <c:v>427</c:v>
                </c:pt>
                <c:pt idx="100">
                  <c:v>431</c:v>
                </c:pt>
                <c:pt idx="101">
                  <c:v>436</c:v>
                </c:pt>
                <c:pt idx="102">
                  <c:v>440</c:v>
                </c:pt>
                <c:pt idx="103">
                  <c:v>444</c:v>
                </c:pt>
                <c:pt idx="104">
                  <c:v>448</c:v>
                </c:pt>
                <c:pt idx="105">
                  <c:v>453</c:v>
                </c:pt>
                <c:pt idx="106">
                  <c:v>457</c:v>
                </c:pt>
                <c:pt idx="107">
                  <c:v>461</c:v>
                </c:pt>
                <c:pt idx="108">
                  <c:v>466</c:v>
                </c:pt>
                <c:pt idx="109">
                  <c:v>470</c:v>
                </c:pt>
                <c:pt idx="110">
                  <c:v>474</c:v>
                </c:pt>
                <c:pt idx="111">
                  <c:v>479</c:v>
                </c:pt>
                <c:pt idx="112">
                  <c:v>483</c:v>
                </c:pt>
                <c:pt idx="113">
                  <c:v>487</c:v>
                </c:pt>
                <c:pt idx="114">
                  <c:v>491</c:v>
                </c:pt>
                <c:pt idx="115">
                  <c:v>496</c:v>
                </c:pt>
                <c:pt idx="116">
                  <c:v>500</c:v>
                </c:pt>
                <c:pt idx="117">
                  <c:v>504</c:v>
                </c:pt>
                <c:pt idx="118">
                  <c:v>509</c:v>
                </c:pt>
                <c:pt idx="119">
                  <c:v>513</c:v>
                </c:pt>
              </c:numCache>
            </c:numRef>
          </c:xVal>
          <c:yVal>
            <c:numRef>
              <c:f>'Chart Data'!$D$2:$D$121</c:f>
              <c:numCache>
                <c:formatCode>General</c:formatCode>
                <c:ptCount val="120"/>
                <c:pt idx="0">
                  <c:v>1.1072116</c:v>
                </c:pt>
                <c:pt idx="1">
                  <c:v>1.1071328</c:v>
                </c:pt>
                <c:pt idx="2">
                  <c:v>1.1083114</c:v>
                </c:pt>
                <c:pt idx="3">
                  <c:v>1.1089679</c:v>
                </c:pt>
                <c:pt idx="4">
                  <c:v>1.1064724</c:v>
                </c:pt>
                <c:pt idx="5">
                  <c:v>1.1081356</c:v>
                </c:pt>
                <c:pt idx="6">
                  <c:v>1.1048207</c:v>
                </c:pt>
                <c:pt idx="7">
                  <c:v>1.1051269</c:v>
                </c:pt>
                <c:pt idx="8">
                  <c:v>1.1070788</c:v>
                </c:pt>
                <c:pt idx="9">
                  <c:v>1.1068467</c:v>
                </c:pt>
                <c:pt idx="10">
                  <c:v>1.1083348</c:v>
                </c:pt>
                <c:pt idx="11">
                  <c:v>1.1090658</c:v>
                </c:pt>
                <c:pt idx="12">
                  <c:v>1.0969316</c:v>
                </c:pt>
                <c:pt idx="13">
                  <c:v>1.0977701</c:v>
                </c:pt>
                <c:pt idx="14">
                  <c:v>1.0976872</c:v>
                </c:pt>
                <c:pt idx="15">
                  <c:v>1.0997745</c:v>
                </c:pt>
                <c:pt idx="16">
                  <c:v>1.1030519</c:v>
                </c:pt>
                <c:pt idx="17">
                  <c:v>1.1043943</c:v>
                </c:pt>
                <c:pt idx="18">
                  <c:v>1.1065495</c:v>
                </c:pt>
                <c:pt idx="19">
                  <c:v>1.105984</c:v>
                </c:pt>
                <c:pt idx="20">
                  <c:v>1.1068749</c:v>
                </c:pt>
                <c:pt idx="21">
                  <c:v>1.1061579</c:v>
                </c:pt>
                <c:pt idx="22">
                  <c:v>1.1068212</c:v>
                </c:pt>
                <c:pt idx="23">
                  <c:v>1.1015422</c:v>
                </c:pt>
                <c:pt idx="24">
                  <c:v>1.1003557</c:v>
                </c:pt>
                <c:pt idx="25">
                  <c:v>1.1004267</c:v>
                </c:pt>
                <c:pt idx="26">
                  <c:v>1.0984818</c:v>
                </c:pt>
                <c:pt idx="27">
                  <c:v>1.0994985</c:v>
                </c:pt>
                <c:pt idx="28">
                  <c:v>1.0973991</c:v>
                </c:pt>
                <c:pt idx="29">
                  <c:v>1.1002922</c:v>
                </c:pt>
                <c:pt idx="30">
                  <c:v>1.0990777</c:v>
                </c:pt>
                <c:pt idx="31">
                  <c:v>1.0989121</c:v>
                </c:pt>
                <c:pt idx="32">
                  <c:v>1.0981332</c:v>
                </c:pt>
                <c:pt idx="33">
                  <c:v>1.0975389</c:v>
                </c:pt>
                <c:pt idx="34">
                  <c:v>1.0972737</c:v>
                </c:pt>
                <c:pt idx="35">
                  <c:v>1.0968724</c:v>
                </c:pt>
                <c:pt idx="36">
                  <c:v>1.0942565</c:v>
                </c:pt>
                <c:pt idx="37">
                  <c:v>1.0925442</c:v>
                </c:pt>
                <c:pt idx="38">
                  <c:v>1.0947994</c:v>
                </c:pt>
                <c:pt idx="39">
                  <c:v>1.0957572</c:v>
                </c:pt>
                <c:pt idx="40">
                  <c:v>1.0977747</c:v>
                </c:pt>
                <c:pt idx="41">
                  <c:v>1.0963328</c:v>
                </c:pt>
                <c:pt idx="42">
                  <c:v>1.0977123</c:v>
                </c:pt>
                <c:pt idx="43">
                  <c:v>1.0973225</c:v>
                </c:pt>
                <c:pt idx="44">
                  <c:v>1.0948647</c:v>
                </c:pt>
                <c:pt idx="45">
                  <c:v>1.0944824</c:v>
                </c:pt>
                <c:pt idx="46">
                  <c:v>1.0958526</c:v>
                </c:pt>
                <c:pt idx="47">
                  <c:v>1.0977449</c:v>
                </c:pt>
                <c:pt idx="48">
                  <c:v>1.0959032</c:v>
                </c:pt>
                <c:pt idx="49">
                  <c:v>1.0967052</c:v>
                </c:pt>
                <c:pt idx="50">
                  <c:v>1.094501</c:v>
                </c:pt>
                <c:pt idx="51">
                  <c:v>1.0962254</c:v>
                </c:pt>
                <c:pt idx="52">
                  <c:v>1.0934258</c:v>
                </c:pt>
                <c:pt idx="53">
                  <c:v>1.0914695</c:v>
                </c:pt>
                <c:pt idx="54">
                  <c:v>1.0897776</c:v>
                </c:pt>
                <c:pt idx="55">
                  <c:v>1.0896611</c:v>
                </c:pt>
                <c:pt idx="56">
                  <c:v>1.0878266</c:v>
                </c:pt>
                <c:pt idx="57">
                  <c:v>1.0903864</c:v>
                </c:pt>
                <c:pt idx="58">
                  <c:v>1.0823444</c:v>
                </c:pt>
                <c:pt idx="59">
                  <c:v>1.0856134</c:v>
                </c:pt>
                <c:pt idx="60">
                  <c:v>1.0821021</c:v>
                </c:pt>
                <c:pt idx="61">
                  <c:v>1.0804039</c:v>
                </c:pt>
                <c:pt idx="62">
                  <c:v>1.0772055</c:v>
                </c:pt>
                <c:pt idx="63">
                  <c:v>1.0838069</c:v>
                </c:pt>
                <c:pt idx="64">
                  <c:v>1.0842072</c:v>
                </c:pt>
                <c:pt idx="65">
                  <c:v>1.0746065</c:v>
                </c:pt>
                <c:pt idx="66">
                  <c:v>1.0692601</c:v>
                </c:pt>
                <c:pt idx="67">
                  <c:v>1.061554</c:v>
                </c:pt>
                <c:pt idx="68">
                  <c:v>1.0615723</c:v>
                </c:pt>
                <c:pt idx="69">
                  <c:v>1.0612535</c:v>
                </c:pt>
                <c:pt idx="70">
                  <c:v>1.0563517</c:v>
                </c:pt>
                <c:pt idx="71">
                  <c:v>1.0609763</c:v>
                </c:pt>
                <c:pt idx="72">
                  <c:v>1.0571238</c:v>
                </c:pt>
                <c:pt idx="73">
                  <c:v>1.0570335</c:v>
                </c:pt>
                <c:pt idx="74">
                  <c:v>1.0577708</c:v>
                </c:pt>
                <c:pt idx="75">
                  <c:v>1.0534028</c:v>
                </c:pt>
                <c:pt idx="76">
                  <c:v>1.0520729</c:v>
                </c:pt>
                <c:pt idx="77">
                  <c:v>1.0482929</c:v>
                </c:pt>
                <c:pt idx="78">
                  <c:v>1.0484428</c:v>
                </c:pt>
                <c:pt idx="79">
                  <c:v>1.04498</c:v>
                </c:pt>
                <c:pt idx="80">
                  <c:v>1.0413537</c:v>
                </c:pt>
                <c:pt idx="81">
                  <c:v>1.0403953</c:v>
                </c:pt>
                <c:pt idx="82">
                  <c:v>1.0389425</c:v>
                </c:pt>
                <c:pt idx="83">
                  <c:v>1.0385934</c:v>
                </c:pt>
                <c:pt idx="84">
                  <c:v>1.0351619</c:v>
                </c:pt>
                <c:pt idx="85">
                  <c:v>1.0354763</c:v>
                </c:pt>
                <c:pt idx="86">
                  <c:v>1.0349365</c:v>
                </c:pt>
                <c:pt idx="87">
                  <c:v>1.0317321</c:v>
                </c:pt>
                <c:pt idx="88">
                  <c:v>1.0269433</c:v>
                </c:pt>
                <c:pt idx="89">
                  <c:v>1.0245883</c:v>
                </c:pt>
                <c:pt idx="90">
                  <c:v>1.0210921</c:v>
                </c:pt>
                <c:pt idx="91">
                  <c:v>1.0163256</c:v>
                </c:pt>
                <c:pt idx="92">
                  <c:v>1.0140928</c:v>
                </c:pt>
                <c:pt idx="93">
                  <c:v>1.0105722</c:v>
                </c:pt>
                <c:pt idx="94">
                  <c:v>1.0078408</c:v>
                </c:pt>
                <c:pt idx="95">
                  <c:v>1.0008074</c:v>
                </c:pt>
                <c:pt idx="96">
                  <c:v>0.99953574</c:v>
                </c:pt>
                <c:pt idx="97">
                  <c:v>0.99765056</c:v>
                </c:pt>
                <c:pt idx="98">
                  <c:v>0.99376118</c:v>
                </c:pt>
                <c:pt idx="99">
                  <c:v>0.98729938</c:v>
                </c:pt>
                <c:pt idx="100">
                  <c:v>0.98651499</c:v>
                </c:pt>
                <c:pt idx="101">
                  <c:v>0.97902781</c:v>
                </c:pt>
                <c:pt idx="102">
                  <c:v>0.97257173</c:v>
                </c:pt>
                <c:pt idx="103">
                  <c:v>0.96868783</c:v>
                </c:pt>
                <c:pt idx="104">
                  <c:v>0.96504557</c:v>
                </c:pt>
                <c:pt idx="105">
                  <c:v>0.95869875</c:v>
                </c:pt>
                <c:pt idx="106">
                  <c:v>0.94909811</c:v>
                </c:pt>
                <c:pt idx="107">
                  <c:v>0.93858033</c:v>
                </c:pt>
                <c:pt idx="108">
                  <c:v>0.92695755</c:v>
                </c:pt>
                <c:pt idx="109">
                  <c:v>0.91923374</c:v>
                </c:pt>
                <c:pt idx="110">
                  <c:v>0.91305751</c:v>
                </c:pt>
                <c:pt idx="111">
                  <c:v>0.89993489</c:v>
                </c:pt>
                <c:pt idx="112">
                  <c:v>0.89551514</c:v>
                </c:pt>
                <c:pt idx="113">
                  <c:v>0.89084715</c:v>
                </c:pt>
                <c:pt idx="114">
                  <c:v>0.87698483</c:v>
                </c:pt>
                <c:pt idx="115">
                  <c:v>0.86734635</c:v>
                </c:pt>
                <c:pt idx="116">
                  <c:v>0.85760051</c:v>
                </c:pt>
                <c:pt idx="117">
                  <c:v>0.8499887</c:v>
                </c:pt>
                <c:pt idx="118">
                  <c:v>0.83722222</c:v>
                </c:pt>
                <c:pt idx="119">
                  <c:v>0.82848173</c:v>
                </c:pt>
              </c:numCache>
            </c:numRef>
          </c:yVal>
        </c:ser>
        <c:ser>
          <c:idx val="2"/>
          <c:order val="2"/>
          <c:tx>
            <c:v>Batch2_cell_002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19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34</c:v>
                </c:pt>
                <c:pt idx="10">
                  <c:v>38</c:v>
                </c:pt>
                <c:pt idx="11">
                  <c:v>41</c:v>
                </c:pt>
                <c:pt idx="12">
                  <c:v>45</c:v>
                </c:pt>
                <c:pt idx="13">
                  <c:v>49</c:v>
                </c:pt>
                <c:pt idx="14">
                  <c:v>53</c:v>
                </c:pt>
                <c:pt idx="15">
                  <c:v>56</c:v>
                </c:pt>
                <c:pt idx="16">
                  <c:v>60</c:v>
                </c:pt>
                <c:pt idx="17">
                  <c:v>64</c:v>
                </c:pt>
                <c:pt idx="18">
                  <c:v>67</c:v>
                </c:pt>
                <c:pt idx="19">
                  <c:v>71</c:v>
                </c:pt>
                <c:pt idx="20">
                  <c:v>75</c:v>
                </c:pt>
                <c:pt idx="21">
                  <c:v>78</c:v>
                </c:pt>
                <c:pt idx="22">
                  <c:v>82</c:v>
                </c:pt>
                <c:pt idx="23">
                  <c:v>86</c:v>
                </c:pt>
                <c:pt idx="24">
                  <c:v>89</c:v>
                </c:pt>
                <c:pt idx="25">
                  <c:v>93</c:v>
                </c:pt>
                <c:pt idx="26">
                  <c:v>97</c:v>
                </c:pt>
                <c:pt idx="27">
                  <c:v>100</c:v>
                </c:pt>
                <c:pt idx="28">
                  <c:v>104</c:v>
                </c:pt>
                <c:pt idx="29">
                  <c:v>108</c:v>
                </c:pt>
                <c:pt idx="30">
                  <c:v>111</c:v>
                </c:pt>
                <c:pt idx="31">
                  <c:v>115</c:v>
                </c:pt>
                <c:pt idx="32">
                  <c:v>119</c:v>
                </c:pt>
                <c:pt idx="33">
                  <c:v>122</c:v>
                </c:pt>
                <c:pt idx="34">
                  <c:v>126</c:v>
                </c:pt>
                <c:pt idx="35">
                  <c:v>130</c:v>
                </c:pt>
                <c:pt idx="36">
                  <c:v>134</c:v>
                </c:pt>
                <c:pt idx="37">
                  <c:v>137</c:v>
                </c:pt>
                <c:pt idx="38">
                  <c:v>141</c:v>
                </c:pt>
                <c:pt idx="39">
                  <c:v>145</c:v>
                </c:pt>
                <c:pt idx="40">
                  <c:v>148</c:v>
                </c:pt>
                <c:pt idx="41">
                  <c:v>152</c:v>
                </c:pt>
                <c:pt idx="42">
                  <c:v>156</c:v>
                </c:pt>
                <c:pt idx="43">
                  <c:v>159</c:v>
                </c:pt>
                <c:pt idx="44">
                  <c:v>163</c:v>
                </c:pt>
                <c:pt idx="45">
                  <c:v>167</c:v>
                </c:pt>
                <c:pt idx="46">
                  <c:v>170</c:v>
                </c:pt>
                <c:pt idx="47">
                  <c:v>174</c:v>
                </c:pt>
                <c:pt idx="48">
                  <c:v>178</c:v>
                </c:pt>
                <c:pt idx="49">
                  <c:v>181</c:v>
                </c:pt>
                <c:pt idx="50">
                  <c:v>185</c:v>
                </c:pt>
                <c:pt idx="51">
                  <c:v>189</c:v>
                </c:pt>
                <c:pt idx="52">
                  <c:v>192</c:v>
                </c:pt>
                <c:pt idx="53">
                  <c:v>196</c:v>
                </c:pt>
                <c:pt idx="54">
                  <c:v>200</c:v>
                </c:pt>
                <c:pt idx="55">
                  <c:v>203</c:v>
                </c:pt>
                <c:pt idx="56">
                  <c:v>207</c:v>
                </c:pt>
                <c:pt idx="57">
                  <c:v>211</c:v>
                </c:pt>
                <c:pt idx="58">
                  <c:v>214</c:v>
                </c:pt>
                <c:pt idx="59">
                  <c:v>218</c:v>
                </c:pt>
                <c:pt idx="60">
                  <c:v>222</c:v>
                </c:pt>
                <c:pt idx="61">
                  <c:v>226</c:v>
                </c:pt>
                <c:pt idx="62">
                  <c:v>229</c:v>
                </c:pt>
                <c:pt idx="63">
                  <c:v>233</c:v>
                </c:pt>
                <c:pt idx="64">
                  <c:v>237</c:v>
                </c:pt>
                <c:pt idx="65">
                  <c:v>240</c:v>
                </c:pt>
                <c:pt idx="66">
                  <c:v>244</c:v>
                </c:pt>
                <c:pt idx="67">
                  <c:v>248</c:v>
                </c:pt>
                <c:pt idx="68">
                  <c:v>251</c:v>
                </c:pt>
                <c:pt idx="69">
                  <c:v>255</c:v>
                </c:pt>
                <c:pt idx="70">
                  <c:v>259</c:v>
                </c:pt>
                <c:pt idx="71">
                  <c:v>262</c:v>
                </c:pt>
                <c:pt idx="72">
                  <c:v>266</c:v>
                </c:pt>
                <c:pt idx="73">
                  <c:v>270</c:v>
                </c:pt>
                <c:pt idx="74">
                  <c:v>273</c:v>
                </c:pt>
                <c:pt idx="75">
                  <c:v>277</c:v>
                </c:pt>
                <c:pt idx="76">
                  <c:v>281</c:v>
                </c:pt>
                <c:pt idx="77">
                  <c:v>284</c:v>
                </c:pt>
                <c:pt idx="78">
                  <c:v>288</c:v>
                </c:pt>
                <c:pt idx="79">
                  <c:v>292</c:v>
                </c:pt>
                <c:pt idx="80">
                  <c:v>295</c:v>
                </c:pt>
                <c:pt idx="81">
                  <c:v>299</c:v>
                </c:pt>
                <c:pt idx="82">
                  <c:v>303</c:v>
                </c:pt>
                <c:pt idx="83">
                  <c:v>306</c:v>
                </c:pt>
                <c:pt idx="84">
                  <c:v>310</c:v>
                </c:pt>
                <c:pt idx="85">
                  <c:v>314</c:v>
                </c:pt>
                <c:pt idx="86">
                  <c:v>318</c:v>
                </c:pt>
                <c:pt idx="87">
                  <c:v>321</c:v>
                </c:pt>
                <c:pt idx="88">
                  <c:v>325</c:v>
                </c:pt>
                <c:pt idx="89">
                  <c:v>329</c:v>
                </c:pt>
                <c:pt idx="90">
                  <c:v>332</c:v>
                </c:pt>
                <c:pt idx="91">
                  <c:v>336</c:v>
                </c:pt>
                <c:pt idx="92">
                  <c:v>340</c:v>
                </c:pt>
                <c:pt idx="93">
                  <c:v>343</c:v>
                </c:pt>
                <c:pt idx="94">
                  <c:v>347</c:v>
                </c:pt>
                <c:pt idx="95">
                  <c:v>351</c:v>
                </c:pt>
                <c:pt idx="96">
                  <c:v>354</c:v>
                </c:pt>
                <c:pt idx="97">
                  <c:v>358</c:v>
                </c:pt>
                <c:pt idx="98">
                  <c:v>362</c:v>
                </c:pt>
                <c:pt idx="99">
                  <c:v>365</c:v>
                </c:pt>
                <c:pt idx="100">
                  <c:v>369</c:v>
                </c:pt>
                <c:pt idx="101">
                  <c:v>373</c:v>
                </c:pt>
                <c:pt idx="102">
                  <c:v>376</c:v>
                </c:pt>
                <c:pt idx="103">
                  <c:v>380</c:v>
                </c:pt>
                <c:pt idx="104">
                  <c:v>384</c:v>
                </c:pt>
                <c:pt idx="105">
                  <c:v>387</c:v>
                </c:pt>
                <c:pt idx="106">
                  <c:v>391</c:v>
                </c:pt>
                <c:pt idx="107">
                  <c:v>395</c:v>
                </c:pt>
                <c:pt idx="108">
                  <c:v>399</c:v>
                </c:pt>
                <c:pt idx="109">
                  <c:v>402</c:v>
                </c:pt>
                <c:pt idx="110">
                  <c:v>406</c:v>
                </c:pt>
                <c:pt idx="111">
                  <c:v>410</c:v>
                </c:pt>
                <c:pt idx="112">
                  <c:v>413</c:v>
                </c:pt>
                <c:pt idx="113">
                  <c:v>417</c:v>
                </c:pt>
                <c:pt idx="114">
                  <c:v>421</c:v>
                </c:pt>
                <c:pt idx="115">
                  <c:v>424</c:v>
                </c:pt>
                <c:pt idx="116">
                  <c:v>428</c:v>
                </c:pt>
                <c:pt idx="117">
                  <c:v>432</c:v>
                </c:pt>
                <c:pt idx="118">
                  <c:v>435</c:v>
                </c:pt>
                <c:pt idx="119">
                  <c:v>439</c:v>
                </c:pt>
              </c:numCache>
            </c:numRef>
          </c:xVal>
          <c:yVal>
            <c:numRef>
              <c:f>'Chart Data'!$F$2:$F$121</c:f>
              <c:numCache>
                <c:formatCode>General</c:formatCode>
                <c:ptCount val="120"/>
                <c:pt idx="0">
                  <c:v>1.0739638</c:v>
                </c:pt>
                <c:pt idx="1">
                  <c:v>1.0762501</c:v>
                </c:pt>
                <c:pt idx="2">
                  <c:v>1.0739692</c:v>
                </c:pt>
                <c:pt idx="3">
                  <c:v>1.0755591</c:v>
                </c:pt>
                <c:pt idx="4">
                  <c:v>1.077057</c:v>
                </c:pt>
                <c:pt idx="5">
                  <c:v>1.0771621</c:v>
                </c:pt>
                <c:pt idx="6">
                  <c:v>1.0767829</c:v>
                </c:pt>
                <c:pt idx="7">
                  <c:v>1.0767008</c:v>
                </c:pt>
                <c:pt idx="8">
                  <c:v>1.0775497</c:v>
                </c:pt>
                <c:pt idx="9">
                  <c:v>1.0794007</c:v>
                </c:pt>
                <c:pt idx="10">
                  <c:v>1.0789341</c:v>
                </c:pt>
                <c:pt idx="11">
                  <c:v>1.0802661</c:v>
                </c:pt>
                <c:pt idx="12">
                  <c:v>1.0805465</c:v>
                </c:pt>
                <c:pt idx="13">
                  <c:v>1.0682623</c:v>
                </c:pt>
                <c:pt idx="14">
                  <c:v>1.0688959</c:v>
                </c:pt>
                <c:pt idx="15">
                  <c:v>1.0710294</c:v>
                </c:pt>
                <c:pt idx="16">
                  <c:v>1.0742012</c:v>
                </c:pt>
                <c:pt idx="17">
                  <c:v>1.0742489</c:v>
                </c:pt>
                <c:pt idx="18">
                  <c:v>1.0746616</c:v>
                </c:pt>
                <c:pt idx="19">
                  <c:v>1.0765051</c:v>
                </c:pt>
                <c:pt idx="20">
                  <c:v>1.0789243</c:v>
                </c:pt>
                <c:pt idx="21">
                  <c:v>1.07776</c:v>
                </c:pt>
                <c:pt idx="22">
                  <c:v>1.0782834</c:v>
                </c:pt>
                <c:pt idx="23">
                  <c:v>1.0782944</c:v>
                </c:pt>
                <c:pt idx="24">
                  <c:v>1.0760785</c:v>
                </c:pt>
                <c:pt idx="25">
                  <c:v>1.0745701</c:v>
                </c:pt>
                <c:pt idx="26">
                  <c:v>1.0751235</c:v>
                </c:pt>
                <c:pt idx="27">
                  <c:v>1.0728362</c:v>
                </c:pt>
                <c:pt idx="28">
                  <c:v>1.073392</c:v>
                </c:pt>
                <c:pt idx="29">
                  <c:v>1.073473</c:v>
                </c:pt>
                <c:pt idx="30">
                  <c:v>1.0761938</c:v>
                </c:pt>
                <c:pt idx="31">
                  <c:v>1.0750247</c:v>
                </c:pt>
                <c:pt idx="32">
                  <c:v>1.0746976</c:v>
                </c:pt>
                <c:pt idx="33">
                  <c:v>1.0745434</c:v>
                </c:pt>
                <c:pt idx="34">
                  <c:v>1.0720496</c:v>
                </c:pt>
                <c:pt idx="35">
                  <c:v>1.0758926</c:v>
                </c:pt>
                <c:pt idx="36">
                  <c:v>1.0736215</c:v>
                </c:pt>
                <c:pt idx="37">
                  <c:v>1.0734211</c:v>
                </c:pt>
                <c:pt idx="38">
                  <c:v>1.0735704</c:v>
                </c:pt>
                <c:pt idx="39">
                  <c:v>1.0752112</c:v>
                </c:pt>
                <c:pt idx="40">
                  <c:v>1.0762721</c:v>
                </c:pt>
                <c:pt idx="41">
                  <c:v>1.0745962</c:v>
                </c:pt>
                <c:pt idx="42">
                  <c:v>1.0777514</c:v>
                </c:pt>
                <c:pt idx="43">
                  <c:v>1.0773736</c:v>
                </c:pt>
                <c:pt idx="44">
                  <c:v>1.0778114</c:v>
                </c:pt>
                <c:pt idx="45">
                  <c:v>1.0757176</c:v>
                </c:pt>
                <c:pt idx="46">
                  <c:v>1.0772049</c:v>
                </c:pt>
                <c:pt idx="47">
                  <c:v>1.0769085</c:v>
                </c:pt>
                <c:pt idx="48">
                  <c:v>1.0785692</c:v>
                </c:pt>
                <c:pt idx="49">
                  <c:v>1.0793616</c:v>
                </c:pt>
                <c:pt idx="50">
                  <c:v>1.0756514</c:v>
                </c:pt>
                <c:pt idx="51">
                  <c:v>1.0746374</c:v>
                </c:pt>
                <c:pt idx="52">
                  <c:v>1.0781064</c:v>
                </c:pt>
                <c:pt idx="53">
                  <c:v>1.077655</c:v>
                </c:pt>
                <c:pt idx="54">
                  <c:v>1.0766237</c:v>
                </c:pt>
                <c:pt idx="55">
                  <c:v>1.0754803</c:v>
                </c:pt>
                <c:pt idx="56">
                  <c:v>1.0751611</c:v>
                </c:pt>
                <c:pt idx="57">
                  <c:v>1.0740026</c:v>
                </c:pt>
                <c:pt idx="58">
                  <c:v>1.0777817</c:v>
                </c:pt>
                <c:pt idx="59">
                  <c:v>1.0736039</c:v>
                </c:pt>
                <c:pt idx="60">
                  <c:v>1.0734168</c:v>
                </c:pt>
                <c:pt idx="61">
                  <c:v>1.0704436</c:v>
                </c:pt>
                <c:pt idx="62">
                  <c:v>1.0687739</c:v>
                </c:pt>
                <c:pt idx="63">
                  <c:v>1.0665193</c:v>
                </c:pt>
                <c:pt idx="64">
                  <c:v>1.0669652</c:v>
                </c:pt>
                <c:pt idx="65">
                  <c:v>1.0721289</c:v>
                </c:pt>
                <c:pt idx="66">
                  <c:v>1.0723869</c:v>
                </c:pt>
                <c:pt idx="67">
                  <c:v>1.0647258</c:v>
                </c:pt>
                <c:pt idx="68">
                  <c:v>1.060813</c:v>
                </c:pt>
                <c:pt idx="69">
                  <c:v>1.0563329</c:v>
                </c:pt>
                <c:pt idx="70">
                  <c:v>1.0518613</c:v>
                </c:pt>
                <c:pt idx="71">
                  <c:v>1.0514315</c:v>
                </c:pt>
                <c:pt idx="72">
                  <c:v>1.0498143</c:v>
                </c:pt>
                <c:pt idx="73">
                  <c:v>1.0517646</c:v>
                </c:pt>
                <c:pt idx="74">
                  <c:v>1.0502535</c:v>
                </c:pt>
                <c:pt idx="75">
                  <c:v>1.0498645</c:v>
                </c:pt>
                <c:pt idx="76">
                  <c:v>1.0491542</c:v>
                </c:pt>
                <c:pt idx="77">
                  <c:v>1.0509843</c:v>
                </c:pt>
                <c:pt idx="78">
                  <c:v>1.0480024</c:v>
                </c:pt>
                <c:pt idx="79">
                  <c:v>1.0439738</c:v>
                </c:pt>
                <c:pt idx="80">
                  <c:v>1.0432758</c:v>
                </c:pt>
                <c:pt idx="81">
                  <c:v>1.0433264</c:v>
                </c:pt>
                <c:pt idx="82">
                  <c:v>1.0376369</c:v>
                </c:pt>
                <c:pt idx="83">
                  <c:v>1.0379242</c:v>
                </c:pt>
                <c:pt idx="84">
                  <c:v>1.0378462</c:v>
                </c:pt>
                <c:pt idx="85">
                  <c:v>1.0358398</c:v>
                </c:pt>
                <c:pt idx="86">
                  <c:v>1.0364619</c:v>
                </c:pt>
                <c:pt idx="87">
                  <c:v>1.0361009</c:v>
                </c:pt>
                <c:pt idx="88">
                  <c:v>1.0295153</c:v>
                </c:pt>
                <c:pt idx="89">
                  <c:v>1.0357176</c:v>
                </c:pt>
                <c:pt idx="90">
                  <c:v>1.0295757</c:v>
                </c:pt>
                <c:pt idx="91">
                  <c:v>1.0284876</c:v>
                </c:pt>
                <c:pt idx="92">
                  <c:v>1.0261221</c:v>
                </c:pt>
                <c:pt idx="93">
                  <c:v>1.0244308</c:v>
                </c:pt>
                <c:pt idx="94">
                  <c:v>1.0214078</c:v>
                </c:pt>
                <c:pt idx="95">
                  <c:v>1.0190265</c:v>
                </c:pt>
                <c:pt idx="96">
                  <c:v>1.0149748</c:v>
                </c:pt>
                <c:pt idx="97">
                  <c:v>1.0125103</c:v>
                </c:pt>
                <c:pt idx="98">
                  <c:v>1.0092945</c:v>
                </c:pt>
                <c:pt idx="99">
                  <c:v>1.0063833</c:v>
                </c:pt>
                <c:pt idx="100">
                  <c:v>0.99913567</c:v>
                </c:pt>
                <c:pt idx="101">
                  <c:v>0.99686867</c:v>
                </c:pt>
                <c:pt idx="102">
                  <c:v>0.99411017</c:v>
                </c:pt>
                <c:pt idx="103">
                  <c:v>0.99186838</c:v>
                </c:pt>
                <c:pt idx="104">
                  <c:v>0.98213977</c:v>
                </c:pt>
                <c:pt idx="105">
                  <c:v>0.97947663</c:v>
                </c:pt>
                <c:pt idx="106">
                  <c:v>0.9699598</c:v>
                </c:pt>
                <c:pt idx="107">
                  <c:v>0.9679929</c:v>
                </c:pt>
                <c:pt idx="108">
                  <c:v>0.95927972</c:v>
                </c:pt>
                <c:pt idx="109">
                  <c:v>0.95013922</c:v>
                </c:pt>
                <c:pt idx="110">
                  <c:v>0.94216728</c:v>
                </c:pt>
                <c:pt idx="111">
                  <c:v>0.92659205</c:v>
                </c:pt>
                <c:pt idx="112">
                  <c:v>0.91755259</c:v>
                </c:pt>
                <c:pt idx="113">
                  <c:v>0.90313768</c:v>
                </c:pt>
                <c:pt idx="114">
                  <c:v>0.88666803</c:v>
                </c:pt>
                <c:pt idx="115">
                  <c:v>0.87791914</c:v>
                </c:pt>
                <c:pt idx="116">
                  <c:v>0.86145234</c:v>
                </c:pt>
                <c:pt idx="117">
                  <c:v>0.84851682</c:v>
                </c:pt>
                <c:pt idx="118">
                  <c:v>0.83680367</c:v>
                </c:pt>
                <c:pt idx="119">
                  <c:v>0.82700932</c:v>
                </c:pt>
              </c:numCache>
            </c:numRef>
          </c:yVal>
        </c:ser>
        <c:ser>
          <c:idx val="3"/>
          <c:order val="3"/>
          <c:tx>
            <c:v>Batch2_cell_003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23</c:v>
                </c:pt>
                <c:pt idx="6">
                  <c:v>27</c:v>
                </c:pt>
                <c:pt idx="7">
                  <c:v>31</c:v>
                </c:pt>
                <c:pt idx="8">
                  <c:v>36</c:v>
                </c:pt>
                <c:pt idx="9">
                  <c:v>40</c:v>
                </c:pt>
                <c:pt idx="10">
                  <c:v>44</c:v>
                </c:pt>
                <c:pt idx="11">
                  <c:v>49</c:v>
                </c:pt>
                <c:pt idx="12">
                  <c:v>53</c:v>
                </c:pt>
                <c:pt idx="13">
                  <c:v>57</c:v>
                </c:pt>
                <c:pt idx="14">
                  <c:v>62</c:v>
                </c:pt>
                <c:pt idx="15">
                  <c:v>66</c:v>
                </c:pt>
                <c:pt idx="16">
                  <c:v>70</c:v>
                </c:pt>
                <c:pt idx="17">
                  <c:v>75</c:v>
                </c:pt>
                <c:pt idx="18">
                  <c:v>79</c:v>
                </c:pt>
                <c:pt idx="19">
                  <c:v>83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101</c:v>
                </c:pt>
                <c:pt idx="24">
                  <c:v>105</c:v>
                </c:pt>
                <c:pt idx="25">
                  <c:v>109</c:v>
                </c:pt>
                <c:pt idx="26">
                  <c:v>114</c:v>
                </c:pt>
                <c:pt idx="27">
                  <c:v>118</c:v>
                </c:pt>
                <c:pt idx="28">
                  <c:v>122</c:v>
                </c:pt>
                <c:pt idx="29">
                  <c:v>127</c:v>
                </c:pt>
                <c:pt idx="30">
                  <c:v>131</c:v>
                </c:pt>
                <c:pt idx="31">
                  <c:v>135</c:v>
                </c:pt>
                <c:pt idx="32">
                  <c:v>140</c:v>
                </c:pt>
                <c:pt idx="33">
                  <c:v>144</c:v>
                </c:pt>
                <c:pt idx="34">
                  <c:v>148</c:v>
                </c:pt>
                <c:pt idx="35">
                  <c:v>153</c:v>
                </c:pt>
                <c:pt idx="36">
                  <c:v>157</c:v>
                </c:pt>
                <c:pt idx="37">
                  <c:v>161</c:v>
                </c:pt>
                <c:pt idx="38">
                  <c:v>166</c:v>
                </c:pt>
                <c:pt idx="39">
                  <c:v>170</c:v>
                </c:pt>
                <c:pt idx="40">
                  <c:v>174</c:v>
                </c:pt>
                <c:pt idx="41">
                  <c:v>179</c:v>
                </c:pt>
                <c:pt idx="42">
                  <c:v>183</c:v>
                </c:pt>
                <c:pt idx="43">
                  <c:v>187</c:v>
                </c:pt>
                <c:pt idx="44">
                  <c:v>192</c:v>
                </c:pt>
                <c:pt idx="45">
                  <c:v>196</c:v>
                </c:pt>
                <c:pt idx="46">
                  <c:v>200</c:v>
                </c:pt>
                <c:pt idx="47">
                  <c:v>205</c:v>
                </c:pt>
                <c:pt idx="48">
                  <c:v>209</c:v>
                </c:pt>
                <c:pt idx="49">
                  <c:v>213</c:v>
                </c:pt>
                <c:pt idx="50">
                  <c:v>218</c:v>
                </c:pt>
                <c:pt idx="51">
                  <c:v>222</c:v>
                </c:pt>
                <c:pt idx="52">
                  <c:v>226</c:v>
                </c:pt>
                <c:pt idx="53">
                  <c:v>231</c:v>
                </c:pt>
                <c:pt idx="54">
                  <c:v>235</c:v>
                </c:pt>
                <c:pt idx="55">
                  <c:v>239</c:v>
                </c:pt>
                <c:pt idx="56">
                  <c:v>244</c:v>
                </c:pt>
                <c:pt idx="57">
                  <c:v>248</c:v>
                </c:pt>
                <c:pt idx="58">
                  <c:v>252</c:v>
                </c:pt>
                <c:pt idx="59">
                  <c:v>257</c:v>
                </c:pt>
                <c:pt idx="60">
                  <c:v>261</c:v>
                </c:pt>
                <c:pt idx="61">
                  <c:v>266</c:v>
                </c:pt>
                <c:pt idx="62">
                  <c:v>270</c:v>
                </c:pt>
                <c:pt idx="63">
                  <c:v>274</c:v>
                </c:pt>
                <c:pt idx="64">
                  <c:v>279</c:v>
                </c:pt>
                <c:pt idx="65">
                  <c:v>283</c:v>
                </c:pt>
                <c:pt idx="66">
                  <c:v>287</c:v>
                </c:pt>
                <c:pt idx="67">
                  <c:v>292</c:v>
                </c:pt>
                <c:pt idx="68">
                  <c:v>296</c:v>
                </c:pt>
                <c:pt idx="69">
                  <c:v>300</c:v>
                </c:pt>
                <c:pt idx="70">
                  <c:v>305</c:v>
                </c:pt>
                <c:pt idx="71">
                  <c:v>309</c:v>
                </c:pt>
                <c:pt idx="72">
                  <c:v>313</c:v>
                </c:pt>
                <c:pt idx="73">
                  <c:v>318</c:v>
                </c:pt>
                <c:pt idx="74">
                  <c:v>322</c:v>
                </c:pt>
                <c:pt idx="75">
                  <c:v>326</c:v>
                </c:pt>
                <c:pt idx="76">
                  <c:v>331</c:v>
                </c:pt>
                <c:pt idx="77">
                  <c:v>335</c:v>
                </c:pt>
                <c:pt idx="78">
                  <c:v>339</c:v>
                </c:pt>
                <c:pt idx="79">
                  <c:v>344</c:v>
                </c:pt>
                <c:pt idx="80">
                  <c:v>348</c:v>
                </c:pt>
                <c:pt idx="81">
                  <c:v>352</c:v>
                </c:pt>
                <c:pt idx="82">
                  <c:v>357</c:v>
                </c:pt>
                <c:pt idx="83">
                  <c:v>361</c:v>
                </c:pt>
                <c:pt idx="84">
                  <c:v>365</c:v>
                </c:pt>
                <c:pt idx="85">
                  <c:v>370</c:v>
                </c:pt>
                <c:pt idx="86">
                  <c:v>374</c:v>
                </c:pt>
                <c:pt idx="87">
                  <c:v>378</c:v>
                </c:pt>
                <c:pt idx="88">
                  <c:v>383</c:v>
                </c:pt>
                <c:pt idx="89">
                  <c:v>387</c:v>
                </c:pt>
                <c:pt idx="90">
                  <c:v>391</c:v>
                </c:pt>
                <c:pt idx="91">
                  <c:v>396</c:v>
                </c:pt>
                <c:pt idx="92">
                  <c:v>400</c:v>
                </c:pt>
                <c:pt idx="93">
                  <c:v>404</c:v>
                </c:pt>
                <c:pt idx="94">
                  <c:v>409</c:v>
                </c:pt>
                <c:pt idx="95">
                  <c:v>413</c:v>
                </c:pt>
                <c:pt idx="96">
                  <c:v>417</c:v>
                </c:pt>
                <c:pt idx="97">
                  <c:v>422</c:v>
                </c:pt>
                <c:pt idx="98">
                  <c:v>426</c:v>
                </c:pt>
                <c:pt idx="99">
                  <c:v>430</c:v>
                </c:pt>
                <c:pt idx="100">
                  <c:v>435</c:v>
                </c:pt>
                <c:pt idx="101">
                  <c:v>439</c:v>
                </c:pt>
                <c:pt idx="102">
                  <c:v>443</c:v>
                </c:pt>
                <c:pt idx="103">
                  <c:v>448</c:v>
                </c:pt>
                <c:pt idx="104">
                  <c:v>452</c:v>
                </c:pt>
                <c:pt idx="105">
                  <c:v>456</c:v>
                </c:pt>
                <c:pt idx="106">
                  <c:v>461</c:v>
                </c:pt>
                <c:pt idx="107">
                  <c:v>465</c:v>
                </c:pt>
                <c:pt idx="108">
                  <c:v>469</c:v>
                </c:pt>
                <c:pt idx="109">
                  <c:v>474</c:v>
                </c:pt>
                <c:pt idx="110">
                  <c:v>478</c:v>
                </c:pt>
                <c:pt idx="111">
                  <c:v>482</c:v>
                </c:pt>
                <c:pt idx="112">
                  <c:v>487</c:v>
                </c:pt>
                <c:pt idx="113">
                  <c:v>491</c:v>
                </c:pt>
                <c:pt idx="114">
                  <c:v>495</c:v>
                </c:pt>
                <c:pt idx="115">
                  <c:v>500</c:v>
                </c:pt>
                <c:pt idx="116">
                  <c:v>504</c:v>
                </c:pt>
                <c:pt idx="117">
                  <c:v>508</c:v>
                </c:pt>
                <c:pt idx="118">
                  <c:v>513</c:v>
                </c:pt>
                <c:pt idx="119">
                  <c:v>517</c:v>
                </c:pt>
              </c:numCache>
            </c:numRef>
          </c:xVal>
          <c:yVal>
            <c:numRef>
              <c:f>'Chart Data'!$H$2:$H$121</c:f>
              <c:numCache>
                <c:formatCode>General</c:formatCode>
                <c:ptCount val="120"/>
                <c:pt idx="0">
                  <c:v>1.0961863</c:v>
                </c:pt>
                <c:pt idx="1">
                  <c:v>1.0983597</c:v>
                </c:pt>
                <c:pt idx="2">
                  <c:v>1.0984287</c:v>
                </c:pt>
                <c:pt idx="3">
                  <c:v>1.0970277</c:v>
                </c:pt>
                <c:pt idx="4">
                  <c:v>1.099774</c:v>
                </c:pt>
                <c:pt idx="5">
                  <c:v>1.0977501</c:v>
                </c:pt>
                <c:pt idx="6">
                  <c:v>1.0987313</c:v>
                </c:pt>
                <c:pt idx="7">
                  <c:v>1.0998701</c:v>
                </c:pt>
                <c:pt idx="8">
                  <c:v>1.0994134</c:v>
                </c:pt>
                <c:pt idx="9">
                  <c:v>1.101208</c:v>
                </c:pt>
                <c:pt idx="10">
                  <c:v>1.1007074</c:v>
                </c:pt>
                <c:pt idx="11">
                  <c:v>1.1011151</c:v>
                </c:pt>
                <c:pt idx="12">
                  <c:v>1.1013865</c:v>
                </c:pt>
                <c:pt idx="13">
                  <c:v>1.1013469</c:v>
                </c:pt>
                <c:pt idx="14">
                  <c:v>1.1014353</c:v>
                </c:pt>
                <c:pt idx="15">
                  <c:v>1.1080173</c:v>
                </c:pt>
                <c:pt idx="16">
                  <c:v>1.1040937</c:v>
                </c:pt>
                <c:pt idx="17">
                  <c:v>1.1058499</c:v>
                </c:pt>
                <c:pt idx="18">
                  <c:v>1.1049744</c:v>
                </c:pt>
                <c:pt idx="19">
                  <c:v>1.1060628</c:v>
                </c:pt>
                <c:pt idx="20">
                  <c:v>1.105733</c:v>
                </c:pt>
                <c:pt idx="21">
                  <c:v>1.1020479</c:v>
                </c:pt>
                <c:pt idx="22">
                  <c:v>1.1021599</c:v>
                </c:pt>
                <c:pt idx="23">
                  <c:v>1.1016935</c:v>
                </c:pt>
                <c:pt idx="24">
                  <c:v>1.0997611</c:v>
                </c:pt>
                <c:pt idx="25">
                  <c:v>1.0990142</c:v>
                </c:pt>
                <c:pt idx="26">
                  <c:v>1.1018546</c:v>
                </c:pt>
                <c:pt idx="27">
                  <c:v>1.0999689</c:v>
                </c:pt>
                <c:pt idx="28">
                  <c:v>1.0993928</c:v>
                </c:pt>
                <c:pt idx="29">
                  <c:v>1.1009215</c:v>
                </c:pt>
                <c:pt idx="30">
                  <c:v>1.1006173</c:v>
                </c:pt>
                <c:pt idx="31">
                  <c:v>1.0978783</c:v>
                </c:pt>
                <c:pt idx="32">
                  <c:v>1.1018406</c:v>
                </c:pt>
                <c:pt idx="33">
                  <c:v>1.0996242</c:v>
                </c:pt>
                <c:pt idx="34">
                  <c:v>1.1007428</c:v>
                </c:pt>
                <c:pt idx="35">
                  <c:v>1.1015947</c:v>
                </c:pt>
                <c:pt idx="36">
                  <c:v>1.1017456</c:v>
                </c:pt>
                <c:pt idx="37">
                  <c:v>1.1017268</c:v>
                </c:pt>
                <c:pt idx="38">
                  <c:v>1.1010914</c:v>
                </c:pt>
                <c:pt idx="39">
                  <c:v>1.1002036</c:v>
                </c:pt>
                <c:pt idx="40">
                  <c:v>1.1015974</c:v>
                </c:pt>
                <c:pt idx="41">
                  <c:v>1.1007659</c:v>
                </c:pt>
                <c:pt idx="42">
                  <c:v>1.0999073</c:v>
                </c:pt>
                <c:pt idx="43">
                  <c:v>1.104371</c:v>
                </c:pt>
                <c:pt idx="44">
                  <c:v>1.1008015</c:v>
                </c:pt>
                <c:pt idx="45">
                  <c:v>1.0997269</c:v>
                </c:pt>
                <c:pt idx="46">
                  <c:v>1.1007001</c:v>
                </c:pt>
                <c:pt idx="47">
                  <c:v>1.0982382</c:v>
                </c:pt>
                <c:pt idx="48">
                  <c:v>1.1002803</c:v>
                </c:pt>
                <c:pt idx="49">
                  <c:v>1.0975479</c:v>
                </c:pt>
                <c:pt idx="50">
                  <c:v>1.0973583</c:v>
                </c:pt>
                <c:pt idx="51">
                  <c:v>1.0977392</c:v>
                </c:pt>
                <c:pt idx="52">
                  <c:v>1.0955116</c:v>
                </c:pt>
                <c:pt idx="53">
                  <c:v>1.0938077</c:v>
                </c:pt>
                <c:pt idx="54">
                  <c:v>1.0946656</c:v>
                </c:pt>
                <c:pt idx="55">
                  <c:v>1.0956203</c:v>
                </c:pt>
                <c:pt idx="56">
                  <c:v>1.0998596</c:v>
                </c:pt>
                <c:pt idx="57">
                  <c:v>1.0884295</c:v>
                </c:pt>
                <c:pt idx="58">
                  <c:v>1.0826461</c:v>
                </c:pt>
                <c:pt idx="59">
                  <c:v>1.0798926</c:v>
                </c:pt>
                <c:pt idx="60">
                  <c:v>1.0788554</c:v>
                </c:pt>
                <c:pt idx="61">
                  <c:v>1.07722</c:v>
                </c:pt>
                <c:pt idx="62">
                  <c:v>1.0799373</c:v>
                </c:pt>
                <c:pt idx="63">
                  <c:v>1.0769452</c:v>
                </c:pt>
                <c:pt idx="64">
                  <c:v>1.0775741</c:v>
                </c:pt>
                <c:pt idx="65">
                  <c:v>1.0776242</c:v>
                </c:pt>
                <c:pt idx="66">
                  <c:v>1.0763881</c:v>
                </c:pt>
                <c:pt idx="67">
                  <c:v>1.074054</c:v>
                </c:pt>
                <c:pt idx="68">
                  <c:v>1.0721662</c:v>
                </c:pt>
                <c:pt idx="69">
                  <c:v>1.0695395</c:v>
                </c:pt>
                <c:pt idx="70">
                  <c:v>1.067004</c:v>
                </c:pt>
                <c:pt idx="71">
                  <c:v>1.0672261</c:v>
                </c:pt>
                <c:pt idx="72">
                  <c:v>1.0649874</c:v>
                </c:pt>
                <c:pt idx="73">
                  <c:v>1.0669577</c:v>
                </c:pt>
                <c:pt idx="74">
                  <c:v>1.0624902</c:v>
                </c:pt>
                <c:pt idx="75">
                  <c:v>1.066381</c:v>
                </c:pt>
                <c:pt idx="76">
                  <c:v>1.0637703</c:v>
                </c:pt>
                <c:pt idx="77">
                  <c:v>1.0597662</c:v>
                </c:pt>
                <c:pt idx="78">
                  <c:v>1.0615426</c:v>
                </c:pt>
                <c:pt idx="79">
                  <c:v>1.0572681</c:v>
                </c:pt>
                <c:pt idx="80">
                  <c:v>1.0559311</c:v>
                </c:pt>
                <c:pt idx="81">
                  <c:v>1.0540456</c:v>
                </c:pt>
                <c:pt idx="82">
                  <c:v>1.0505337</c:v>
                </c:pt>
                <c:pt idx="83">
                  <c:v>1.0491982</c:v>
                </c:pt>
                <c:pt idx="84">
                  <c:v>1.0452493</c:v>
                </c:pt>
                <c:pt idx="85">
                  <c:v>1.0445082</c:v>
                </c:pt>
                <c:pt idx="86">
                  <c:v>1.041234</c:v>
                </c:pt>
                <c:pt idx="87">
                  <c:v>1.0419077</c:v>
                </c:pt>
                <c:pt idx="88">
                  <c:v>1.0390676</c:v>
                </c:pt>
                <c:pt idx="89">
                  <c:v>1.0341837</c:v>
                </c:pt>
                <c:pt idx="90">
                  <c:v>1.0372843</c:v>
                </c:pt>
                <c:pt idx="91">
                  <c:v>1.03249</c:v>
                </c:pt>
                <c:pt idx="92">
                  <c:v>1.0291736</c:v>
                </c:pt>
                <c:pt idx="93">
                  <c:v>1.0332538</c:v>
                </c:pt>
                <c:pt idx="94">
                  <c:v>1.0286793</c:v>
                </c:pt>
                <c:pt idx="95">
                  <c:v>1.0210263</c:v>
                </c:pt>
                <c:pt idx="96">
                  <c:v>1.0133373</c:v>
                </c:pt>
                <c:pt idx="97">
                  <c:v>1.0095128</c:v>
                </c:pt>
                <c:pt idx="98">
                  <c:v>1.0048596</c:v>
                </c:pt>
                <c:pt idx="99">
                  <c:v>0.99963242</c:v>
                </c:pt>
                <c:pt idx="100">
                  <c:v>0.99549776</c:v>
                </c:pt>
                <c:pt idx="101">
                  <c:v>0.98893881</c:v>
                </c:pt>
                <c:pt idx="102">
                  <c:v>0.98796558</c:v>
                </c:pt>
                <c:pt idx="103">
                  <c:v>0.97507823</c:v>
                </c:pt>
                <c:pt idx="104">
                  <c:v>0.97059411</c:v>
                </c:pt>
                <c:pt idx="105">
                  <c:v>0.96092576</c:v>
                </c:pt>
                <c:pt idx="106">
                  <c:v>0.95378357</c:v>
                </c:pt>
                <c:pt idx="107">
                  <c:v>0.94600385</c:v>
                </c:pt>
                <c:pt idx="108">
                  <c:v>0.94024312</c:v>
                </c:pt>
                <c:pt idx="109">
                  <c:v>0.92954922</c:v>
                </c:pt>
                <c:pt idx="110">
                  <c:v>0.9233216</c:v>
                </c:pt>
                <c:pt idx="111">
                  <c:v>0.91633266</c:v>
                </c:pt>
                <c:pt idx="112">
                  <c:v>0.9023003</c:v>
                </c:pt>
                <c:pt idx="113">
                  <c:v>0.89746284</c:v>
                </c:pt>
                <c:pt idx="114">
                  <c:v>0.88727272</c:v>
                </c:pt>
                <c:pt idx="115">
                  <c:v>0.87731618</c:v>
                </c:pt>
                <c:pt idx="116">
                  <c:v>0.86710966</c:v>
                </c:pt>
                <c:pt idx="117">
                  <c:v>0.85798568</c:v>
                </c:pt>
                <c:pt idx="118">
                  <c:v>0.84373814</c:v>
                </c:pt>
                <c:pt idx="119">
                  <c:v>0.82550967</c:v>
                </c:pt>
              </c:numCache>
            </c:numRef>
          </c:yVal>
        </c:ser>
        <c:ser>
          <c:idx val="4"/>
          <c:order val="4"/>
          <c:tx>
            <c:v>Batch2_cell_004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55</c:v>
                </c:pt>
                <c:pt idx="15">
                  <c:v>59</c:v>
                </c:pt>
                <c:pt idx="16">
                  <c:v>63</c:v>
                </c:pt>
                <c:pt idx="17">
                  <c:v>67</c:v>
                </c:pt>
                <c:pt idx="18">
                  <c:v>71</c:v>
                </c:pt>
                <c:pt idx="19">
                  <c:v>75</c:v>
                </c:pt>
                <c:pt idx="20">
                  <c:v>79</c:v>
                </c:pt>
                <c:pt idx="21">
                  <c:v>83</c:v>
                </c:pt>
                <c:pt idx="22">
                  <c:v>87</c:v>
                </c:pt>
                <c:pt idx="23">
                  <c:v>90</c:v>
                </c:pt>
                <c:pt idx="24">
                  <c:v>94</c:v>
                </c:pt>
                <c:pt idx="25">
                  <c:v>98</c:v>
                </c:pt>
                <c:pt idx="26">
                  <c:v>102</c:v>
                </c:pt>
                <c:pt idx="27">
                  <c:v>106</c:v>
                </c:pt>
                <c:pt idx="28">
                  <c:v>110</c:v>
                </c:pt>
                <c:pt idx="29">
                  <c:v>114</c:v>
                </c:pt>
                <c:pt idx="30">
                  <c:v>118</c:v>
                </c:pt>
                <c:pt idx="31">
                  <c:v>122</c:v>
                </c:pt>
                <c:pt idx="32">
                  <c:v>126</c:v>
                </c:pt>
                <c:pt idx="33">
                  <c:v>129</c:v>
                </c:pt>
                <c:pt idx="34">
                  <c:v>133</c:v>
                </c:pt>
                <c:pt idx="35">
                  <c:v>137</c:v>
                </c:pt>
                <c:pt idx="36">
                  <c:v>141</c:v>
                </c:pt>
                <c:pt idx="37">
                  <c:v>145</c:v>
                </c:pt>
                <c:pt idx="38">
                  <c:v>149</c:v>
                </c:pt>
                <c:pt idx="39">
                  <c:v>153</c:v>
                </c:pt>
                <c:pt idx="40">
                  <c:v>157</c:v>
                </c:pt>
                <c:pt idx="41">
                  <c:v>161</c:v>
                </c:pt>
                <c:pt idx="42">
                  <c:v>164</c:v>
                </c:pt>
                <c:pt idx="43">
                  <c:v>168</c:v>
                </c:pt>
                <c:pt idx="44">
                  <c:v>172</c:v>
                </c:pt>
                <c:pt idx="45">
                  <c:v>176</c:v>
                </c:pt>
                <c:pt idx="46">
                  <c:v>180</c:v>
                </c:pt>
                <c:pt idx="47">
                  <c:v>184</c:v>
                </c:pt>
                <c:pt idx="48">
                  <c:v>188</c:v>
                </c:pt>
                <c:pt idx="49">
                  <c:v>192</c:v>
                </c:pt>
                <c:pt idx="50">
                  <c:v>196</c:v>
                </c:pt>
                <c:pt idx="51">
                  <c:v>199</c:v>
                </c:pt>
                <c:pt idx="52">
                  <c:v>203</c:v>
                </c:pt>
                <c:pt idx="53">
                  <c:v>207</c:v>
                </c:pt>
                <c:pt idx="54">
                  <c:v>211</c:v>
                </c:pt>
                <c:pt idx="55">
                  <c:v>215</c:v>
                </c:pt>
                <c:pt idx="56">
                  <c:v>219</c:v>
                </c:pt>
                <c:pt idx="57">
                  <c:v>223</c:v>
                </c:pt>
                <c:pt idx="58">
                  <c:v>227</c:v>
                </c:pt>
                <c:pt idx="59">
                  <c:v>231</c:v>
                </c:pt>
                <c:pt idx="60">
                  <c:v>234</c:v>
                </c:pt>
                <c:pt idx="61">
                  <c:v>238</c:v>
                </c:pt>
                <c:pt idx="62">
                  <c:v>242</c:v>
                </c:pt>
                <c:pt idx="63">
                  <c:v>246</c:v>
                </c:pt>
                <c:pt idx="64">
                  <c:v>250</c:v>
                </c:pt>
                <c:pt idx="65">
                  <c:v>254</c:v>
                </c:pt>
                <c:pt idx="66">
                  <c:v>258</c:v>
                </c:pt>
                <c:pt idx="67">
                  <c:v>262</c:v>
                </c:pt>
                <c:pt idx="68">
                  <c:v>266</c:v>
                </c:pt>
                <c:pt idx="69">
                  <c:v>269</c:v>
                </c:pt>
                <c:pt idx="70">
                  <c:v>273</c:v>
                </c:pt>
                <c:pt idx="71">
                  <c:v>277</c:v>
                </c:pt>
                <c:pt idx="72">
                  <c:v>281</c:v>
                </c:pt>
                <c:pt idx="73">
                  <c:v>285</c:v>
                </c:pt>
                <c:pt idx="74">
                  <c:v>289</c:v>
                </c:pt>
                <c:pt idx="75">
                  <c:v>293</c:v>
                </c:pt>
                <c:pt idx="76">
                  <c:v>297</c:v>
                </c:pt>
                <c:pt idx="77">
                  <c:v>301</c:v>
                </c:pt>
                <c:pt idx="78">
                  <c:v>304</c:v>
                </c:pt>
                <c:pt idx="79">
                  <c:v>308</c:v>
                </c:pt>
                <c:pt idx="80">
                  <c:v>312</c:v>
                </c:pt>
                <c:pt idx="81">
                  <c:v>316</c:v>
                </c:pt>
                <c:pt idx="82">
                  <c:v>320</c:v>
                </c:pt>
                <c:pt idx="83">
                  <c:v>324</c:v>
                </c:pt>
                <c:pt idx="84">
                  <c:v>328</c:v>
                </c:pt>
                <c:pt idx="85">
                  <c:v>332</c:v>
                </c:pt>
                <c:pt idx="86">
                  <c:v>336</c:v>
                </c:pt>
                <c:pt idx="87">
                  <c:v>339</c:v>
                </c:pt>
                <c:pt idx="88">
                  <c:v>343</c:v>
                </c:pt>
                <c:pt idx="89">
                  <c:v>347</c:v>
                </c:pt>
                <c:pt idx="90">
                  <c:v>351</c:v>
                </c:pt>
                <c:pt idx="91">
                  <c:v>355</c:v>
                </c:pt>
                <c:pt idx="92">
                  <c:v>359</c:v>
                </c:pt>
                <c:pt idx="93">
                  <c:v>363</c:v>
                </c:pt>
                <c:pt idx="94">
                  <c:v>367</c:v>
                </c:pt>
                <c:pt idx="95">
                  <c:v>371</c:v>
                </c:pt>
                <c:pt idx="96">
                  <c:v>375</c:v>
                </c:pt>
                <c:pt idx="97">
                  <c:v>378</c:v>
                </c:pt>
                <c:pt idx="98">
                  <c:v>382</c:v>
                </c:pt>
                <c:pt idx="99">
                  <c:v>386</c:v>
                </c:pt>
                <c:pt idx="100">
                  <c:v>390</c:v>
                </c:pt>
                <c:pt idx="101">
                  <c:v>394</c:v>
                </c:pt>
                <c:pt idx="102">
                  <c:v>398</c:v>
                </c:pt>
                <c:pt idx="103">
                  <c:v>402</c:v>
                </c:pt>
                <c:pt idx="104">
                  <c:v>406</c:v>
                </c:pt>
                <c:pt idx="105">
                  <c:v>410</c:v>
                </c:pt>
                <c:pt idx="106">
                  <c:v>413</c:v>
                </c:pt>
                <c:pt idx="107">
                  <c:v>417</c:v>
                </c:pt>
                <c:pt idx="108">
                  <c:v>421</c:v>
                </c:pt>
                <c:pt idx="109">
                  <c:v>425</c:v>
                </c:pt>
                <c:pt idx="110">
                  <c:v>429</c:v>
                </c:pt>
                <c:pt idx="111">
                  <c:v>433</c:v>
                </c:pt>
                <c:pt idx="112">
                  <c:v>437</c:v>
                </c:pt>
                <c:pt idx="113">
                  <c:v>441</c:v>
                </c:pt>
                <c:pt idx="114">
                  <c:v>445</c:v>
                </c:pt>
                <c:pt idx="115">
                  <c:v>448</c:v>
                </c:pt>
                <c:pt idx="116">
                  <c:v>452</c:v>
                </c:pt>
                <c:pt idx="117">
                  <c:v>456</c:v>
                </c:pt>
                <c:pt idx="118">
                  <c:v>460</c:v>
                </c:pt>
                <c:pt idx="119">
                  <c:v>464</c:v>
                </c:pt>
              </c:numCache>
            </c:numRef>
          </c:xVal>
          <c:yVal>
            <c:numRef>
              <c:f>'Chart Data'!$J$2:$J$121</c:f>
              <c:numCache>
                <c:formatCode>General</c:formatCode>
                <c:ptCount val="120"/>
                <c:pt idx="0">
                  <c:v>1.0891641</c:v>
                </c:pt>
                <c:pt idx="1">
                  <c:v>1.0908513</c:v>
                </c:pt>
                <c:pt idx="2">
                  <c:v>1.0893486</c:v>
                </c:pt>
                <c:pt idx="3">
                  <c:v>1.0892452</c:v>
                </c:pt>
                <c:pt idx="4">
                  <c:v>1.0896813</c:v>
                </c:pt>
                <c:pt idx="5">
                  <c:v>1.090556</c:v>
                </c:pt>
                <c:pt idx="6">
                  <c:v>1.089304</c:v>
                </c:pt>
                <c:pt idx="7">
                  <c:v>1.0870093</c:v>
                </c:pt>
                <c:pt idx="8">
                  <c:v>1.0866909</c:v>
                </c:pt>
                <c:pt idx="9">
                  <c:v>1.0877328</c:v>
                </c:pt>
                <c:pt idx="10">
                  <c:v>1.0895126</c:v>
                </c:pt>
                <c:pt idx="11">
                  <c:v>1.0889267</c:v>
                </c:pt>
                <c:pt idx="12">
                  <c:v>1.0813971</c:v>
                </c:pt>
                <c:pt idx="13">
                  <c:v>1.0822703</c:v>
                </c:pt>
                <c:pt idx="14">
                  <c:v>1.0819552</c:v>
                </c:pt>
                <c:pt idx="15">
                  <c:v>1.079867</c:v>
                </c:pt>
                <c:pt idx="16">
                  <c:v>1.0833821</c:v>
                </c:pt>
                <c:pt idx="17">
                  <c:v>1.0885204</c:v>
                </c:pt>
                <c:pt idx="18">
                  <c:v>1.0863978</c:v>
                </c:pt>
                <c:pt idx="19">
                  <c:v>1.0847456</c:v>
                </c:pt>
                <c:pt idx="20">
                  <c:v>1.0872972</c:v>
                </c:pt>
                <c:pt idx="21">
                  <c:v>1.0860796</c:v>
                </c:pt>
                <c:pt idx="22">
                  <c:v>1.0870576</c:v>
                </c:pt>
                <c:pt idx="23">
                  <c:v>1.0855784</c:v>
                </c:pt>
                <c:pt idx="24">
                  <c:v>1.0807395</c:v>
                </c:pt>
                <c:pt idx="25">
                  <c:v>1.0817722</c:v>
                </c:pt>
                <c:pt idx="26">
                  <c:v>1.0797645</c:v>
                </c:pt>
                <c:pt idx="27">
                  <c:v>1.0794334</c:v>
                </c:pt>
                <c:pt idx="28">
                  <c:v>1.0772834</c:v>
                </c:pt>
                <c:pt idx="29">
                  <c:v>1.0781505</c:v>
                </c:pt>
                <c:pt idx="30">
                  <c:v>1.0815898</c:v>
                </c:pt>
                <c:pt idx="31">
                  <c:v>1.0777099</c:v>
                </c:pt>
                <c:pt idx="32">
                  <c:v>1.0786517</c:v>
                </c:pt>
                <c:pt idx="33">
                  <c:v>1.0781579</c:v>
                </c:pt>
                <c:pt idx="34">
                  <c:v>1.0804039</c:v>
                </c:pt>
                <c:pt idx="35">
                  <c:v>1.0787781</c:v>
                </c:pt>
                <c:pt idx="36">
                  <c:v>1.0759823</c:v>
                </c:pt>
                <c:pt idx="37">
                  <c:v>1.0756637</c:v>
                </c:pt>
                <c:pt idx="38">
                  <c:v>1.0782875</c:v>
                </c:pt>
                <c:pt idx="39">
                  <c:v>1.078859</c:v>
                </c:pt>
                <c:pt idx="40">
                  <c:v>1.0793071</c:v>
                </c:pt>
                <c:pt idx="41">
                  <c:v>1.0779159</c:v>
                </c:pt>
                <c:pt idx="42">
                  <c:v>1.0797513</c:v>
                </c:pt>
                <c:pt idx="43">
                  <c:v>1.0792693</c:v>
                </c:pt>
                <c:pt idx="44">
                  <c:v>1.0760294</c:v>
                </c:pt>
                <c:pt idx="45">
                  <c:v>1.0769805</c:v>
                </c:pt>
                <c:pt idx="46">
                  <c:v>1.081221</c:v>
                </c:pt>
                <c:pt idx="47">
                  <c:v>1.0801245</c:v>
                </c:pt>
                <c:pt idx="48">
                  <c:v>1.0779989</c:v>
                </c:pt>
                <c:pt idx="49">
                  <c:v>1.0782895</c:v>
                </c:pt>
                <c:pt idx="50">
                  <c:v>1.0786943</c:v>
                </c:pt>
                <c:pt idx="51">
                  <c:v>1.0781021</c:v>
                </c:pt>
                <c:pt idx="52">
                  <c:v>1.0780034</c:v>
                </c:pt>
                <c:pt idx="53">
                  <c:v>1.0759333</c:v>
                </c:pt>
                <c:pt idx="54">
                  <c:v>1.075827</c:v>
                </c:pt>
                <c:pt idx="55">
                  <c:v>1.0707451</c:v>
                </c:pt>
                <c:pt idx="56">
                  <c:v>1.0734266</c:v>
                </c:pt>
                <c:pt idx="57">
                  <c:v>1.0688791</c:v>
                </c:pt>
                <c:pt idx="58">
                  <c:v>1.0676361</c:v>
                </c:pt>
                <c:pt idx="59">
                  <c:v>1.0677179</c:v>
                </c:pt>
                <c:pt idx="60">
                  <c:v>1.0692149</c:v>
                </c:pt>
                <c:pt idx="61">
                  <c:v>1.0679638</c:v>
                </c:pt>
                <c:pt idx="62">
                  <c:v>1.070642</c:v>
                </c:pt>
                <c:pt idx="63">
                  <c:v>1.0727687</c:v>
                </c:pt>
                <c:pt idx="64">
                  <c:v>1.0641935</c:v>
                </c:pt>
                <c:pt idx="65">
                  <c:v>1.0557399</c:v>
                </c:pt>
                <c:pt idx="66">
                  <c:v>1.0519284</c:v>
                </c:pt>
                <c:pt idx="67">
                  <c:v>1.0486668</c:v>
                </c:pt>
                <c:pt idx="68">
                  <c:v>1.048591</c:v>
                </c:pt>
                <c:pt idx="69">
                  <c:v>1.0494825</c:v>
                </c:pt>
                <c:pt idx="70">
                  <c:v>1.0490983</c:v>
                </c:pt>
                <c:pt idx="71">
                  <c:v>1.0484383</c:v>
                </c:pt>
                <c:pt idx="72">
                  <c:v>1.0443506</c:v>
                </c:pt>
                <c:pt idx="73">
                  <c:v>1.0461777</c:v>
                </c:pt>
                <c:pt idx="74">
                  <c:v>1.0445837</c:v>
                </c:pt>
                <c:pt idx="75">
                  <c:v>1.0404482</c:v>
                </c:pt>
                <c:pt idx="76">
                  <c:v>1.0364256</c:v>
                </c:pt>
                <c:pt idx="77">
                  <c:v>1.0376859</c:v>
                </c:pt>
                <c:pt idx="78">
                  <c:v>1.0348294</c:v>
                </c:pt>
                <c:pt idx="79">
                  <c:v>1.030964</c:v>
                </c:pt>
                <c:pt idx="80">
                  <c:v>1.032318</c:v>
                </c:pt>
                <c:pt idx="81">
                  <c:v>1.031531</c:v>
                </c:pt>
                <c:pt idx="82">
                  <c:v>1.03212</c:v>
                </c:pt>
                <c:pt idx="83">
                  <c:v>1.0273331</c:v>
                </c:pt>
                <c:pt idx="84">
                  <c:v>1.0303433</c:v>
                </c:pt>
                <c:pt idx="85">
                  <c:v>1.0226395</c:v>
                </c:pt>
                <c:pt idx="86">
                  <c:v>1.0221707</c:v>
                </c:pt>
                <c:pt idx="87">
                  <c:v>1.0204281</c:v>
                </c:pt>
                <c:pt idx="88">
                  <c:v>1.0171745</c:v>
                </c:pt>
                <c:pt idx="89">
                  <c:v>1.0147852</c:v>
                </c:pt>
                <c:pt idx="90">
                  <c:v>1.0098338</c:v>
                </c:pt>
                <c:pt idx="91">
                  <c:v>1.0058309</c:v>
                </c:pt>
                <c:pt idx="92">
                  <c:v>1.0036908</c:v>
                </c:pt>
                <c:pt idx="93">
                  <c:v>1.0008228</c:v>
                </c:pt>
                <c:pt idx="94">
                  <c:v>0.99504143</c:v>
                </c:pt>
                <c:pt idx="95">
                  <c:v>0.99084944</c:v>
                </c:pt>
                <c:pt idx="96">
                  <c:v>0.99121529</c:v>
                </c:pt>
                <c:pt idx="97">
                  <c:v>0.98769903</c:v>
                </c:pt>
                <c:pt idx="98">
                  <c:v>0.9810797</c:v>
                </c:pt>
                <c:pt idx="99">
                  <c:v>0.9795804</c:v>
                </c:pt>
                <c:pt idx="100">
                  <c:v>0.97365332</c:v>
                </c:pt>
                <c:pt idx="101">
                  <c:v>0.96987402</c:v>
                </c:pt>
                <c:pt idx="102">
                  <c:v>0.96789342</c:v>
                </c:pt>
                <c:pt idx="103">
                  <c:v>0.9598397</c:v>
                </c:pt>
                <c:pt idx="104">
                  <c:v>0.96016836</c:v>
                </c:pt>
                <c:pt idx="105">
                  <c:v>0.94702113</c:v>
                </c:pt>
                <c:pt idx="106">
                  <c:v>0.9457255</c:v>
                </c:pt>
                <c:pt idx="107">
                  <c:v>0.93272626</c:v>
                </c:pt>
                <c:pt idx="108">
                  <c:v>0.92448771</c:v>
                </c:pt>
                <c:pt idx="109">
                  <c:v>0.91839099</c:v>
                </c:pt>
                <c:pt idx="110">
                  <c:v>0.90924466</c:v>
                </c:pt>
                <c:pt idx="111">
                  <c:v>0.90160042</c:v>
                </c:pt>
                <c:pt idx="112">
                  <c:v>0.89241862</c:v>
                </c:pt>
                <c:pt idx="113">
                  <c:v>0.88625902</c:v>
                </c:pt>
                <c:pt idx="114">
                  <c:v>0.87628263</c:v>
                </c:pt>
                <c:pt idx="115">
                  <c:v>0.86811072</c:v>
                </c:pt>
                <c:pt idx="116">
                  <c:v>0.85772407</c:v>
                </c:pt>
                <c:pt idx="117">
                  <c:v>0.84625089</c:v>
                </c:pt>
                <c:pt idx="118">
                  <c:v>0.83571094</c:v>
                </c:pt>
                <c:pt idx="119">
                  <c:v>0.82712674</c:v>
                </c:pt>
              </c:numCache>
            </c:numRef>
          </c:yVal>
        </c:ser>
        <c:ser>
          <c:idx val="5"/>
          <c:order val="5"/>
          <c:tx>
            <c:v>Batch2_cell_005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31</c:v>
                </c:pt>
                <c:pt idx="9">
                  <c:v>35</c:v>
                </c:pt>
                <c:pt idx="10">
                  <c:v>38</c:v>
                </c:pt>
                <c:pt idx="11">
                  <c:v>42</c:v>
                </c:pt>
                <c:pt idx="12">
                  <c:v>46</c:v>
                </c:pt>
                <c:pt idx="13">
                  <c:v>50</c:v>
                </c:pt>
                <c:pt idx="14">
                  <c:v>53</c:v>
                </c:pt>
                <c:pt idx="15">
                  <c:v>57</c:v>
                </c:pt>
                <c:pt idx="16">
                  <c:v>61</c:v>
                </c:pt>
                <c:pt idx="17">
                  <c:v>64</c:v>
                </c:pt>
                <c:pt idx="18">
                  <c:v>68</c:v>
                </c:pt>
                <c:pt idx="19">
                  <c:v>72</c:v>
                </c:pt>
                <c:pt idx="20">
                  <c:v>76</c:v>
                </c:pt>
                <c:pt idx="21">
                  <c:v>79</c:v>
                </c:pt>
                <c:pt idx="22">
                  <c:v>83</c:v>
                </c:pt>
                <c:pt idx="23">
                  <c:v>87</c:v>
                </c:pt>
                <c:pt idx="24">
                  <c:v>91</c:v>
                </c:pt>
                <c:pt idx="25">
                  <c:v>94</c:v>
                </c:pt>
                <c:pt idx="26">
                  <c:v>98</c:v>
                </c:pt>
                <c:pt idx="27">
                  <c:v>102</c:v>
                </c:pt>
                <c:pt idx="28">
                  <c:v>105</c:v>
                </c:pt>
                <c:pt idx="29">
                  <c:v>109</c:v>
                </c:pt>
                <c:pt idx="30">
                  <c:v>113</c:v>
                </c:pt>
                <c:pt idx="31">
                  <c:v>117</c:v>
                </c:pt>
                <c:pt idx="32">
                  <c:v>120</c:v>
                </c:pt>
                <c:pt idx="33">
                  <c:v>124</c:v>
                </c:pt>
                <c:pt idx="34">
                  <c:v>128</c:v>
                </c:pt>
                <c:pt idx="35">
                  <c:v>132</c:v>
                </c:pt>
                <c:pt idx="36">
                  <c:v>135</c:v>
                </c:pt>
                <c:pt idx="37">
                  <c:v>139</c:v>
                </c:pt>
                <c:pt idx="38">
                  <c:v>143</c:v>
                </c:pt>
                <c:pt idx="39">
                  <c:v>147</c:v>
                </c:pt>
                <c:pt idx="40">
                  <c:v>150</c:v>
                </c:pt>
                <c:pt idx="41">
                  <c:v>154</c:v>
                </c:pt>
                <c:pt idx="42">
                  <c:v>158</c:v>
                </c:pt>
                <c:pt idx="43">
                  <c:v>161</c:v>
                </c:pt>
                <c:pt idx="44">
                  <c:v>165</c:v>
                </c:pt>
                <c:pt idx="45">
                  <c:v>169</c:v>
                </c:pt>
                <c:pt idx="46">
                  <c:v>173</c:v>
                </c:pt>
                <c:pt idx="47">
                  <c:v>176</c:v>
                </c:pt>
                <c:pt idx="48">
                  <c:v>180</c:v>
                </c:pt>
                <c:pt idx="49">
                  <c:v>184</c:v>
                </c:pt>
                <c:pt idx="50">
                  <c:v>188</c:v>
                </c:pt>
                <c:pt idx="51">
                  <c:v>191</c:v>
                </c:pt>
                <c:pt idx="52">
                  <c:v>195</c:v>
                </c:pt>
                <c:pt idx="53">
                  <c:v>199</c:v>
                </c:pt>
                <c:pt idx="54">
                  <c:v>202</c:v>
                </c:pt>
                <c:pt idx="55">
                  <c:v>206</c:v>
                </c:pt>
                <c:pt idx="56">
                  <c:v>210</c:v>
                </c:pt>
                <c:pt idx="57">
                  <c:v>214</c:v>
                </c:pt>
                <c:pt idx="58">
                  <c:v>217</c:v>
                </c:pt>
                <c:pt idx="59">
                  <c:v>221</c:v>
                </c:pt>
                <c:pt idx="60">
                  <c:v>225</c:v>
                </c:pt>
                <c:pt idx="61">
                  <c:v>229</c:v>
                </c:pt>
                <c:pt idx="62">
                  <c:v>232</c:v>
                </c:pt>
                <c:pt idx="63">
                  <c:v>236</c:v>
                </c:pt>
                <c:pt idx="64">
                  <c:v>240</c:v>
                </c:pt>
                <c:pt idx="65">
                  <c:v>244</c:v>
                </c:pt>
                <c:pt idx="66">
                  <c:v>247</c:v>
                </c:pt>
                <c:pt idx="67">
                  <c:v>251</c:v>
                </c:pt>
                <c:pt idx="68">
                  <c:v>255</c:v>
                </c:pt>
                <c:pt idx="69">
                  <c:v>258</c:v>
                </c:pt>
                <c:pt idx="70">
                  <c:v>262</c:v>
                </c:pt>
                <c:pt idx="71">
                  <c:v>266</c:v>
                </c:pt>
                <c:pt idx="72">
                  <c:v>270</c:v>
                </c:pt>
                <c:pt idx="73">
                  <c:v>273</c:v>
                </c:pt>
                <c:pt idx="74">
                  <c:v>277</c:v>
                </c:pt>
                <c:pt idx="75">
                  <c:v>281</c:v>
                </c:pt>
                <c:pt idx="76">
                  <c:v>285</c:v>
                </c:pt>
                <c:pt idx="77">
                  <c:v>288</c:v>
                </c:pt>
                <c:pt idx="78">
                  <c:v>292</c:v>
                </c:pt>
                <c:pt idx="79">
                  <c:v>296</c:v>
                </c:pt>
                <c:pt idx="80">
                  <c:v>299</c:v>
                </c:pt>
                <c:pt idx="81">
                  <c:v>303</c:v>
                </c:pt>
                <c:pt idx="82">
                  <c:v>307</c:v>
                </c:pt>
                <c:pt idx="83">
                  <c:v>311</c:v>
                </c:pt>
                <c:pt idx="84">
                  <c:v>314</c:v>
                </c:pt>
                <c:pt idx="85">
                  <c:v>318</c:v>
                </c:pt>
                <c:pt idx="86">
                  <c:v>322</c:v>
                </c:pt>
                <c:pt idx="87">
                  <c:v>326</c:v>
                </c:pt>
                <c:pt idx="88">
                  <c:v>329</c:v>
                </c:pt>
                <c:pt idx="89">
                  <c:v>333</c:v>
                </c:pt>
                <c:pt idx="90">
                  <c:v>337</c:v>
                </c:pt>
                <c:pt idx="91">
                  <c:v>341</c:v>
                </c:pt>
                <c:pt idx="92">
                  <c:v>344</c:v>
                </c:pt>
                <c:pt idx="93">
                  <c:v>348</c:v>
                </c:pt>
                <c:pt idx="94">
                  <c:v>352</c:v>
                </c:pt>
                <c:pt idx="95">
                  <c:v>355</c:v>
                </c:pt>
                <c:pt idx="96">
                  <c:v>359</c:v>
                </c:pt>
                <c:pt idx="97">
                  <c:v>363</c:v>
                </c:pt>
                <c:pt idx="98">
                  <c:v>367</c:v>
                </c:pt>
                <c:pt idx="99">
                  <c:v>370</c:v>
                </c:pt>
                <c:pt idx="100">
                  <c:v>374</c:v>
                </c:pt>
                <c:pt idx="101">
                  <c:v>378</c:v>
                </c:pt>
                <c:pt idx="102">
                  <c:v>382</c:v>
                </c:pt>
                <c:pt idx="103">
                  <c:v>385</c:v>
                </c:pt>
                <c:pt idx="104">
                  <c:v>389</c:v>
                </c:pt>
                <c:pt idx="105">
                  <c:v>393</c:v>
                </c:pt>
                <c:pt idx="106">
                  <c:v>396</c:v>
                </c:pt>
                <c:pt idx="107">
                  <c:v>400</c:v>
                </c:pt>
                <c:pt idx="108">
                  <c:v>404</c:v>
                </c:pt>
                <c:pt idx="109">
                  <c:v>408</c:v>
                </c:pt>
                <c:pt idx="110">
                  <c:v>411</c:v>
                </c:pt>
                <c:pt idx="111">
                  <c:v>415</c:v>
                </c:pt>
                <c:pt idx="112">
                  <c:v>419</c:v>
                </c:pt>
                <c:pt idx="113">
                  <c:v>423</c:v>
                </c:pt>
                <c:pt idx="114">
                  <c:v>426</c:v>
                </c:pt>
                <c:pt idx="115">
                  <c:v>430</c:v>
                </c:pt>
                <c:pt idx="116">
                  <c:v>434</c:v>
                </c:pt>
                <c:pt idx="117">
                  <c:v>438</c:v>
                </c:pt>
                <c:pt idx="118">
                  <c:v>441</c:v>
                </c:pt>
                <c:pt idx="119">
                  <c:v>445</c:v>
                </c:pt>
              </c:numCache>
            </c:numRef>
          </c:xVal>
          <c:yVal>
            <c:numRef>
              <c:f>'Chart Data'!$L$2:$L$121</c:f>
              <c:numCache>
                <c:formatCode>General</c:formatCode>
                <c:ptCount val="120"/>
                <c:pt idx="0">
                  <c:v>1.0967227</c:v>
                </c:pt>
                <c:pt idx="1">
                  <c:v>1.0988965</c:v>
                </c:pt>
                <c:pt idx="2">
                  <c:v>1.0990516</c:v>
                </c:pt>
                <c:pt idx="3">
                  <c:v>1.0970756</c:v>
                </c:pt>
                <c:pt idx="4">
                  <c:v>1.097384</c:v>
                </c:pt>
                <c:pt idx="5">
                  <c:v>1.0977509</c:v>
                </c:pt>
                <c:pt idx="6">
                  <c:v>1.0946624</c:v>
                </c:pt>
                <c:pt idx="7">
                  <c:v>1.0932177</c:v>
                </c:pt>
                <c:pt idx="8">
                  <c:v>1.0933917</c:v>
                </c:pt>
                <c:pt idx="9">
                  <c:v>1.0930399</c:v>
                </c:pt>
                <c:pt idx="10">
                  <c:v>1.0927647</c:v>
                </c:pt>
                <c:pt idx="11">
                  <c:v>1.093464</c:v>
                </c:pt>
                <c:pt idx="12">
                  <c:v>1.09214</c:v>
                </c:pt>
                <c:pt idx="13">
                  <c:v>1.0819619</c:v>
                </c:pt>
                <c:pt idx="14">
                  <c:v>1.0795916</c:v>
                </c:pt>
                <c:pt idx="15">
                  <c:v>1.0830989</c:v>
                </c:pt>
                <c:pt idx="16">
                  <c:v>1.0845963</c:v>
                </c:pt>
                <c:pt idx="17">
                  <c:v>1.0856484</c:v>
                </c:pt>
                <c:pt idx="18">
                  <c:v>1.0871795</c:v>
                </c:pt>
                <c:pt idx="19">
                  <c:v>1.0873524</c:v>
                </c:pt>
                <c:pt idx="20">
                  <c:v>1.0869244</c:v>
                </c:pt>
                <c:pt idx="21">
                  <c:v>1.0890152</c:v>
                </c:pt>
                <c:pt idx="22">
                  <c:v>1.0864947</c:v>
                </c:pt>
                <c:pt idx="23">
                  <c:v>1.083376</c:v>
                </c:pt>
                <c:pt idx="24">
                  <c:v>1.0805966</c:v>
                </c:pt>
                <c:pt idx="25">
                  <c:v>1.078632</c:v>
                </c:pt>
                <c:pt idx="26">
                  <c:v>1.0797518</c:v>
                </c:pt>
                <c:pt idx="27">
                  <c:v>1.0770996</c:v>
                </c:pt>
                <c:pt idx="28">
                  <c:v>1.0758325</c:v>
                </c:pt>
                <c:pt idx="29">
                  <c:v>1.0733799</c:v>
                </c:pt>
                <c:pt idx="30">
                  <c:v>1.0743951</c:v>
                </c:pt>
                <c:pt idx="31">
                  <c:v>1.0727831</c:v>
                </c:pt>
                <c:pt idx="32">
                  <c:v>1.0740706</c:v>
                </c:pt>
                <c:pt idx="33">
                  <c:v>1.0720158</c:v>
                </c:pt>
                <c:pt idx="34">
                  <c:v>1.0742084</c:v>
                </c:pt>
                <c:pt idx="35">
                  <c:v>1.072552</c:v>
                </c:pt>
                <c:pt idx="36">
                  <c:v>1.0715374</c:v>
                </c:pt>
                <c:pt idx="37">
                  <c:v>1.0698555</c:v>
                </c:pt>
                <c:pt idx="38">
                  <c:v>1.0684812</c:v>
                </c:pt>
                <c:pt idx="39">
                  <c:v>1.068607</c:v>
                </c:pt>
                <c:pt idx="40">
                  <c:v>1.0663148</c:v>
                </c:pt>
                <c:pt idx="41">
                  <c:v>1.0652728</c:v>
                </c:pt>
                <c:pt idx="42">
                  <c:v>1.0682435</c:v>
                </c:pt>
                <c:pt idx="43">
                  <c:v>1.0667942</c:v>
                </c:pt>
                <c:pt idx="44">
                  <c:v>1.0660802</c:v>
                </c:pt>
                <c:pt idx="45">
                  <c:v>1.063401</c:v>
                </c:pt>
                <c:pt idx="46">
                  <c:v>1.0655766</c:v>
                </c:pt>
                <c:pt idx="47">
                  <c:v>1.0607401</c:v>
                </c:pt>
                <c:pt idx="48">
                  <c:v>1.062794</c:v>
                </c:pt>
                <c:pt idx="49">
                  <c:v>1.0615473</c:v>
                </c:pt>
                <c:pt idx="50">
                  <c:v>1.0606766</c:v>
                </c:pt>
                <c:pt idx="51">
                  <c:v>1.0603133</c:v>
                </c:pt>
                <c:pt idx="52">
                  <c:v>1.0602981</c:v>
                </c:pt>
                <c:pt idx="53">
                  <c:v>1.0583358</c:v>
                </c:pt>
                <c:pt idx="54">
                  <c:v>1.0590044</c:v>
                </c:pt>
                <c:pt idx="55">
                  <c:v>1.0570413</c:v>
                </c:pt>
                <c:pt idx="56">
                  <c:v>1.0533319</c:v>
                </c:pt>
                <c:pt idx="57">
                  <c:v>1.0523283</c:v>
                </c:pt>
                <c:pt idx="58">
                  <c:v>1.0521698</c:v>
                </c:pt>
                <c:pt idx="59">
                  <c:v>1.049059</c:v>
                </c:pt>
                <c:pt idx="60">
                  <c:v>1.0505917</c:v>
                </c:pt>
                <c:pt idx="61">
                  <c:v>1.0457119</c:v>
                </c:pt>
                <c:pt idx="62">
                  <c:v>1.0425451</c:v>
                </c:pt>
                <c:pt idx="63">
                  <c:v>1.0415118</c:v>
                </c:pt>
                <c:pt idx="64">
                  <c:v>1.0381001</c:v>
                </c:pt>
                <c:pt idx="65">
                  <c:v>1.042924</c:v>
                </c:pt>
                <c:pt idx="66">
                  <c:v>1.0448893</c:v>
                </c:pt>
                <c:pt idx="67">
                  <c:v>1.0364991</c:v>
                </c:pt>
                <c:pt idx="68">
                  <c:v>1.0290585</c:v>
                </c:pt>
                <c:pt idx="69">
                  <c:v>1.0242417</c:v>
                </c:pt>
                <c:pt idx="70">
                  <c:v>1.0204009</c:v>
                </c:pt>
                <c:pt idx="71">
                  <c:v>1.0175124</c:v>
                </c:pt>
                <c:pt idx="72">
                  <c:v>1.0116448</c:v>
                </c:pt>
                <c:pt idx="73">
                  <c:v>1.014392</c:v>
                </c:pt>
                <c:pt idx="74">
                  <c:v>1.0122459</c:v>
                </c:pt>
                <c:pt idx="75">
                  <c:v>1.013405</c:v>
                </c:pt>
                <c:pt idx="76">
                  <c:v>1.0116738</c:v>
                </c:pt>
                <c:pt idx="77">
                  <c:v>1.00984</c:v>
                </c:pt>
                <c:pt idx="78">
                  <c:v>1.007149</c:v>
                </c:pt>
                <c:pt idx="79">
                  <c:v>1.001896</c:v>
                </c:pt>
                <c:pt idx="80">
                  <c:v>1.0009087</c:v>
                </c:pt>
                <c:pt idx="81">
                  <c:v>1.001491</c:v>
                </c:pt>
                <c:pt idx="82">
                  <c:v>0.99483442</c:v>
                </c:pt>
                <c:pt idx="83">
                  <c:v>0.99198514</c:v>
                </c:pt>
                <c:pt idx="84">
                  <c:v>0.99303043</c:v>
                </c:pt>
                <c:pt idx="85">
                  <c:v>0.9895252</c:v>
                </c:pt>
                <c:pt idx="86">
                  <c:v>0.98809642</c:v>
                </c:pt>
                <c:pt idx="87">
                  <c:v>0.9867475</c:v>
                </c:pt>
                <c:pt idx="88">
                  <c:v>0.97869468</c:v>
                </c:pt>
                <c:pt idx="89">
                  <c:v>0.98374015</c:v>
                </c:pt>
                <c:pt idx="90">
                  <c:v>0.97625917</c:v>
                </c:pt>
                <c:pt idx="91">
                  <c:v>0.97189665</c:v>
                </c:pt>
                <c:pt idx="92">
                  <c:v>0.97298491</c:v>
                </c:pt>
                <c:pt idx="93">
                  <c:v>0.96859455</c:v>
                </c:pt>
                <c:pt idx="94">
                  <c:v>0.963126</c:v>
                </c:pt>
                <c:pt idx="95">
                  <c:v>0.95726854</c:v>
                </c:pt>
                <c:pt idx="96">
                  <c:v>0.95237768</c:v>
                </c:pt>
                <c:pt idx="97">
                  <c:v>0.94882464</c:v>
                </c:pt>
                <c:pt idx="98">
                  <c:v>0.94992298</c:v>
                </c:pt>
                <c:pt idx="99">
                  <c:v>0.9421525</c:v>
                </c:pt>
                <c:pt idx="100">
                  <c:v>0.93671042</c:v>
                </c:pt>
                <c:pt idx="101">
                  <c:v>0.93034452</c:v>
                </c:pt>
                <c:pt idx="102">
                  <c:v>0.92934203</c:v>
                </c:pt>
                <c:pt idx="103">
                  <c:v>0.92536056</c:v>
                </c:pt>
                <c:pt idx="104">
                  <c:v>0.91606271</c:v>
                </c:pt>
                <c:pt idx="105">
                  <c:v>0.91327149</c:v>
                </c:pt>
                <c:pt idx="106">
                  <c:v>0.90662664</c:v>
                </c:pt>
                <c:pt idx="107">
                  <c:v>0.90281934</c:v>
                </c:pt>
                <c:pt idx="108">
                  <c:v>0.8928864</c:v>
                </c:pt>
                <c:pt idx="109">
                  <c:v>0.89238113</c:v>
                </c:pt>
                <c:pt idx="110">
                  <c:v>0.88380438</c:v>
                </c:pt>
                <c:pt idx="111">
                  <c:v>0.884386</c:v>
                </c:pt>
                <c:pt idx="112">
                  <c:v>0.87406909</c:v>
                </c:pt>
                <c:pt idx="113">
                  <c:v>0.86260563</c:v>
                </c:pt>
                <c:pt idx="114">
                  <c:v>0.85854697</c:v>
                </c:pt>
                <c:pt idx="115">
                  <c:v>0.85193425</c:v>
                </c:pt>
                <c:pt idx="116">
                  <c:v>0.8452571</c:v>
                </c:pt>
                <c:pt idx="117">
                  <c:v>0.84085947</c:v>
                </c:pt>
                <c:pt idx="118">
                  <c:v>0.83021516</c:v>
                </c:pt>
                <c:pt idx="119">
                  <c:v>0.8261537</c:v>
                </c:pt>
              </c:numCache>
            </c:numRef>
          </c:yVal>
        </c:ser>
        <c:ser>
          <c:idx val="6"/>
          <c:order val="6"/>
          <c:tx>
            <c:v>Batch2_cell_006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Data'!$M$2:$M$121</c:f>
              <c:numCache>
                <c:formatCode>General</c:formatCode>
                <c:ptCount val="120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11</c:v>
                </c:pt>
                <c:pt idx="4">
                  <c:v>15</c:v>
                </c:pt>
                <c:pt idx="5">
                  <c:v>18</c:v>
                </c:pt>
                <c:pt idx="6">
                  <c:v>22</c:v>
                </c:pt>
                <c:pt idx="7">
                  <c:v>25</c:v>
                </c:pt>
                <c:pt idx="8">
                  <c:v>28</c:v>
                </c:pt>
                <c:pt idx="9">
                  <c:v>32</c:v>
                </c:pt>
                <c:pt idx="10">
                  <c:v>35</c:v>
                </c:pt>
                <c:pt idx="11">
                  <c:v>39</c:v>
                </c:pt>
                <c:pt idx="12">
                  <c:v>42</c:v>
                </c:pt>
                <c:pt idx="13">
                  <c:v>46</c:v>
                </c:pt>
                <c:pt idx="14">
                  <c:v>49</c:v>
                </c:pt>
                <c:pt idx="15">
                  <c:v>52</c:v>
                </c:pt>
                <c:pt idx="16">
                  <c:v>56</c:v>
                </c:pt>
                <c:pt idx="17">
                  <c:v>59</c:v>
                </c:pt>
                <c:pt idx="18">
                  <c:v>63</c:v>
                </c:pt>
                <c:pt idx="19">
                  <c:v>66</c:v>
                </c:pt>
                <c:pt idx="20">
                  <c:v>70</c:v>
                </c:pt>
                <c:pt idx="21">
                  <c:v>73</c:v>
                </c:pt>
                <c:pt idx="22">
                  <c:v>76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94</c:v>
                </c:pt>
                <c:pt idx="28">
                  <c:v>97</c:v>
                </c:pt>
                <c:pt idx="29">
                  <c:v>100</c:v>
                </c:pt>
                <c:pt idx="30">
                  <c:v>104</c:v>
                </c:pt>
                <c:pt idx="31">
                  <c:v>107</c:v>
                </c:pt>
                <c:pt idx="32">
                  <c:v>111</c:v>
                </c:pt>
                <c:pt idx="33">
                  <c:v>114</c:v>
                </c:pt>
                <c:pt idx="34">
                  <c:v>118</c:v>
                </c:pt>
                <c:pt idx="35">
                  <c:v>121</c:v>
                </c:pt>
                <c:pt idx="36">
                  <c:v>124</c:v>
                </c:pt>
                <c:pt idx="37">
                  <c:v>128</c:v>
                </c:pt>
                <c:pt idx="38">
                  <c:v>131</c:v>
                </c:pt>
                <c:pt idx="39">
                  <c:v>135</c:v>
                </c:pt>
                <c:pt idx="40">
                  <c:v>138</c:v>
                </c:pt>
                <c:pt idx="41">
                  <c:v>142</c:v>
                </c:pt>
                <c:pt idx="42">
                  <c:v>145</c:v>
                </c:pt>
                <c:pt idx="43">
                  <c:v>148</c:v>
                </c:pt>
                <c:pt idx="44">
                  <c:v>152</c:v>
                </c:pt>
                <c:pt idx="45">
                  <c:v>155</c:v>
                </c:pt>
                <c:pt idx="46">
                  <c:v>159</c:v>
                </c:pt>
                <c:pt idx="47">
                  <c:v>162</c:v>
                </c:pt>
                <c:pt idx="48">
                  <c:v>166</c:v>
                </c:pt>
                <c:pt idx="49">
                  <c:v>169</c:v>
                </c:pt>
                <c:pt idx="50">
                  <c:v>172</c:v>
                </c:pt>
                <c:pt idx="51">
                  <c:v>176</c:v>
                </c:pt>
                <c:pt idx="52">
                  <c:v>179</c:v>
                </c:pt>
                <c:pt idx="53">
                  <c:v>183</c:v>
                </c:pt>
                <c:pt idx="54">
                  <c:v>186</c:v>
                </c:pt>
                <c:pt idx="55">
                  <c:v>190</c:v>
                </c:pt>
                <c:pt idx="56">
                  <c:v>193</c:v>
                </c:pt>
                <c:pt idx="57">
                  <c:v>196</c:v>
                </c:pt>
                <c:pt idx="58">
                  <c:v>200</c:v>
                </c:pt>
                <c:pt idx="59">
                  <c:v>203</c:v>
                </c:pt>
                <c:pt idx="60">
                  <c:v>207</c:v>
                </c:pt>
                <c:pt idx="61">
                  <c:v>210</c:v>
                </c:pt>
                <c:pt idx="62">
                  <c:v>214</c:v>
                </c:pt>
                <c:pt idx="63">
                  <c:v>217</c:v>
                </c:pt>
                <c:pt idx="64">
                  <c:v>220</c:v>
                </c:pt>
                <c:pt idx="65">
                  <c:v>224</c:v>
                </c:pt>
                <c:pt idx="66">
                  <c:v>227</c:v>
                </c:pt>
                <c:pt idx="67">
                  <c:v>231</c:v>
                </c:pt>
                <c:pt idx="68">
                  <c:v>234</c:v>
                </c:pt>
                <c:pt idx="69">
                  <c:v>238</c:v>
                </c:pt>
                <c:pt idx="70">
                  <c:v>241</c:v>
                </c:pt>
                <c:pt idx="71">
                  <c:v>244</c:v>
                </c:pt>
                <c:pt idx="72">
                  <c:v>248</c:v>
                </c:pt>
                <c:pt idx="73">
                  <c:v>251</c:v>
                </c:pt>
                <c:pt idx="74">
                  <c:v>255</c:v>
                </c:pt>
                <c:pt idx="75">
                  <c:v>258</c:v>
                </c:pt>
                <c:pt idx="76">
                  <c:v>262</c:v>
                </c:pt>
                <c:pt idx="77">
                  <c:v>265</c:v>
                </c:pt>
                <c:pt idx="78">
                  <c:v>268</c:v>
                </c:pt>
                <c:pt idx="79">
                  <c:v>272</c:v>
                </c:pt>
                <c:pt idx="80">
                  <c:v>275</c:v>
                </c:pt>
                <c:pt idx="81">
                  <c:v>279</c:v>
                </c:pt>
                <c:pt idx="82">
                  <c:v>282</c:v>
                </c:pt>
                <c:pt idx="83">
                  <c:v>286</c:v>
                </c:pt>
                <c:pt idx="84">
                  <c:v>289</c:v>
                </c:pt>
                <c:pt idx="85">
                  <c:v>292</c:v>
                </c:pt>
                <c:pt idx="86">
                  <c:v>296</c:v>
                </c:pt>
                <c:pt idx="87">
                  <c:v>299</c:v>
                </c:pt>
                <c:pt idx="88">
                  <c:v>303</c:v>
                </c:pt>
                <c:pt idx="89">
                  <c:v>306</c:v>
                </c:pt>
                <c:pt idx="90">
                  <c:v>310</c:v>
                </c:pt>
                <c:pt idx="91">
                  <c:v>313</c:v>
                </c:pt>
                <c:pt idx="92">
                  <c:v>316</c:v>
                </c:pt>
                <c:pt idx="93">
                  <c:v>320</c:v>
                </c:pt>
                <c:pt idx="94">
                  <c:v>323</c:v>
                </c:pt>
                <c:pt idx="95">
                  <c:v>327</c:v>
                </c:pt>
                <c:pt idx="96">
                  <c:v>330</c:v>
                </c:pt>
                <c:pt idx="97">
                  <c:v>334</c:v>
                </c:pt>
                <c:pt idx="98">
                  <c:v>337</c:v>
                </c:pt>
                <c:pt idx="99">
                  <c:v>340</c:v>
                </c:pt>
                <c:pt idx="100">
                  <c:v>344</c:v>
                </c:pt>
                <c:pt idx="101">
                  <c:v>347</c:v>
                </c:pt>
                <c:pt idx="102">
                  <c:v>351</c:v>
                </c:pt>
                <c:pt idx="103">
                  <c:v>354</c:v>
                </c:pt>
                <c:pt idx="104">
                  <c:v>358</c:v>
                </c:pt>
                <c:pt idx="105">
                  <c:v>361</c:v>
                </c:pt>
                <c:pt idx="106">
                  <c:v>364</c:v>
                </c:pt>
                <c:pt idx="107">
                  <c:v>368</c:v>
                </c:pt>
                <c:pt idx="108">
                  <c:v>371</c:v>
                </c:pt>
                <c:pt idx="109">
                  <c:v>375</c:v>
                </c:pt>
                <c:pt idx="110">
                  <c:v>378</c:v>
                </c:pt>
                <c:pt idx="111">
                  <c:v>382</c:v>
                </c:pt>
                <c:pt idx="112">
                  <c:v>385</c:v>
                </c:pt>
                <c:pt idx="113">
                  <c:v>388</c:v>
                </c:pt>
                <c:pt idx="114">
                  <c:v>392</c:v>
                </c:pt>
                <c:pt idx="115">
                  <c:v>395</c:v>
                </c:pt>
                <c:pt idx="116">
                  <c:v>399</c:v>
                </c:pt>
                <c:pt idx="117">
                  <c:v>402</c:v>
                </c:pt>
                <c:pt idx="118">
                  <c:v>406</c:v>
                </c:pt>
                <c:pt idx="119">
                  <c:v>409</c:v>
                </c:pt>
              </c:numCache>
            </c:numRef>
          </c:xVal>
          <c:yVal>
            <c:numRef>
              <c:f>'Chart Data'!$N$2:$N$121</c:f>
              <c:numCache>
                <c:formatCode>General</c:formatCode>
                <c:ptCount val="120"/>
                <c:pt idx="0">
                  <c:v>1.0867316</c:v>
                </c:pt>
                <c:pt idx="1">
                  <c:v>1.090163</c:v>
                </c:pt>
                <c:pt idx="2">
                  <c:v>1.0893795</c:v>
                </c:pt>
                <c:pt idx="3">
                  <c:v>1.090368</c:v>
                </c:pt>
                <c:pt idx="4">
                  <c:v>1.0911855</c:v>
                </c:pt>
                <c:pt idx="5">
                  <c:v>1.09162</c:v>
                </c:pt>
                <c:pt idx="6">
                  <c:v>1.0919758</c:v>
                </c:pt>
                <c:pt idx="7">
                  <c:v>1.0890782</c:v>
                </c:pt>
                <c:pt idx="8">
                  <c:v>1.0910544</c:v>
                </c:pt>
                <c:pt idx="9">
                  <c:v>1.0903271</c:v>
                </c:pt>
                <c:pt idx="10">
                  <c:v>1.0882457</c:v>
                </c:pt>
                <c:pt idx="11">
                  <c:v>1.093403</c:v>
                </c:pt>
                <c:pt idx="12">
                  <c:v>1.0929651</c:v>
                </c:pt>
                <c:pt idx="13">
                  <c:v>1.0924507</c:v>
                </c:pt>
                <c:pt idx="14">
                  <c:v>1.0936093</c:v>
                </c:pt>
                <c:pt idx="15">
                  <c:v>1.0929352</c:v>
                </c:pt>
                <c:pt idx="16">
                  <c:v>1.0936135</c:v>
                </c:pt>
                <c:pt idx="17">
                  <c:v>1.09305</c:v>
                </c:pt>
                <c:pt idx="18">
                  <c:v>1.0965389</c:v>
                </c:pt>
                <c:pt idx="19">
                  <c:v>1.098047</c:v>
                </c:pt>
                <c:pt idx="20">
                  <c:v>1.0960953</c:v>
                </c:pt>
                <c:pt idx="21">
                  <c:v>1.0982168</c:v>
                </c:pt>
                <c:pt idx="22">
                  <c:v>1.1000568</c:v>
                </c:pt>
                <c:pt idx="23">
                  <c:v>1.0978919</c:v>
                </c:pt>
                <c:pt idx="24">
                  <c:v>1.0986458</c:v>
                </c:pt>
                <c:pt idx="25">
                  <c:v>1.0956293</c:v>
                </c:pt>
                <c:pt idx="26">
                  <c:v>1.0921903</c:v>
                </c:pt>
                <c:pt idx="27">
                  <c:v>1.0910447</c:v>
                </c:pt>
                <c:pt idx="28">
                  <c:v>1.0912347</c:v>
                </c:pt>
                <c:pt idx="29">
                  <c:v>1.090597</c:v>
                </c:pt>
                <c:pt idx="30">
                  <c:v>1.0892899</c:v>
                </c:pt>
                <c:pt idx="31">
                  <c:v>1.0879191</c:v>
                </c:pt>
                <c:pt idx="32">
                  <c:v>1.0897725</c:v>
                </c:pt>
                <c:pt idx="33">
                  <c:v>1.089202</c:v>
                </c:pt>
                <c:pt idx="34">
                  <c:v>1.0921425</c:v>
                </c:pt>
                <c:pt idx="35">
                  <c:v>1.0900321</c:v>
                </c:pt>
                <c:pt idx="36">
                  <c:v>1.0870826</c:v>
                </c:pt>
                <c:pt idx="37">
                  <c:v>1.0893862</c:v>
                </c:pt>
                <c:pt idx="38">
                  <c:v>1.0900203</c:v>
                </c:pt>
                <c:pt idx="39">
                  <c:v>1.0901419</c:v>
                </c:pt>
                <c:pt idx="40">
                  <c:v>1.0884748</c:v>
                </c:pt>
                <c:pt idx="41">
                  <c:v>1.0859885</c:v>
                </c:pt>
                <c:pt idx="42">
                  <c:v>1.0851281</c:v>
                </c:pt>
                <c:pt idx="43">
                  <c:v>1.0907419</c:v>
                </c:pt>
                <c:pt idx="44">
                  <c:v>1.0893215</c:v>
                </c:pt>
                <c:pt idx="45">
                  <c:v>1.0887694</c:v>
                </c:pt>
                <c:pt idx="46">
                  <c:v>1.0886524</c:v>
                </c:pt>
                <c:pt idx="47">
                  <c:v>1.0901248</c:v>
                </c:pt>
                <c:pt idx="48">
                  <c:v>1.087756</c:v>
                </c:pt>
                <c:pt idx="49">
                  <c:v>1.0866176</c:v>
                </c:pt>
                <c:pt idx="50">
                  <c:v>1.0851475</c:v>
                </c:pt>
                <c:pt idx="51">
                  <c:v>1.088725</c:v>
                </c:pt>
                <c:pt idx="52">
                  <c:v>1.0876522</c:v>
                </c:pt>
                <c:pt idx="53">
                  <c:v>1.087833</c:v>
                </c:pt>
                <c:pt idx="54">
                  <c:v>1.0888135</c:v>
                </c:pt>
                <c:pt idx="55">
                  <c:v>1.0871074</c:v>
                </c:pt>
                <c:pt idx="56">
                  <c:v>1.0860429</c:v>
                </c:pt>
                <c:pt idx="57">
                  <c:v>1.0852432</c:v>
                </c:pt>
                <c:pt idx="58">
                  <c:v>1.0841267</c:v>
                </c:pt>
                <c:pt idx="59">
                  <c:v>1.0834054</c:v>
                </c:pt>
                <c:pt idx="60">
                  <c:v>1.0821649</c:v>
                </c:pt>
                <c:pt idx="61">
                  <c:v>1.0806602</c:v>
                </c:pt>
                <c:pt idx="62">
                  <c:v>1.0812273</c:v>
                </c:pt>
                <c:pt idx="63">
                  <c:v>1.0777738</c:v>
                </c:pt>
                <c:pt idx="64">
                  <c:v>1.0766915</c:v>
                </c:pt>
                <c:pt idx="65">
                  <c:v>1.0772254</c:v>
                </c:pt>
                <c:pt idx="66">
                  <c:v>1.0741885</c:v>
                </c:pt>
                <c:pt idx="67">
                  <c:v>1.0735556</c:v>
                </c:pt>
                <c:pt idx="68">
                  <c:v>1.0715846</c:v>
                </c:pt>
                <c:pt idx="69">
                  <c:v>1.0753572</c:v>
                </c:pt>
                <c:pt idx="70">
                  <c:v>1.0771774</c:v>
                </c:pt>
                <c:pt idx="71">
                  <c:v>1.070562</c:v>
                </c:pt>
                <c:pt idx="72">
                  <c:v>1.0655642</c:v>
                </c:pt>
                <c:pt idx="73">
                  <c:v>1.0598348</c:v>
                </c:pt>
                <c:pt idx="74">
                  <c:v>1.0544121</c:v>
                </c:pt>
                <c:pt idx="75">
                  <c:v>1.0526211</c:v>
                </c:pt>
                <c:pt idx="76">
                  <c:v>1.0524616</c:v>
                </c:pt>
                <c:pt idx="77">
                  <c:v>1.0477208</c:v>
                </c:pt>
                <c:pt idx="78">
                  <c:v>1.0483055</c:v>
                </c:pt>
                <c:pt idx="79">
                  <c:v>1.046949</c:v>
                </c:pt>
                <c:pt idx="80">
                  <c:v>1.0489348</c:v>
                </c:pt>
                <c:pt idx="81">
                  <c:v>1.0428238</c:v>
                </c:pt>
                <c:pt idx="82">
                  <c:v>1.0424705</c:v>
                </c:pt>
                <c:pt idx="83">
                  <c:v>1.0406523</c:v>
                </c:pt>
                <c:pt idx="84">
                  <c:v>1.0373772</c:v>
                </c:pt>
                <c:pt idx="85">
                  <c:v>1.034273</c:v>
                </c:pt>
                <c:pt idx="86">
                  <c:v>1.0322683</c:v>
                </c:pt>
                <c:pt idx="87">
                  <c:v>1.0299896</c:v>
                </c:pt>
                <c:pt idx="88">
                  <c:v>1.0252397</c:v>
                </c:pt>
                <c:pt idx="89">
                  <c:v>1.020999</c:v>
                </c:pt>
                <c:pt idx="90">
                  <c:v>1.0236374</c:v>
                </c:pt>
                <c:pt idx="91">
                  <c:v>1.0187199</c:v>
                </c:pt>
                <c:pt idx="92">
                  <c:v>1.0152463</c:v>
                </c:pt>
                <c:pt idx="93">
                  <c:v>1.0108535</c:v>
                </c:pt>
                <c:pt idx="94">
                  <c:v>1.0079986</c:v>
                </c:pt>
                <c:pt idx="95">
                  <c:v>1.0109452</c:v>
                </c:pt>
                <c:pt idx="96">
                  <c:v>1.0034063</c:v>
                </c:pt>
                <c:pt idx="97">
                  <c:v>0.99697924</c:v>
                </c:pt>
                <c:pt idx="98">
                  <c:v>0.99261051</c:v>
                </c:pt>
                <c:pt idx="99">
                  <c:v>0.99041027</c:v>
                </c:pt>
                <c:pt idx="100">
                  <c:v>0.98327374</c:v>
                </c:pt>
                <c:pt idx="101">
                  <c:v>0.97918212</c:v>
                </c:pt>
                <c:pt idx="102">
                  <c:v>0.96952808</c:v>
                </c:pt>
                <c:pt idx="103">
                  <c:v>0.96495724</c:v>
                </c:pt>
                <c:pt idx="104">
                  <c:v>0.96126699</c:v>
                </c:pt>
                <c:pt idx="105">
                  <c:v>0.94978839</c:v>
                </c:pt>
                <c:pt idx="106">
                  <c:v>0.94471371</c:v>
                </c:pt>
                <c:pt idx="107">
                  <c:v>0.93728459</c:v>
                </c:pt>
                <c:pt idx="108">
                  <c:v>0.93164152</c:v>
                </c:pt>
                <c:pt idx="109">
                  <c:v>0.92128754</c:v>
                </c:pt>
                <c:pt idx="110">
                  <c:v>0.91417307</c:v>
                </c:pt>
                <c:pt idx="111">
                  <c:v>0.90498185</c:v>
                </c:pt>
                <c:pt idx="112">
                  <c:v>0.89994836</c:v>
                </c:pt>
                <c:pt idx="113">
                  <c:v>0.88943243</c:v>
                </c:pt>
                <c:pt idx="114">
                  <c:v>0.88047856</c:v>
                </c:pt>
                <c:pt idx="115">
                  <c:v>0.87767047</c:v>
                </c:pt>
                <c:pt idx="116">
                  <c:v>0.86485362</c:v>
                </c:pt>
                <c:pt idx="117">
                  <c:v>0.85808909</c:v>
                </c:pt>
                <c:pt idx="118">
                  <c:v>0.8414405</c:v>
                </c:pt>
                <c:pt idx="119">
                  <c:v>0.82940364</c:v>
                </c:pt>
              </c:numCache>
            </c:numRef>
          </c:yVal>
        </c:ser>
        <c:ser>
          <c:idx val="7"/>
          <c:order val="7"/>
          <c:tx>
            <c:v>Batch2_cell_010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23</c:v>
                </c:pt>
                <c:pt idx="6">
                  <c:v>27</c:v>
                </c:pt>
                <c:pt idx="7">
                  <c:v>31</c:v>
                </c:pt>
                <c:pt idx="8">
                  <c:v>36</c:v>
                </c:pt>
                <c:pt idx="9">
                  <c:v>40</c:v>
                </c:pt>
                <c:pt idx="10">
                  <c:v>45</c:v>
                </c:pt>
                <c:pt idx="11">
                  <c:v>49</c:v>
                </c:pt>
                <c:pt idx="12">
                  <c:v>53</c:v>
                </c:pt>
                <c:pt idx="13">
                  <c:v>58</c:v>
                </c:pt>
                <c:pt idx="14">
                  <c:v>62</c:v>
                </c:pt>
                <c:pt idx="15">
                  <c:v>66</c:v>
                </c:pt>
                <c:pt idx="16">
                  <c:v>71</c:v>
                </c:pt>
                <c:pt idx="17">
                  <c:v>75</c:v>
                </c:pt>
                <c:pt idx="18">
                  <c:v>79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97</c:v>
                </c:pt>
                <c:pt idx="23">
                  <c:v>101</c:v>
                </c:pt>
                <c:pt idx="24">
                  <c:v>105</c:v>
                </c:pt>
                <c:pt idx="25">
                  <c:v>110</c:v>
                </c:pt>
                <c:pt idx="26">
                  <c:v>114</c:v>
                </c:pt>
                <c:pt idx="27">
                  <c:v>119</c:v>
                </c:pt>
                <c:pt idx="28">
                  <c:v>123</c:v>
                </c:pt>
                <c:pt idx="29">
                  <c:v>127</c:v>
                </c:pt>
                <c:pt idx="30">
                  <c:v>132</c:v>
                </c:pt>
                <c:pt idx="31">
                  <c:v>136</c:v>
                </c:pt>
                <c:pt idx="32">
                  <c:v>140</c:v>
                </c:pt>
                <c:pt idx="33">
                  <c:v>145</c:v>
                </c:pt>
                <c:pt idx="34">
                  <c:v>149</c:v>
                </c:pt>
                <c:pt idx="35">
                  <c:v>153</c:v>
                </c:pt>
                <c:pt idx="36">
                  <c:v>158</c:v>
                </c:pt>
                <c:pt idx="37">
                  <c:v>162</c:v>
                </c:pt>
                <c:pt idx="38">
                  <c:v>166</c:v>
                </c:pt>
                <c:pt idx="39">
                  <c:v>171</c:v>
                </c:pt>
                <c:pt idx="40">
                  <c:v>175</c:v>
                </c:pt>
                <c:pt idx="41">
                  <c:v>179</c:v>
                </c:pt>
                <c:pt idx="42">
                  <c:v>184</c:v>
                </c:pt>
                <c:pt idx="43">
                  <c:v>188</c:v>
                </c:pt>
                <c:pt idx="44">
                  <c:v>193</c:v>
                </c:pt>
                <c:pt idx="45">
                  <c:v>197</c:v>
                </c:pt>
                <c:pt idx="46">
                  <c:v>201</c:v>
                </c:pt>
                <c:pt idx="47">
                  <c:v>206</c:v>
                </c:pt>
                <c:pt idx="48">
                  <c:v>210</c:v>
                </c:pt>
                <c:pt idx="49">
                  <c:v>214</c:v>
                </c:pt>
                <c:pt idx="50">
                  <c:v>219</c:v>
                </c:pt>
                <c:pt idx="51">
                  <c:v>223</c:v>
                </c:pt>
                <c:pt idx="52">
                  <c:v>227</c:v>
                </c:pt>
                <c:pt idx="53">
                  <c:v>232</c:v>
                </c:pt>
                <c:pt idx="54">
                  <c:v>236</c:v>
                </c:pt>
                <c:pt idx="55">
                  <c:v>240</c:v>
                </c:pt>
                <c:pt idx="56">
                  <c:v>245</c:v>
                </c:pt>
                <c:pt idx="57">
                  <c:v>249</c:v>
                </c:pt>
                <c:pt idx="58">
                  <c:v>253</c:v>
                </c:pt>
                <c:pt idx="59">
                  <c:v>258</c:v>
                </c:pt>
                <c:pt idx="60">
                  <c:v>262</c:v>
                </c:pt>
                <c:pt idx="61">
                  <c:v>267</c:v>
                </c:pt>
                <c:pt idx="62">
                  <c:v>271</c:v>
                </c:pt>
                <c:pt idx="63">
                  <c:v>275</c:v>
                </c:pt>
                <c:pt idx="64">
                  <c:v>280</c:v>
                </c:pt>
                <c:pt idx="65">
                  <c:v>284</c:v>
                </c:pt>
                <c:pt idx="66">
                  <c:v>288</c:v>
                </c:pt>
                <c:pt idx="67">
                  <c:v>293</c:v>
                </c:pt>
                <c:pt idx="68">
                  <c:v>297</c:v>
                </c:pt>
                <c:pt idx="69">
                  <c:v>301</c:v>
                </c:pt>
                <c:pt idx="70">
                  <c:v>306</c:v>
                </c:pt>
                <c:pt idx="71">
                  <c:v>310</c:v>
                </c:pt>
                <c:pt idx="72">
                  <c:v>314</c:v>
                </c:pt>
                <c:pt idx="73">
                  <c:v>319</c:v>
                </c:pt>
                <c:pt idx="74">
                  <c:v>323</c:v>
                </c:pt>
                <c:pt idx="75">
                  <c:v>327</c:v>
                </c:pt>
                <c:pt idx="76">
                  <c:v>332</c:v>
                </c:pt>
                <c:pt idx="77">
                  <c:v>336</c:v>
                </c:pt>
                <c:pt idx="78">
                  <c:v>341</c:v>
                </c:pt>
                <c:pt idx="79">
                  <c:v>345</c:v>
                </c:pt>
                <c:pt idx="80">
                  <c:v>349</c:v>
                </c:pt>
                <c:pt idx="81">
                  <c:v>354</c:v>
                </c:pt>
                <c:pt idx="82">
                  <c:v>358</c:v>
                </c:pt>
                <c:pt idx="83">
                  <c:v>362</c:v>
                </c:pt>
                <c:pt idx="84">
                  <c:v>367</c:v>
                </c:pt>
                <c:pt idx="85">
                  <c:v>371</c:v>
                </c:pt>
                <c:pt idx="86">
                  <c:v>375</c:v>
                </c:pt>
                <c:pt idx="87">
                  <c:v>380</c:v>
                </c:pt>
                <c:pt idx="88">
                  <c:v>384</c:v>
                </c:pt>
                <c:pt idx="89">
                  <c:v>388</c:v>
                </c:pt>
                <c:pt idx="90">
                  <c:v>393</c:v>
                </c:pt>
                <c:pt idx="91">
                  <c:v>397</c:v>
                </c:pt>
                <c:pt idx="92">
                  <c:v>401</c:v>
                </c:pt>
                <c:pt idx="93">
                  <c:v>406</c:v>
                </c:pt>
                <c:pt idx="94">
                  <c:v>410</c:v>
                </c:pt>
                <c:pt idx="95">
                  <c:v>415</c:v>
                </c:pt>
                <c:pt idx="96">
                  <c:v>419</c:v>
                </c:pt>
                <c:pt idx="97">
                  <c:v>423</c:v>
                </c:pt>
                <c:pt idx="98">
                  <c:v>428</c:v>
                </c:pt>
                <c:pt idx="99">
                  <c:v>432</c:v>
                </c:pt>
                <c:pt idx="100">
                  <c:v>436</c:v>
                </c:pt>
                <c:pt idx="101">
                  <c:v>441</c:v>
                </c:pt>
                <c:pt idx="102">
                  <c:v>445</c:v>
                </c:pt>
                <c:pt idx="103">
                  <c:v>449</c:v>
                </c:pt>
                <c:pt idx="104">
                  <c:v>454</c:v>
                </c:pt>
                <c:pt idx="105">
                  <c:v>458</c:v>
                </c:pt>
                <c:pt idx="106">
                  <c:v>462</c:v>
                </c:pt>
                <c:pt idx="107">
                  <c:v>467</c:v>
                </c:pt>
                <c:pt idx="108">
                  <c:v>471</c:v>
                </c:pt>
                <c:pt idx="109">
                  <c:v>475</c:v>
                </c:pt>
                <c:pt idx="110">
                  <c:v>480</c:v>
                </c:pt>
                <c:pt idx="111">
                  <c:v>484</c:v>
                </c:pt>
                <c:pt idx="112">
                  <c:v>489</c:v>
                </c:pt>
                <c:pt idx="113">
                  <c:v>493</c:v>
                </c:pt>
                <c:pt idx="114">
                  <c:v>497</c:v>
                </c:pt>
                <c:pt idx="115">
                  <c:v>502</c:v>
                </c:pt>
                <c:pt idx="116">
                  <c:v>506</c:v>
                </c:pt>
                <c:pt idx="117">
                  <c:v>510</c:v>
                </c:pt>
                <c:pt idx="118">
                  <c:v>515</c:v>
                </c:pt>
                <c:pt idx="119">
                  <c:v>519</c:v>
                </c:pt>
              </c:numCache>
            </c:numRef>
          </c:xVal>
          <c:yVal>
            <c:numRef>
              <c:f>'Chart Data'!$P$2:$P$121</c:f>
              <c:numCache>
                <c:formatCode>General</c:formatCode>
                <c:ptCount val="120"/>
                <c:pt idx="0">
                  <c:v>1.1081897</c:v>
                </c:pt>
                <c:pt idx="1">
                  <c:v>1.1109428</c:v>
                </c:pt>
                <c:pt idx="2">
                  <c:v>1.1099281</c:v>
                </c:pt>
                <c:pt idx="3">
                  <c:v>1.1098194</c:v>
                </c:pt>
                <c:pt idx="4">
                  <c:v>1.1101619</c:v>
                </c:pt>
                <c:pt idx="5">
                  <c:v>1.1113056</c:v>
                </c:pt>
                <c:pt idx="6">
                  <c:v>1.1120434</c:v>
                </c:pt>
                <c:pt idx="7">
                  <c:v>1.1113164</c:v>
                </c:pt>
                <c:pt idx="8">
                  <c:v>1.1136953</c:v>
                </c:pt>
                <c:pt idx="9">
                  <c:v>1.1133684</c:v>
                </c:pt>
                <c:pt idx="10">
                  <c:v>1.1152341</c:v>
                </c:pt>
                <c:pt idx="11">
                  <c:v>1.1069163</c:v>
                </c:pt>
                <c:pt idx="12">
                  <c:v>1.109795</c:v>
                </c:pt>
                <c:pt idx="13">
                  <c:v>1.1097949</c:v>
                </c:pt>
                <c:pt idx="14">
                  <c:v>1.1087297</c:v>
                </c:pt>
                <c:pt idx="15">
                  <c:v>1.1131971</c:v>
                </c:pt>
                <c:pt idx="16">
                  <c:v>1.1141278</c:v>
                </c:pt>
                <c:pt idx="17">
                  <c:v>1.1130853</c:v>
                </c:pt>
                <c:pt idx="18">
                  <c:v>1.1136762</c:v>
                </c:pt>
                <c:pt idx="19">
                  <c:v>1.1155241</c:v>
                </c:pt>
                <c:pt idx="20">
                  <c:v>1.1146145</c:v>
                </c:pt>
                <c:pt idx="21">
                  <c:v>1.1148756</c:v>
                </c:pt>
                <c:pt idx="22">
                  <c:v>1.1166124</c:v>
                </c:pt>
                <c:pt idx="23">
                  <c:v>1.1179665</c:v>
                </c:pt>
                <c:pt idx="24">
                  <c:v>1.1168873</c:v>
                </c:pt>
                <c:pt idx="25">
                  <c:v>1.1172382</c:v>
                </c:pt>
                <c:pt idx="26">
                  <c:v>1.1161885</c:v>
                </c:pt>
                <c:pt idx="27">
                  <c:v>1.1174642</c:v>
                </c:pt>
                <c:pt idx="28">
                  <c:v>1.1174618</c:v>
                </c:pt>
                <c:pt idx="29">
                  <c:v>1.1196871</c:v>
                </c:pt>
                <c:pt idx="30">
                  <c:v>1.1173239</c:v>
                </c:pt>
                <c:pt idx="31">
                  <c:v>1.119132</c:v>
                </c:pt>
                <c:pt idx="32">
                  <c:v>1.1195277</c:v>
                </c:pt>
                <c:pt idx="33">
                  <c:v>1.1199342</c:v>
                </c:pt>
                <c:pt idx="34">
                  <c:v>1.1179657</c:v>
                </c:pt>
                <c:pt idx="35">
                  <c:v>1.1175727</c:v>
                </c:pt>
                <c:pt idx="36">
                  <c:v>1.1193385</c:v>
                </c:pt>
                <c:pt idx="37">
                  <c:v>1.1196165</c:v>
                </c:pt>
                <c:pt idx="38">
                  <c:v>1.1182498</c:v>
                </c:pt>
                <c:pt idx="39">
                  <c:v>1.1177614</c:v>
                </c:pt>
                <c:pt idx="40">
                  <c:v>1.1188058</c:v>
                </c:pt>
                <c:pt idx="41">
                  <c:v>1.1181484</c:v>
                </c:pt>
                <c:pt idx="42">
                  <c:v>1.1158839</c:v>
                </c:pt>
                <c:pt idx="43">
                  <c:v>1.115943</c:v>
                </c:pt>
                <c:pt idx="44">
                  <c:v>1.1148095</c:v>
                </c:pt>
                <c:pt idx="45">
                  <c:v>1.1174154</c:v>
                </c:pt>
                <c:pt idx="46">
                  <c:v>1.1157326</c:v>
                </c:pt>
                <c:pt idx="47">
                  <c:v>1.1143222</c:v>
                </c:pt>
                <c:pt idx="48">
                  <c:v>1.1155961</c:v>
                </c:pt>
                <c:pt idx="49">
                  <c:v>1.1156099</c:v>
                </c:pt>
                <c:pt idx="50">
                  <c:v>1.1142517</c:v>
                </c:pt>
                <c:pt idx="51">
                  <c:v>1.1110903</c:v>
                </c:pt>
                <c:pt idx="52">
                  <c:v>1.1119695</c:v>
                </c:pt>
                <c:pt idx="53">
                  <c:v>1.1107994</c:v>
                </c:pt>
                <c:pt idx="54">
                  <c:v>1.1109239</c:v>
                </c:pt>
                <c:pt idx="55">
                  <c:v>1.109134</c:v>
                </c:pt>
                <c:pt idx="56">
                  <c:v>1.1102113</c:v>
                </c:pt>
                <c:pt idx="57">
                  <c:v>1.1076022</c:v>
                </c:pt>
                <c:pt idx="58">
                  <c:v>1.1062076</c:v>
                </c:pt>
                <c:pt idx="59">
                  <c:v>1.1062695</c:v>
                </c:pt>
                <c:pt idx="60">
                  <c:v>1.1047739</c:v>
                </c:pt>
                <c:pt idx="61">
                  <c:v>1.101977</c:v>
                </c:pt>
                <c:pt idx="62">
                  <c:v>1.1007251</c:v>
                </c:pt>
                <c:pt idx="63">
                  <c:v>1.0992683</c:v>
                </c:pt>
                <c:pt idx="64">
                  <c:v>1.0992117</c:v>
                </c:pt>
                <c:pt idx="65">
                  <c:v>1.0990807</c:v>
                </c:pt>
                <c:pt idx="66">
                  <c:v>1.0979565</c:v>
                </c:pt>
                <c:pt idx="67">
                  <c:v>1.0958742</c:v>
                </c:pt>
                <c:pt idx="68">
                  <c:v>1.0938295</c:v>
                </c:pt>
                <c:pt idx="69">
                  <c:v>1.092484</c:v>
                </c:pt>
                <c:pt idx="70">
                  <c:v>1.0912507</c:v>
                </c:pt>
                <c:pt idx="71">
                  <c:v>1.0883037</c:v>
                </c:pt>
                <c:pt idx="72">
                  <c:v>1.0865816</c:v>
                </c:pt>
                <c:pt idx="73">
                  <c:v>1.0869159</c:v>
                </c:pt>
                <c:pt idx="74">
                  <c:v>1.0847828</c:v>
                </c:pt>
                <c:pt idx="75">
                  <c:v>1.0840769</c:v>
                </c:pt>
                <c:pt idx="76">
                  <c:v>1.0801847</c:v>
                </c:pt>
                <c:pt idx="77">
                  <c:v>1.0784544</c:v>
                </c:pt>
                <c:pt idx="78">
                  <c:v>1.0763676</c:v>
                </c:pt>
                <c:pt idx="79">
                  <c:v>1.0741774</c:v>
                </c:pt>
                <c:pt idx="80">
                  <c:v>1.0728689</c:v>
                </c:pt>
                <c:pt idx="81">
                  <c:v>1.0675176</c:v>
                </c:pt>
                <c:pt idx="82">
                  <c:v>1.0657938</c:v>
                </c:pt>
                <c:pt idx="83">
                  <c:v>1.0629407</c:v>
                </c:pt>
                <c:pt idx="84">
                  <c:v>1.060733</c:v>
                </c:pt>
                <c:pt idx="85">
                  <c:v>1.0566331</c:v>
                </c:pt>
                <c:pt idx="86">
                  <c:v>1.0539519</c:v>
                </c:pt>
                <c:pt idx="87">
                  <c:v>1.0516945</c:v>
                </c:pt>
                <c:pt idx="88">
                  <c:v>1.0470377</c:v>
                </c:pt>
                <c:pt idx="89">
                  <c:v>1.0438282</c:v>
                </c:pt>
                <c:pt idx="90">
                  <c:v>1.0385427</c:v>
                </c:pt>
                <c:pt idx="91">
                  <c:v>1.0375865</c:v>
                </c:pt>
                <c:pt idx="92">
                  <c:v>1.0323858</c:v>
                </c:pt>
                <c:pt idx="93">
                  <c:v>1.0283616</c:v>
                </c:pt>
                <c:pt idx="94">
                  <c:v>1.0244445</c:v>
                </c:pt>
                <c:pt idx="95">
                  <c:v>1.0169377</c:v>
                </c:pt>
                <c:pt idx="96">
                  <c:v>1.0129979</c:v>
                </c:pt>
                <c:pt idx="97">
                  <c:v>1.0071319</c:v>
                </c:pt>
                <c:pt idx="98">
                  <c:v>1.0006589</c:v>
                </c:pt>
                <c:pt idx="99">
                  <c:v>0.99500591</c:v>
                </c:pt>
                <c:pt idx="100">
                  <c:v>0.98801386</c:v>
                </c:pt>
                <c:pt idx="101">
                  <c:v>0.97760212</c:v>
                </c:pt>
                <c:pt idx="102">
                  <c:v>0.97253412</c:v>
                </c:pt>
                <c:pt idx="103">
                  <c:v>0.96225947</c:v>
                </c:pt>
                <c:pt idx="104">
                  <c:v>0.95412952</c:v>
                </c:pt>
                <c:pt idx="105">
                  <c:v>0.94740552</c:v>
                </c:pt>
                <c:pt idx="106">
                  <c:v>0.93848443</c:v>
                </c:pt>
                <c:pt idx="107">
                  <c:v>0.93083221</c:v>
                </c:pt>
                <c:pt idx="108">
                  <c:v>0.92354369</c:v>
                </c:pt>
                <c:pt idx="109">
                  <c:v>0.91634285</c:v>
                </c:pt>
                <c:pt idx="110">
                  <c:v>0.90496075</c:v>
                </c:pt>
                <c:pt idx="111">
                  <c:v>0.89862537</c:v>
                </c:pt>
                <c:pt idx="112">
                  <c:v>0.88711935</c:v>
                </c:pt>
                <c:pt idx="113">
                  <c:v>0.87995112</c:v>
                </c:pt>
                <c:pt idx="114">
                  <c:v>0.87207884</c:v>
                </c:pt>
                <c:pt idx="115">
                  <c:v>0.86166453</c:v>
                </c:pt>
                <c:pt idx="116">
                  <c:v>0.85496992</c:v>
                </c:pt>
                <c:pt idx="117">
                  <c:v>0.84742278</c:v>
                </c:pt>
                <c:pt idx="118">
                  <c:v>0.83508331</c:v>
                </c:pt>
                <c:pt idx="119">
                  <c:v>0.82791102</c:v>
                </c:pt>
              </c:numCache>
            </c:numRef>
          </c:yVal>
        </c:ser>
        <c:ser>
          <c:idx val="8"/>
          <c:order val="8"/>
          <c:tx>
            <c:v>Batch2_cell_011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79</c:v>
                </c:pt>
                <c:pt idx="21">
                  <c:v>83</c:v>
                </c:pt>
                <c:pt idx="22">
                  <c:v>87</c:v>
                </c:pt>
                <c:pt idx="23">
                  <c:v>91</c:v>
                </c:pt>
                <c:pt idx="24">
                  <c:v>95</c:v>
                </c:pt>
                <c:pt idx="25">
                  <c:v>99</c:v>
                </c:pt>
                <c:pt idx="26">
                  <c:v>103</c:v>
                </c:pt>
                <c:pt idx="27">
                  <c:v>107</c:v>
                </c:pt>
                <c:pt idx="28">
                  <c:v>111</c:v>
                </c:pt>
                <c:pt idx="29">
                  <c:v>115</c:v>
                </c:pt>
                <c:pt idx="30">
                  <c:v>119</c:v>
                </c:pt>
                <c:pt idx="31">
                  <c:v>123</c:v>
                </c:pt>
                <c:pt idx="32">
                  <c:v>127</c:v>
                </c:pt>
                <c:pt idx="33">
                  <c:v>131</c:v>
                </c:pt>
                <c:pt idx="34">
                  <c:v>134</c:v>
                </c:pt>
                <c:pt idx="35">
                  <c:v>138</c:v>
                </c:pt>
                <c:pt idx="36">
                  <c:v>142</c:v>
                </c:pt>
                <c:pt idx="37">
                  <c:v>146</c:v>
                </c:pt>
                <c:pt idx="38">
                  <c:v>150</c:v>
                </c:pt>
                <c:pt idx="39">
                  <c:v>154</c:v>
                </c:pt>
                <c:pt idx="40">
                  <c:v>158</c:v>
                </c:pt>
                <c:pt idx="41">
                  <c:v>162</c:v>
                </c:pt>
                <c:pt idx="42">
                  <c:v>166</c:v>
                </c:pt>
                <c:pt idx="43">
                  <c:v>170</c:v>
                </c:pt>
                <c:pt idx="44">
                  <c:v>174</c:v>
                </c:pt>
                <c:pt idx="45">
                  <c:v>178</c:v>
                </c:pt>
                <c:pt idx="46">
                  <c:v>182</c:v>
                </c:pt>
                <c:pt idx="47">
                  <c:v>185</c:v>
                </c:pt>
                <c:pt idx="48">
                  <c:v>189</c:v>
                </c:pt>
                <c:pt idx="49">
                  <c:v>193</c:v>
                </c:pt>
                <c:pt idx="50">
                  <c:v>197</c:v>
                </c:pt>
                <c:pt idx="51">
                  <c:v>201</c:v>
                </c:pt>
                <c:pt idx="52">
                  <c:v>205</c:v>
                </c:pt>
                <c:pt idx="53">
                  <c:v>209</c:v>
                </c:pt>
                <c:pt idx="54">
                  <c:v>213</c:v>
                </c:pt>
                <c:pt idx="55">
                  <c:v>217</c:v>
                </c:pt>
                <c:pt idx="56">
                  <c:v>221</c:v>
                </c:pt>
                <c:pt idx="57">
                  <c:v>225</c:v>
                </c:pt>
                <c:pt idx="58">
                  <c:v>229</c:v>
                </c:pt>
                <c:pt idx="59">
                  <c:v>233</c:v>
                </c:pt>
                <c:pt idx="60">
                  <c:v>236</c:v>
                </c:pt>
                <c:pt idx="61">
                  <c:v>240</c:v>
                </c:pt>
                <c:pt idx="62">
                  <c:v>244</c:v>
                </c:pt>
                <c:pt idx="63">
                  <c:v>248</c:v>
                </c:pt>
                <c:pt idx="64">
                  <c:v>252</c:v>
                </c:pt>
                <c:pt idx="65">
                  <c:v>256</c:v>
                </c:pt>
                <c:pt idx="66">
                  <c:v>260</c:v>
                </c:pt>
                <c:pt idx="67">
                  <c:v>264</c:v>
                </c:pt>
                <c:pt idx="68">
                  <c:v>268</c:v>
                </c:pt>
                <c:pt idx="69">
                  <c:v>272</c:v>
                </c:pt>
                <c:pt idx="70">
                  <c:v>276</c:v>
                </c:pt>
                <c:pt idx="71">
                  <c:v>280</c:v>
                </c:pt>
                <c:pt idx="72">
                  <c:v>284</c:v>
                </c:pt>
                <c:pt idx="73">
                  <c:v>287</c:v>
                </c:pt>
                <c:pt idx="74">
                  <c:v>291</c:v>
                </c:pt>
                <c:pt idx="75">
                  <c:v>295</c:v>
                </c:pt>
                <c:pt idx="76">
                  <c:v>299</c:v>
                </c:pt>
                <c:pt idx="77">
                  <c:v>303</c:v>
                </c:pt>
                <c:pt idx="78">
                  <c:v>307</c:v>
                </c:pt>
                <c:pt idx="79">
                  <c:v>311</c:v>
                </c:pt>
                <c:pt idx="80">
                  <c:v>315</c:v>
                </c:pt>
                <c:pt idx="81">
                  <c:v>319</c:v>
                </c:pt>
                <c:pt idx="82">
                  <c:v>323</c:v>
                </c:pt>
                <c:pt idx="83">
                  <c:v>327</c:v>
                </c:pt>
                <c:pt idx="84">
                  <c:v>331</c:v>
                </c:pt>
                <c:pt idx="85">
                  <c:v>335</c:v>
                </c:pt>
                <c:pt idx="86">
                  <c:v>338</c:v>
                </c:pt>
                <c:pt idx="87">
                  <c:v>342</c:v>
                </c:pt>
                <c:pt idx="88">
                  <c:v>346</c:v>
                </c:pt>
                <c:pt idx="89">
                  <c:v>350</c:v>
                </c:pt>
                <c:pt idx="90">
                  <c:v>354</c:v>
                </c:pt>
                <c:pt idx="91">
                  <c:v>358</c:v>
                </c:pt>
                <c:pt idx="92">
                  <c:v>362</c:v>
                </c:pt>
                <c:pt idx="93">
                  <c:v>366</c:v>
                </c:pt>
                <c:pt idx="94">
                  <c:v>370</c:v>
                </c:pt>
                <c:pt idx="95">
                  <c:v>374</c:v>
                </c:pt>
                <c:pt idx="96">
                  <c:v>378</c:v>
                </c:pt>
                <c:pt idx="97">
                  <c:v>382</c:v>
                </c:pt>
                <c:pt idx="98">
                  <c:v>386</c:v>
                </c:pt>
                <c:pt idx="99">
                  <c:v>390</c:v>
                </c:pt>
                <c:pt idx="100">
                  <c:v>393</c:v>
                </c:pt>
                <c:pt idx="101">
                  <c:v>397</c:v>
                </c:pt>
                <c:pt idx="102">
                  <c:v>401</c:v>
                </c:pt>
                <c:pt idx="103">
                  <c:v>405</c:v>
                </c:pt>
                <c:pt idx="104">
                  <c:v>409</c:v>
                </c:pt>
                <c:pt idx="105">
                  <c:v>413</c:v>
                </c:pt>
                <c:pt idx="106">
                  <c:v>417</c:v>
                </c:pt>
                <c:pt idx="107">
                  <c:v>421</c:v>
                </c:pt>
                <c:pt idx="108">
                  <c:v>425</c:v>
                </c:pt>
                <c:pt idx="109">
                  <c:v>429</c:v>
                </c:pt>
                <c:pt idx="110">
                  <c:v>433</c:v>
                </c:pt>
                <c:pt idx="111">
                  <c:v>437</c:v>
                </c:pt>
                <c:pt idx="112">
                  <c:v>441</c:v>
                </c:pt>
                <c:pt idx="113">
                  <c:v>444</c:v>
                </c:pt>
                <c:pt idx="114">
                  <c:v>448</c:v>
                </c:pt>
                <c:pt idx="115">
                  <c:v>452</c:v>
                </c:pt>
                <c:pt idx="116">
                  <c:v>456</c:v>
                </c:pt>
                <c:pt idx="117">
                  <c:v>460</c:v>
                </c:pt>
                <c:pt idx="118">
                  <c:v>464</c:v>
                </c:pt>
                <c:pt idx="119">
                  <c:v>468</c:v>
                </c:pt>
              </c:numCache>
            </c:numRef>
          </c:xVal>
          <c:yVal>
            <c:numRef>
              <c:f>'Chart Data'!$R$2:$R$121</c:f>
              <c:numCache>
                <c:formatCode>General</c:formatCode>
                <c:ptCount val="120"/>
                <c:pt idx="0">
                  <c:v>1.0964632</c:v>
                </c:pt>
                <c:pt idx="1">
                  <c:v>1.0971565</c:v>
                </c:pt>
                <c:pt idx="2">
                  <c:v>1.0973328</c:v>
                </c:pt>
                <c:pt idx="3">
                  <c:v>1.0998559</c:v>
                </c:pt>
                <c:pt idx="4">
                  <c:v>1.0986482</c:v>
                </c:pt>
                <c:pt idx="5">
                  <c:v>1.1007781</c:v>
                </c:pt>
                <c:pt idx="6">
                  <c:v>1.1001827</c:v>
                </c:pt>
                <c:pt idx="7">
                  <c:v>1.1004893</c:v>
                </c:pt>
                <c:pt idx="8">
                  <c:v>1.1008356</c:v>
                </c:pt>
                <c:pt idx="9">
                  <c:v>1.1004961</c:v>
                </c:pt>
                <c:pt idx="10">
                  <c:v>1.1017389</c:v>
                </c:pt>
                <c:pt idx="11">
                  <c:v>1.1010431</c:v>
                </c:pt>
                <c:pt idx="12">
                  <c:v>1.0999793</c:v>
                </c:pt>
                <c:pt idx="13">
                  <c:v>1.1026856</c:v>
                </c:pt>
                <c:pt idx="14">
                  <c:v>1.1024331</c:v>
                </c:pt>
                <c:pt idx="15">
                  <c:v>1.1019106</c:v>
                </c:pt>
                <c:pt idx="16">
                  <c:v>1.1008258</c:v>
                </c:pt>
                <c:pt idx="17">
                  <c:v>1.1038311</c:v>
                </c:pt>
                <c:pt idx="18">
                  <c:v>1.1049979</c:v>
                </c:pt>
                <c:pt idx="19">
                  <c:v>1.1041268</c:v>
                </c:pt>
                <c:pt idx="20">
                  <c:v>1.1056095</c:v>
                </c:pt>
                <c:pt idx="21">
                  <c:v>1.105902</c:v>
                </c:pt>
                <c:pt idx="22">
                  <c:v>1.1058544</c:v>
                </c:pt>
                <c:pt idx="23">
                  <c:v>1.1073884</c:v>
                </c:pt>
                <c:pt idx="24">
                  <c:v>1.1078162</c:v>
                </c:pt>
                <c:pt idx="25">
                  <c:v>1.1092116</c:v>
                </c:pt>
                <c:pt idx="26">
                  <c:v>1.1099746</c:v>
                </c:pt>
                <c:pt idx="27">
                  <c:v>1.1112248</c:v>
                </c:pt>
                <c:pt idx="28">
                  <c:v>1.1116519</c:v>
                </c:pt>
                <c:pt idx="29">
                  <c:v>1.1112045</c:v>
                </c:pt>
                <c:pt idx="30">
                  <c:v>1.1099573</c:v>
                </c:pt>
                <c:pt idx="31">
                  <c:v>1.1093152</c:v>
                </c:pt>
                <c:pt idx="32">
                  <c:v>1.1127164</c:v>
                </c:pt>
                <c:pt idx="33">
                  <c:v>1.1126626</c:v>
                </c:pt>
                <c:pt idx="34">
                  <c:v>1.1111747</c:v>
                </c:pt>
                <c:pt idx="35">
                  <c:v>1.1093485</c:v>
                </c:pt>
                <c:pt idx="36">
                  <c:v>1.1104974</c:v>
                </c:pt>
                <c:pt idx="37">
                  <c:v>1.111393</c:v>
                </c:pt>
                <c:pt idx="38">
                  <c:v>1.1144173</c:v>
                </c:pt>
                <c:pt idx="39">
                  <c:v>1.1123875</c:v>
                </c:pt>
                <c:pt idx="40">
                  <c:v>1.1150701</c:v>
                </c:pt>
                <c:pt idx="41">
                  <c:v>1.1133864</c:v>
                </c:pt>
                <c:pt idx="42">
                  <c:v>1.1110648</c:v>
                </c:pt>
                <c:pt idx="43">
                  <c:v>1.1131836</c:v>
                </c:pt>
                <c:pt idx="44">
                  <c:v>1.1123087</c:v>
                </c:pt>
                <c:pt idx="45">
                  <c:v>1.1136082</c:v>
                </c:pt>
                <c:pt idx="46">
                  <c:v>1.1117667</c:v>
                </c:pt>
                <c:pt idx="47">
                  <c:v>1.1118392</c:v>
                </c:pt>
                <c:pt idx="48">
                  <c:v>1.1131611</c:v>
                </c:pt>
                <c:pt idx="49">
                  <c:v>1.1123503</c:v>
                </c:pt>
                <c:pt idx="50">
                  <c:v>1.1105638</c:v>
                </c:pt>
                <c:pt idx="51">
                  <c:v>1.1128597</c:v>
                </c:pt>
                <c:pt idx="52">
                  <c:v>1.1123108</c:v>
                </c:pt>
                <c:pt idx="53">
                  <c:v>1.1101391</c:v>
                </c:pt>
                <c:pt idx="54">
                  <c:v>1.1102477</c:v>
                </c:pt>
                <c:pt idx="55">
                  <c:v>1.1115487</c:v>
                </c:pt>
                <c:pt idx="56">
                  <c:v>1.1104003</c:v>
                </c:pt>
                <c:pt idx="57">
                  <c:v>1.1102506</c:v>
                </c:pt>
                <c:pt idx="58">
                  <c:v>1.1093819</c:v>
                </c:pt>
                <c:pt idx="59">
                  <c:v>1.107844</c:v>
                </c:pt>
                <c:pt idx="60">
                  <c:v>1.1065971</c:v>
                </c:pt>
                <c:pt idx="61">
                  <c:v>1.1080689</c:v>
                </c:pt>
                <c:pt idx="62">
                  <c:v>1.107654</c:v>
                </c:pt>
                <c:pt idx="63">
                  <c:v>1.1063596</c:v>
                </c:pt>
                <c:pt idx="64">
                  <c:v>1.105624</c:v>
                </c:pt>
                <c:pt idx="65">
                  <c:v>1.1050617</c:v>
                </c:pt>
                <c:pt idx="66">
                  <c:v>1.1039313</c:v>
                </c:pt>
                <c:pt idx="67">
                  <c:v>1.1027329</c:v>
                </c:pt>
                <c:pt idx="68">
                  <c:v>1.1024772</c:v>
                </c:pt>
                <c:pt idx="69">
                  <c:v>1.1020687</c:v>
                </c:pt>
                <c:pt idx="70">
                  <c:v>1.1002605</c:v>
                </c:pt>
                <c:pt idx="71">
                  <c:v>1.0990003</c:v>
                </c:pt>
                <c:pt idx="72">
                  <c:v>1.0982931</c:v>
                </c:pt>
                <c:pt idx="73">
                  <c:v>1.0971491</c:v>
                </c:pt>
                <c:pt idx="74">
                  <c:v>1.0961381</c:v>
                </c:pt>
                <c:pt idx="75">
                  <c:v>1.0963343</c:v>
                </c:pt>
                <c:pt idx="76">
                  <c:v>1.0958121</c:v>
                </c:pt>
                <c:pt idx="77">
                  <c:v>1.0912534</c:v>
                </c:pt>
                <c:pt idx="78">
                  <c:v>1.0901351</c:v>
                </c:pt>
                <c:pt idx="79">
                  <c:v>1.089412</c:v>
                </c:pt>
                <c:pt idx="80">
                  <c:v>1.0877942</c:v>
                </c:pt>
                <c:pt idx="81">
                  <c:v>1.0861193</c:v>
                </c:pt>
                <c:pt idx="82">
                  <c:v>1.0823348</c:v>
                </c:pt>
                <c:pt idx="83">
                  <c:v>1.0788366</c:v>
                </c:pt>
                <c:pt idx="84">
                  <c:v>1.0802287</c:v>
                </c:pt>
                <c:pt idx="85">
                  <c:v>1.0783708</c:v>
                </c:pt>
                <c:pt idx="86">
                  <c:v>1.0756319</c:v>
                </c:pt>
                <c:pt idx="87">
                  <c:v>1.0738682</c:v>
                </c:pt>
                <c:pt idx="88">
                  <c:v>1.0694962</c:v>
                </c:pt>
                <c:pt idx="89">
                  <c:v>1.0669792</c:v>
                </c:pt>
                <c:pt idx="90">
                  <c:v>1.0633836</c:v>
                </c:pt>
                <c:pt idx="91">
                  <c:v>1.0613507</c:v>
                </c:pt>
                <c:pt idx="92">
                  <c:v>1.0586314</c:v>
                </c:pt>
                <c:pt idx="93">
                  <c:v>1.0527096</c:v>
                </c:pt>
                <c:pt idx="94">
                  <c:v>1.0491302</c:v>
                </c:pt>
                <c:pt idx="95">
                  <c:v>1.0445411</c:v>
                </c:pt>
                <c:pt idx="96">
                  <c:v>1.039483</c:v>
                </c:pt>
                <c:pt idx="97">
                  <c:v>1.0345594</c:v>
                </c:pt>
                <c:pt idx="98">
                  <c:v>1.0272018</c:v>
                </c:pt>
                <c:pt idx="99">
                  <c:v>1.0212523</c:v>
                </c:pt>
                <c:pt idx="100">
                  <c:v>1.0156528</c:v>
                </c:pt>
                <c:pt idx="101">
                  <c:v>1.0084205</c:v>
                </c:pt>
                <c:pt idx="102">
                  <c:v>1.0017564</c:v>
                </c:pt>
                <c:pt idx="103">
                  <c:v>0.99242383</c:v>
                </c:pt>
                <c:pt idx="104">
                  <c:v>0.98217183</c:v>
                </c:pt>
                <c:pt idx="105">
                  <c:v>0.97194409</c:v>
                </c:pt>
                <c:pt idx="106">
                  <c:v>0.96209753</c:v>
                </c:pt>
                <c:pt idx="107">
                  <c:v>0.95307207</c:v>
                </c:pt>
                <c:pt idx="108">
                  <c:v>0.9419871</c:v>
                </c:pt>
                <c:pt idx="109">
                  <c:v>0.93264395</c:v>
                </c:pt>
                <c:pt idx="110">
                  <c:v>0.92195791</c:v>
                </c:pt>
                <c:pt idx="111">
                  <c:v>0.90985829</c:v>
                </c:pt>
                <c:pt idx="112">
                  <c:v>0.90025848</c:v>
                </c:pt>
                <c:pt idx="113">
                  <c:v>0.89209765</c:v>
                </c:pt>
                <c:pt idx="114">
                  <c:v>0.88150233</c:v>
                </c:pt>
                <c:pt idx="115">
                  <c:v>0.86981064</c:v>
                </c:pt>
                <c:pt idx="116">
                  <c:v>0.86039954</c:v>
                </c:pt>
                <c:pt idx="117">
                  <c:v>0.84880513</c:v>
                </c:pt>
                <c:pt idx="118">
                  <c:v>0.83794641</c:v>
                </c:pt>
                <c:pt idx="119">
                  <c:v>0.82524824</c:v>
                </c:pt>
              </c:numCache>
            </c:numRef>
          </c:yVal>
        </c:ser>
        <c:ser>
          <c:idx val="9"/>
          <c:order val="9"/>
          <c:tx>
            <c:v>Batch2_cell_012</c:v>
          </c:tx>
          <c:spPr>
            <a:ln xmlns:a="http://schemas.openxmlformats.org/drawingml/2006/main" w="22860">
              <a:solidFill>
                <a:srgbClr val="F28C28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46</c:v>
                </c:pt>
                <c:pt idx="12">
                  <c:v>51</c:v>
                </c:pt>
                <c:pt idx="13">
                  <c:v>55</c:v>
                </c:pt>
                <c:pt idx="14">
                  <c:v>59</c:v>
                </c:pt>
                <c:pt idx="15">
                  <c:v>63</c:v>
                </c:pt>
                <c:pt idx="16">
                  <c:v>67</c:v>
                </c:pt>
                <c:pt idx="17">
                  <c:v>71</c:v>
                </c:pt>
                <c:pt idx="18">
                  <c:v>75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113</c:v>
                </c:pt>
                <c:pt idx="28">
                  <c:v>117</c:v>
                </c:pt>
                <c:pt idx="29">
                  <c:v>121</c:v>
                </c:pt>
                <c:pt idx="30">
                  <c:v>125</c:v>
                </c:pt>
                <c:pt idx="31">
                  <c:v>129</c:v>
                </c:pt>
                <c:pt idx="32">
                  <c:v>133</c:v>
                </c:pt>
                <c:pt idx="33">
                  <c:v>137</c:v>
                </c:pt>
                <c:pt idx="34">
                  <c:v>142</c:v>
                </c:pt>
                <c:pt idx="35">
                  <c:v>146</c:v>
                </c:pt>
                <c:pt idx="36">
                  <c:v>150</c:v>
                </c:pt>
                <c:pt idx="37">
                  <c:v>154</c:v>
                </c:pt>
                <c:pt idx="38">
                  <c:v>158</c:v>
                </c:pt>
                <c:pt idx="39">
                  <c:v>162</c:v>
                </c:pt>
                <c:pt idx="40">
                  <c:v>166</c:v>
                </c:pt>
                <c:pt idx="41">
                  <c:v>171</c:v>
                </c:pt>
                <c:pt idx="42">
                  <c:v>175</c:v>
                </c:pt>
                <c:pt idx="43">
                  <c:v>179</c:v>
                </c:pt>
                <c:pt idx="44">
                  <c:v>183</c:v>
                </c:pt>
                <c:pt idx="45">
                  <c:v>187</c:v>
                </c:pt>
                <c:pt idx="46">
                  <c:v>191</c:v>
                </c:pt>
                <c:pt idx="47">
                  <c:v>195</c:v>
                </c:pt>
                <c:pt idx="48">
                  <c:v>199</c:v>
                </c:pt>
                <c:pt idx="49">
                  <c:v>204</c:v>
                </c:pt>
                <c:pt idx="50">
                  <c:v>208</c:v>
                </c:pt>
                <c:pt idx="51">
                  <c:v>212</c:v>
                </c:pt>
                <c:pt idx="52">
                  <c:v>216</c:v>
                </c:pt>
                <c:pt idx="53">
                  <c:v>220</c:v>
                </c:pt>
                <c:pt idx="54">
                  <c:v>224</c:v>
                </c:pt>
                <c:pt idx="55">
                  <c:v>228</c:v>
                </c:pt>
                <c:pt idx="56">
                  <c:v>233</c:v>
                </c:pt>
                <c:pt idx="57">
                  <c:v>237</c:v>
                </c:pt>
                <c:pt idx="58">
                  <c:v>241</c:v>
                </c:pt>
                <c:pt idx="59">
                  <c:v>245</c:v>
                </c:pt>
                <c:pt idx="60">
                  <c:v>249</c:v>
                </c:pt>
                <c:pt idx="61">
                  <c:v>253</c:v>
                </c:pt>
                <c:pt idx="62">
                  <c:v>257</c:v>
                </c:pt>
                <c:pt idx="63">
                  <c:v>261</c:v>
                </c:pt>
                <c:pt idx="64">
                  <c:v>266</c:v>
                </c:pt>
                <c:pt idx="65">
                  <c:v>270</c:v>
                </c:pt>
                <c:pt idx="66">
                  <c:v>274</c:v>
                </c:pt>
                <c:pt idx="67">
                  <c:v>278</c:v>
                </c:pt>
                <c:pt idx="68">
                  <c:v>282</c:v>
                </c:pt>
                <c:pt idx="69">
                  <c:v>286</c:v>
                </c:pt>
                <c:pt idx="70">
                  <c:v>290</c:v>
                </c:pt>
                <c:pt idx="71">
                  <c:v>295</c:v>
                </c:pt>
                <c:pt idx="72">
                  <c:v>299</c:v>
                </c:pt>
                <c:pt idx="73">
                  <c:v>303</c:v>
                </c:pt>
                <c:pt idx="74">
                  <c:v>307</c:v>
                </c:pt>
                <c:pt idx="75">
                  <c:v>311</c:v>
                </c:pt>
                <c:pt idx="76">
                  <c:v>315</c:v>
                </c:pt>
                <c:pt idx="77">
                  <c:v>319</c:v>
                </c:pt>
                <c:pt idx="78">
                  <c:v>323</c:v>
                </c:pt>
                <c:pt idx="79">
                  <c:v>328</c:v>
                </c:pt>
                <c:pt idx="80">
                  <c:v>332</c:v>
                </c:pt>
                <c:pt idx="81">
                  <c:v>336</c:v>
                </c:pt>
                <c:pt idx="82">
                  <c:v>340</c:v>
                </c:pt>
                <c:pt idx="83">
                  <c:v>344</c:v>
                </c:pt>
                <c:pt idx="84">
                  <c:v>348</c:v>
                </c:pt>
                <c:pt idx="85">
                  <c:v>352</c:v>
                </c:pt>
                <c:pt idx="86">
                  <c:v>357</c:v>
                </c:pt>
                <c:pt idx="87">
                  <c:v>361</c:v>
                </c:pt>
                <c:pt idx="88">
                  <c:v>365</c:v>
                </c:pt>
                <c:pt idx="89">
                  <c:v>369</c:v>
                </c:pt>
                <c:pt idx="90">
                  <c:v>373</c:v>
                </c:pt>
                <c:pt idx="91">
                  <c:v>377</c:v>
                </c:pt>
                <c:pt idx="92">
                  <c:v>381</c:v>
                </c:pt>
                <c:pt idx="93">
                  <c:v>386</c:v>
                </c:pt>
                <c:pt idx="94">
                  <c:v>390</c:v>
                </c:pt>
                <c:pt idx="95">
                  <c:v>394</c:v>
                </c:pt>
                <c:pt idx="96">
                  <c:v>398</c:v>
                </c:pt>
                <c:pt idx="97">
                  <c:v>402</c:v>
                </c:pt>
                <c:pt idx="98">
                  <c:v>406</c:v>
                </c:pt>
                <c:pt idx="99">
                  <c:v>410</c:v>
                </c:pt>
                <c:pt idx="100">
                  <c:v>414</c:v>
                </c:pt>
                <c:pt idx="101">
                  <c:v>419</c:v>
                </c:pt>
                <c:pt idx="102">
                  <c:v>423</c:v>
                </c:pt>
                <c:pt idx="103">
                  <c:v>427</c:v>
                </c:pt>
                <c:pt idx="104">
                  <c:v>431</c:v>
                </c:pt>
                <c:pt idx="105">
                  <c:v>435</c:v>
                </c:pt>
                <c:pt idx="106">
                  <c:v>439</c:v>
                </c:pt>
                <c:pt idx="107">
                  <c:v>443</c:v>
                </c:pt>
                <c:pt idx="108">
                  <c:v>448</c:v>
                </c:pt>
                <c:pt idx="109">
                  <c:v>452</c:v>
                </c:pt>
                <c:pt idx="110">
                  <c:v>456</c:v>
                </c:pt>
                <c:pt idx="111">
                  <c:v>460</c:v>
                </c:pt>
                <c:pt idx="112">
                  <c:v>464</c:v>
                </c:pt>
                <c:pt idx="113">
                  <c:v>468</c:v>
                </c:pt>
                <c:pt idx="114">
                  <c:v>472</c:v>
                </c:pt>
                <c:pt idx="115">
                  <c:v>476</c:v>
                </c:pt>
                <c:pt idx="116">
                  <c:v>481</c:v>
                </c:pt>
                <c:pt idx="117">
                  <c:v>485</c:v>
                </c:pt>
                <c:pt idx="118">
                  <c:v>489</c:v>
                </c:pt>
                <c:pt idx="119">
                  <c:v>493</c:v>
                </c:pt>
              </c:numCache>
            </c:numRef>
          </c:xVal>
          <c:yVal>
            <c:numRef>
              <c:f>'Chart Data'!$T$2:$T$121</c:f>
              <c:numCache>
                <c:formatCode>General</c:formatCode>
                <c:ptCount val="120"/>
                <c:pt idx="0">
                  <c:v>1.1009463</c:v>
                </c:pt>
                <c:pt idx="1">
                  <c:v>1.1038435</c:v>
                </c:pt>
                <c:pt idx="2">
                  <c:v>1.1036737</c:v>
                </c:pt>
                <c:pt idx="3">
                  <c:v>1.1024823</c:v>
                </c:pt>
                <c:pt idx="4">
                  <c:v>1.1035104</c:v>
                </c:pt>
                <c:pt idx="5">
                  <c:v>1.1042303</c:v>
                </c:pt>
                <c:pt idx="6">
                  <c:v>1.10478</c:v>
                </c:pt>
                <c:pt idx="7">
                  <c:v>1.1042125</c:v>
                </c:pt>
                <c:pt idx="8">
                  <c:v>1.1031257</c:v>
                </c:pt>
                <c:pt idx="9">
                  <c:v>1.1040092</c:v>
                </c:pt>
                <c:pt idx="10">
                  <c:v>1.1052767</c:v>
                </c:pt>
                <c:pt idx="11">
                  <c:v>1.1049923</c:v>
                </c:pt>
                <c:pt idx="12">
                  <c:v>1.1002207</c:v>
                </c:pt>
                <c:pt idx="13">
                  <c:v>1.1001984</c:v>
                </c:pt>
                <c:pt idx="14">
                  <c:v>1.1034144</c:v>
                </c:pt>
                <c:pt idx="15">
                  <c:v>1.1037034</c:v>
                </c:pt>
                <c:pt idx="16">
                  <c:v>1.1039194</c:v>
                </c:pt>
                <c:pt idx="17">
                  <c:v>1.1047628</c:v>
                </c:pt>
                <c:pt idx="18">
                  <c:v>1.104005</c:v>
                </c:pt>
                <c:pt idx="19">
                  <c:v>1.1042345</c:v>
                </c:pt>
                <c:pt idx="20">
                  <c:v>1.1046505</c:v>
                </c:pt>
                <c:pt idx="21">
                  <c:v>1.1077628</c:v>
                </c:pt>
                <c:pt idx="22">
                  <c:v>1.1074655</c:v>
                </c:pt>
                <c:pt idx="23">
                  <c:v>1.1075747</c:v>
                </c:pt>
                <c:pt idx="24">
                  <c:v>1.1065857</c:v>
                </c:pt>
                <c:pt idx="25">
                  <c:v>1.105091</c:v>
                </c:pt>
                <c:pt idx="26">
                  <c:v>1.1069297</c:v>
                </c:pt>
                <c:pt idx="27">
                  <c:v>1.1075453</c:v>
                </c:pt>
                <c:pt idx="28">
                  <c:v>1.1085418</c:v>
                </c:pt>
                <c:pt idx="29">
                  <c:v>1.1080493</c:v>
                </c:pt>
                <c:pt idx="30">
                  <c:v>1.1077195</c:v>
                </c:pt>
                <c:pt idx="31">
                  <c:v>1.1073521</c:v>
                </c:pt>
                <c:pt idx="32">
                  <c:v>1.105983</c:v>
                </c:pt>
                <c:pt idx="33">
                  <c:v>1.1040211</c:v>
                </c:pt>
                <c:pt idx="34">
                  <c:v>1.1055413</c:v>
                </c:pt>
                <c:pt idx="35">
                  <c:v>1.1050946</c:v>
                </c:pt>
                <c:pt idx="36">
                  <c:v>1.1049051</c:v>
                </c:pt>
                <c:pt idx="37">
                  <c:v>1.1041012</c:v>
                </c:pt>
                <c:pt idx="38">
                  <c:v>1.1029251</c:v>
                </c:pt>
                <c:pt idx="39">
                  <c:v>1.1013064</c:v>
                </c:pt>
                <c:pt idx="40">
                  <c:v>1.10224</c:v>
                </c:pt>
                <c:pt idx="41">
                  <c:v>1.1010945</c:v>
                </c:pt>
                <c:pt idx="42">
                  <c:v>1.0986131</c:v>
                </c:pt>
                <c:pt idx="43">
                  <c:v>1.1003381</c:v>
                </c:pt>
                <c:pt idx="44">
                  <c:v>1.0983905</c:v>
                </c:pt>
                <c:pt idx="45">
                  <c:v>1.0981877</c:v>
                </c:pt>
                <c:pt idx="46">
                  <c:v>1.0991724</c:v>
                </c:pt>
                <c:pt idx="47">
                  <c:v>1.0962079</c:v>
                </c:pt>
                <c:pt idx="48">
                  <c:v>1.0945654</c:v>
                </c:pt>
                <c:pt idx="49">
                  <c:v>1.0948524</c:v>
                </c:pt>
                <c:pt idx="50">
                  <c:v>1.0936027</c:v>
                </c:pt>
                <c:pt idx="51">
                  <c:v>1.0919096</c:v>
                </c:pt>
                <c:pt idx="52">
                  <c:v>1.0924146</c:v>
                </c:pt>
                <c:pt idx="53">
                  <c:v>1.0915611</c:v>
                </c:pt>
                <c:pt idx="54">
                  <c:v>1.0893216</c:v>
                </c:pt>
                <c:pt idx="55">
                  <c:v>1.0883645</c:v>
                </c:pt>
                <c:pt idx="56">
                  <c:v>1.0870175</c:v>
                </c:pt>
                <c:pt idx="57">
                  <c:v>1.0844468</c:v>
                </c:pt>
                <c:pt idx="58">
                  <c:v>1.0844193</c:v>
                </c:pt>
                <c:pt idx="59">
                  <c:v>1.0832051</c:v>
                </c:pt>
                <c:pt idx="60">
                  <c:v>1.0823807</c:v>
                </c:pt>
                <c:pt idx="61">
                  <c:v>1.0794798</c:v>
                </c:pt>
                <c:pt idx="62">
                  <c:v>1.0809416</c:v>
                </c:pt>
                <c:pt idx="63">
                  <c:v>1.0791705</c:v>
                </c:pt>
                <c:pt idx="64">
                  <c:v>1.0747553</c:v>
                </c:pt>
                <c:pt idx="65">
                  <c:v>1.0734763</c:v>
                </c:pt>
                <c:pt idx="66">
                  <c:v>1.073296</c:v>
                </c:pt>
                <c:pt idx="67">
                  <c:v>1.0713798</c:v>
                </c:pt>
                <c:pt idx="68">
                  <c:v>1.0695858</c:v>
                </c:pt>
                <c:pt idx="69">
                  <c:v>1.0676367</c:v>
                </c:pt>
                <c:pt idx="70">
                  <c:v>1.0667385</c:v>
                </c:pt>
                <c:pt idx="71">
                  <c:v>1.0611248</c:v>
                </c:pt>
                <c:pt idx="72">
                  <c:v>1.0608594</c:v>
                </c:pt>
                <c:pt idx="73">
                  <c:v>1.0599277</c:v>
                </c:pt>
                <c:pt idx="74">
                  <c:v>1.0572305</c:v>
                </c:pt>
                <c:pt idx="75">
                  <c:v>1.0555868</c:v>
                </c:pt>
                <c:pt idx="76">
                  <c:v>1.0538863</c:v>
                </c:pt>
                <c:pt idx="77">
                  <c:v>1.0514932</c:v>
                </c:pt>
                <c:pt idx="78">
                  <c:v>1.0480392</c:v>
                </c:pt>
                <c:pt idx="79">
                  <c:v>1.047317</c:v>
                </c:pt>
                <c:pt idx="80">
                  <c:v>1.0433576</c:v>
                </c:pt>
                <c:pt idx="81">
                  <c:v>1.0398232</c:v>
                </c:pt>
                <c:pt idx="82">
                  <c:v>1.0379066</c:v>
                </c:pt>
                <c:pt idx="83">
                  <c:v>1.0356827</c:v>
                </c:pt>
                <c:pt idx="84">
                  <c:v>1.0312573</c:v>
                </c:pt>
                <c:pt idx="85">
                  <c:v>1.0294169</c:v>
                </c:pt>
                <c:pt idx="86">
                  <c:v>1.0245949</c:v>
                </c:pt>
                <c:pt idx="87">
                  <c:v>1.0225309</c:v>
                </c:pt>
                <c:pt idx="88">
                  <c:v>1.0204114</c:v>
                </c:pt>
                <c:pt idx="89">
                  <c:v>1.0163982</c:v>
                </c:pt>
                <c:pt idx="90">
                  <c:v>1.0113504</c:v>
                </c:pt>
                <c:pt idx="91">
                  <c:v>1.0102307</c:v>
                </c:pt>
                <c:pt idx="92">
                  <c:v>1.005349</c:v>
                </c:pt>
                <c:pt idx="93">
                  <c:v>1.0002557</c:v>
                </c:pt>
                <c:pt idx="94">
                  <c:v>0.99555236</c:v>
                </c:pt>
                <c:pt idx="95">
                  <c:v>0.99226451</c:v>
                </c:pt>
                <c:pt idx="96">
                  <c:v>0.98806483</c:v>
                </c:pt>
                <c:pt idx="97">
                  <c:v>0.98190188</c:v>
                </c:pt>
                <c:pt idx="98">
                  <c:v>0.97971225</c:v>
                </c:pt>
                <c:pt idx="99">
                  <c:v>0.97488213</c:v>
                </c:pt>
                <c:pt idx="100">
                  <c:v>0.96905082</c:v>
                </c:pt>
                <c:pt idx="101">
                  <c:v>0.96156573</c:v>
                </c:pt>
                <c:pt idx="102">
                  <c:v>0.95706964</c:v>
                </c:pt>
                <c:pt idx="103">
                  <c:v>0.95116657</c:v>
                </c:pt>
                <c:pt idx="104">
                  <c:v>0.94385171</c:v>
                </c:pt>
                <c:pt idx="105">
                  <c:v>0.93662316</c:v>
                </c:pt>
                <c:pt idx="106">
                  <c:v>0.9298746</c:v>
                </c:pt>
                <c:pt idx="107">
                  <c:v>0.92256832</c:v>
                </c:pt>
                <c:pt idx="108">
                  <c:v>0.91243529</c:v>
                </c:pt>
                <c:pt idx="109">
                  <c:v>0.90675533</c:v>
                </c:pt>
                <c:pt idx="110">
                  <c:v>0.89730465</c:v>
                </c:pt>
                <c:pt idx="111">
                  <c:v>0.88909358</c:v>
                </c:pt>
                <c:pt idx="112">
                  <c:v>0.8826344</c:v>
                </c:pt>
                <c:pt idx="113">
                  <c:v>0.87440926</c:v>
                </c:pt>
                <c:pt idx="114">
                  <c:v>0.86838526</c:v>
                </c:pt>
                <c:pt idx="115">
                  <c:v>0.86010206</c:v>
                </c:pt>
                <c:pt idx="116">
                  <c:v>0.85008824</c:v>
                </c:pt>
                <c:pt idx="117">
                  <c:v>0.84245867</c:v>
                </c:pt>
                <c:pt idx="118">
                  <c:v>0.83356249</c:v>
                </c:pt>
                <c:pt idx="119">
                  <c:v>0.82528538</c:v>
                </c:pt>
              </c:numCache>
            </c:numRef>
          </c:yVal>
        </c:ser>
        <c:ser>
          <c:idx val="10"/>
          <c:order val="10"/>
          <c:tx>
            <c:v>Batch2_cell_013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42</c:v>
                </c:pt>
                <c:pt idx="11">
                  <c:v>46</c:v>
                </c:pt>
                <c:pt idx="12">
                  <c:v>50</c:v>
                </c:pt>
                <c:pt idx="13">
                  <c:v>54</c:v>
                </c:pt>
                <c:pt idx="14">
                  <c:v>58</c:v>
                </c:pt>
                <c:pt idx="15">
                  <c:v>62</c:v>
                </c:pt>
                <c:pt idx="16">
                  <c:v>66</c:v>
                </c:pt>
                <c:pt idx="17">
                  <c:v>70</c:v>
                </c:pt>
                <c:pt idx="18">
                  <c:v>74</c:v>
                </c:pt>
                <c:pt idx="19">
                  <c:v>78</c:v>
                </c:pt>
                <c:pt idx="20">
                  <c:v>82</c:v>
                </c:pt>
                <c:pt idx="21">
                  <c:v>86</c:v>
                </c:pt>
                <c:pt idx="22">
                  <c:v>90</c:v>
                </c:pt>
                <c:pt idx="23">
                  <c:v>94</c:v>
                </c:pt>
                <c:pt idx="24">
                  <c:v>98</c:v>
                </c:pt>
                <c:pt idx="25">
                  <c:v>102</c:v>
                </c:pt>
                <c:pt idx="26">
                  <c:v>106</c:v>
                </c:pt>
                <c:pt idx="27">
                  <c:v>110</c:v>
                </c:pt>
                <c:pt idx="28">
                  <c:v>114</c:v>
                </c:pt>
                <c:pt idx="29">
                  <c:v>118</c:v>
                </c:pt>
                <c:pt idx="30">
                  <c:v>123</c:v>
                </c:pt>
                <c:pt idx="31">
                  <c:v>127</c:v>
                </c:pt>
                <c:pt idx="32">
                  <c:v>131</c:v>
                </c:pt>
                <c:pt idx="33">
                  <c:v>135</c:v>
                </c:pt>
                <c:pt idx="34">
                  <c:v>139</c:v>
                </c:pt>
                <c:pt idx="35">
                  <c:v>143</c:v>
                </c:pt>
                <c:pt idx="36">
                  <c:v>147</c:v>
                </c:pt>
                <c:pt idx="37">
                  <c:v>151</c:v>
                </c:pt>
                <c:pt idx="38">
                  <c:v>155</c:v>
                </c:pt>
                <c:pt idx="39">
                  <c:v>159</c:v>
                </c:pt>
                <c:pt idx="40">
                  <c:v>163</c:v>
                </c:pt>
                <c:pt idx="41">
                  <c:v>167</c:v>
                </c:pt>
                <c:pt idx="42">
                  <c:v>171</c:v>
                </c:pt>
                <c:pt idx="43">
                  <c:v>175</c:v>
                </c:pt>
                <c:pt idx="44">
                  <c:v>179</c:v>
                </c:pt>
                <c:pt idx="45">
                  <c:v>183</c:v>
                </c:pt>
                <c:pt idx="46">
                  <c:v>187</c:v>
                </c:pt>
                <c:pt idx="47">
                  <c:v>191</c:v>
                </c:pt>
                <c:pt idx="48">
                  <c:v>195</c:v>
                </c:pt>
                <c:pt idx="49">
                  <c:v>199</c:v>
                </c:pt>
                <c:pt idx="50">
                  <c:v>204</c:v>
                </c:pt>
                <c:pt idx="51">
                  <c:v>208</c:v>
                </c:pt>
                <c:pt idx="52">
                  <c:v>212</c:v>
                </c:pt>
                <c:pt idx="53">
                  <c:v>216</c:v>
                </c:pt>
                <c:pt idx="54">
                  <c:v>220</c:v>
                </c:pt>
                <c:pt idx="55">
                  <c:v>224</c:v>
                </c:pt>
                <c:pt idx="56">
                  <c:v>228</c:v>
                </c:pt>
                <c:pt idx="57">
                  <c:v>232</c:v>
                </c:pt>
                <c:pt idx="58">
                  <c:v>236</c:v>
                </c:pt>
                <c:pt idx="59">
                  <c:v>240</c:v>
                </c:pt>
                <c:pt idx="60">
                  <c:v>244</c:v>
                </c:pt>
                <c:pt idx="61">
                  <c:v>248</c:v>
                </c:pt>
                <c:pt idx="62">
                  <c:v>252</c:v>
                </c:pt>
                <c:pt idx="63">
                  <c:v>256</c:v>
                </c:pt>
                <c:pt idx="64">
                  <c:v>260</c:v>
                </c:pt>
                <c:pt idx="65">
                  <c:v>264</c:v>
                </c:pt>
                <c:pt idx="66">
                  <c:v>268</c:v>
                </c:pt>
                <c:pt idx="67">
                  <c:v>272</c:v>
                </c:pt>
                <c:pt idx="68">
                  <c:v>276</c:v>
                </c:pt>
                <c:pt idx="69">
                  <c:v>280</c:v>
                </c:pt>
                <c:pt idx="70">
                  <c:v>285</c:v>
                </c:pt>
                <c:pt idx="71">
                  <c:v>289</c:v>
                </c:pt>
                <c:pt idx="72">
                  <c:v>293</c:v>
                </c:pt>
                <c:pt idx="73">
                  <c:v>297</c:v>
                </c:pt>
                <c:pt idx="74">
                  <c:v>301</c:v>
                </c:pt>
                <c:pt idx="75">
                  <c:v>305</c:v>
                </c:pt>
                <c:pt idx="76">
                  <c:v>309</c:v>
                </c:pt>
                <c:pt idx="77">
                  <c:v>313</c:v>
                </c:pt>
                <c:pt idx="78">
                  <c:v>317</c:v>
                </c:pt>
                <c:pt idx="79">
                  <c:v>321</c:v>
                </c:pt>
                <c:pt idx="80">
                  <c:v>325</c:v>
                </c:pt>
                <c:pt idx="81">
                  <c:v>329</c:v>
                </c:pt>
                <c:pt idx="82">
                  <c:v>333</c:v>
                </c:pt>
                <c:pt idx="83">
                  <c:v>337</c:v>
                </c:pt>
                <c:pt idx="84">
                  <c:v>341</c:v>
                </c:pt>
                <c:pt idx="85">
                  <c:v>345</c:v>
                </c:pt>
                <c:pt idx="86">
                  <c:v>349</c:v>
                </c:pt>
                <c:pt idx="87">
                  <c:v>353</c:v>
                </c:pt>
                <c:pt idx="88">
                  <c:v>357</c:v>
                </c:pt>
                <c:pt idx="89">
                  <c:v>361</c:v>
                </c:pt>
                <c:pt idx="90">
                  <c:v>366</c:v>
                </c:pt>
                <c:pt idx="91">
                  <c:v>370</c:v>
                </c:pt>
                <c:pt idx="92">
                  <c:v>374</c:v>
                </c:pt>
                <c:pt idx="93">
                  <c:v>378</c:v>
                </c:pt>
                <c:pt idx="94">
                  <c:v>382</c:v>
                </c:pt>
                <c:pt idx="95">
                  <c:v>386</c:v>
                </c:pt>
                <c:pt idx="96">
                  <c:v>390</c:v>
                </c:pt>
                <c:pt idx="97">
                  <c:v>394</c:v>
                </c:pt>
                <c:pt idx="98">
                  <c:v>398</c:v>
                </c:pt>
                <c:pt idx="99">
                  <c:v>402</c:v>
                </c:pt>
                <c:pt idx="100">
                  <c:v>406</c:v>
                </c:pt>
                <c:pt idx="101">
                  <c:v>410</c:v>
                </c:pt>
                <c:pt idx="102">
                  <c:v>414</c:v>
                </c:pt>
                <c:pt idx="103">
                  <c:v>418</c:v>
                </c:pt>
                <c:pt idx="104">
                  <c:v>422</c:v>
                </c:pt>
                <c:pt idx="105">
                  <c:v>426</c:v>
                </c:pt>
                <c:pt idx="106">
                  <c:v>430</c:v>
                </c:pt>
                <c:pt idx="107">
                  <c:v>434</c:v>
                </c:pt>
                <c:pt idx="108">
                  <c:v>438</c:v>
                </c:pt>
                <c:pt idx="109">
                  <c:v>442</c:v>
                </c:pt>
                <c:pt idx="110">
                  <c:v>447</c:v>
                </c:pt>
                <c:pt idx="111">
                  <c:v>451</c:v>
                </c:pt>
                <c:pt idx="112">
                  <c:v>455</c:v>
                </c:pt>
                <c:pt idx="113">
                  <c:v>459</c:v>
                </c:pt>
                <c:pt idx="114">
                  <c:v>463</c:v>
                </c:pt>
                <c:pt idx="115">
                  <c:v>467</c:v>
                </c:pt>
                <c:pt idx="116">
                  <c:v>471</c:v>
                </c:pt>
                <c:pt idx="117">
                  <c:v>475</c:v>
                </c:pt>
                <c:pt idx="118">
                  <c:v>479</c:v>
                </c:pt>
                <c:pt idx="119">
                  <c:v>483</c:v>
                </c:pt>
              </c:numCache>
            </c:numRef>
          </c:xVal>
          <c:yVal>
            <c:numRef>
              <c:f>'Chart Data'!$V$2:$V$121</c:f>
              <c:numCache>
                <c:formatCode>General</c:formatCode>
                <c:ptCount val="120"/>
                <c:pt idx="0">
                  <c:v>1.0958186</c:v>
                </c:pt>
                <c:pt idx="1">
                  <c:v>1.0958209</c:v>
                </c:pt>
                <c:pt idx="2">
                  <c:v>1.0963813</c:v>
                </c:pt>
                <c:pt idx="3">
                  <c:v>1.0957409</c:v>
                </c:pt>
                <c:pt idx="4">
                  <c:v>1.095718</c:v>
                </c:pt>
                <c:pt idx="5">
                  <c:v>1.0959398</c:v>
                </c:pt>
                <c:pt idx="6">
                  <c:v>1.0961696</c:v>
                </c:pt>
                <c:pt idx="7">
                  <c:v>1.0953584</c:v>
                </c:pt>
                <c:pt idx="8">
                  <c:v>1.0952637</c:v>
                </c:pt>
                <c:pt idx="9">
                  <c:v>1.0940572</c:v>
                </c:pt>
                <c:pt idx="10">
                  <c:v>1.0954757</c:v>
                </c:pt>
                <c:pt idx="11">
                  <c:v>1.0943131</c:v>
                </c:pt>
                <c:pt idx="12">
                  <c:v>1.0900871</c:v>
                </c:pt>
                <c:pt idx="13">
                  <c:v>1.0920807</c:v>
                </c:pt>
                <c:pt idx="14">
                  <c:v>1.0936733</c:v>
                </c:pt>
                <c:pt idx="15">
                  <c:v>1.093944</c:v>
                </c:pt>
                <c:pt idx="16">
                  <c:v>1.0924945</c:v>
                </c:pt>
                <c:pt idx="17">
                  <c:v>1.0941356</c:v>
                </c:pt>
                <c:pt idx="18">
                  <c:v>1.0944281</c:v>
                </c:pt>
                <c:pt idx="19">
                  <c:v>1.0950773</c:v>
                </c:pt>
                <c:pt idx="20">
                  <c:v>1.0946892</c:v>
                </c:pt>
                <c:pt idx="21">
                  <c:v>1.0964648</c:v>
                </c:pt>
                <c:pt idx="22">
                  <c:v>1.0955143</c:v>
                </c:pt>
                <c:pt idx="23">
                  <c:v>1.0974606</c:v>
                </c:pt>
                <c:pt idx="24">
                  <c:v>1.094064</c:v>
                </c:pt>
                <c:pt idx="25">
                  <c:v>1.0940742</c:v>
                </c:pt>
                <c:pt idx="26">
                  <c:v>1.0952015</c:v>
                </c:pt>
                <c:pt idx="27">
                  <c:v>1.0962336</c:v>
                </c:pt>
                <c:pt idx="28">
                  <c:v>1.0946784</c:v>
                </c:pt>
                <c:pt idx="29">
                  <c:v>1.0944107</c:v>
                </c:pt>
                <c:pt idx="30">
                  <c:v>1.0973402</c:v>
                </c:pt>
                <c:pt idx="31">
                  <c:v>1.0942825</c:v>
                </c:pt>
                <c:pt idx="32">
                  <c:v>1.0961932</c:v>
                </c:pt>
                <c:pt idx="33">
                  <c:v>1.0965935</c:v>
                </c:pt>
                <c:pt idx="34">
                  <c:v>1.0962278</c:v>
                </c:pt>
                <c:pt idx="35">
                  <c:v>1.0934844</c:v>
                </c:pt>
                <c:pt idx="36">
                  <c:v>1.0936184</c:v>
                </c:pt>
                <c:pt idx="37">
                  <c:v>1.0943239</c:v>
                </c:pt>
                <c:pt idx="38">
                  <c:v>1.0939898</c:v>
                </c:pt>
                <c:pt idx="39">
                  <c:v>1.0932999</c:v>
                </c:pt>
                <c:pt idx="40">
                  <c:v>1.0935917</c:v>
                </c:pt>
                <c:pt idx="41">
                  <c:v>1.0942187</c:v>
                </c:pt>
                <c:pt idx="42">
                  <c:v>1.0923153</c:v>
                </c:pt>
                <c:pt idx="43">
                  <c:v>1.0929774</c:v>
                </c:pt>
                <c:pt idx="44">
                  <c:v>1.0916641</c:v>
                </c:pt>
                <c:pt idx="45">
                  <c:v>1.0907769</c:v>
                </c:pt>
                <c:pt idx="46">
                  <c:v>1.0897529</c:v>
                </c:pt>
                <c:pt idx="47">
                  <c:v>1.0899063</c:v>
                </c:pt>
                <c:pt idx="48">
                  <c:v>1.0895392</c:v>
                </c:pt>
                <c:pt idx="49">
                  <c:v>1.0910971</c:v>
                </c:pt>
                <c:pt idx="50">
                  <c:v>1.0886714</c:v>
                </c:pt>
                <c:pt idx="51">
                  <c:v>1.086925</c:v>
                </c:pt>
                <c:pt idx="52">
                  <c:v>1.0890325</c:v>
                </c:pt>
                <c:pt idx="53">
                  <c:v>1.088331</c:v>
                </c:pt>
                <c:pt idx="54">
                  <c:v>1.0849091</c:v>
                </c:pt>
                <c:pt idx="55">
                  <c:v>1.0857712</c:v>
                </c:pt>
                <c:pt idx="56">
                  <c:v>1.0844215</c:v>
                </c:pt>
                <c:pt idx="57">
                  <c:v>1.083714</c:v>
                </c:pt>
                <c:pt idx="58">
                  <c:v>1.0819788</c:v>
                </c:pt>
                <c:pt idx="59">
                  <c:v>1.0834873</c:v>
                </c:pt>
                <c:pt idx="60">
                  <c:v>1.0818998</c:v>
                </c:pt>
                <c:pt idx="61">
                  <c:v>1.0809377</c:v>
                </c:pt>
                <c:pt idx="62">
                  <c:v>1.0797676</c:v>
                </c:pt>
                <c:pt idx="63">
                  <c:v>1.0780444</c:v>
                </c:pt>
                <c:pt idx="64">
                  <c:v>1.0762364</c:v>
                </c:pt>
                <c:pt idx="65">
                  <c:v>1.0764277</c:v>
                </c:pt>
                <c:pt idx="66">
                  <c:v>1.076556</c:v>
                </c:pt>
                <c:pt idx="67">
                  <c:v>1.0740795</c:v>
                </c:pt>
                <c:pt idx="68">
                  <c:v>1.0751083</c:v>
                </c:pt>
                <c:pt idx="69">
                  <c:v>1.0726728</c:v>
                </c:pt>
                <c:pt idx="70">
                  <c:v>1.0697364</c:v>
                </c:pt>
                <c:pt idx="71">
                  <c:v>1.0703641</c:v>
                </c:pt>
                <c:pt idx="72">
                  <c:v>1.0689689</c:v>
                </c:pt>
                <c:pt idx="73">
                  <c:v>1.0654299</c:v>
                </c:pt>
                <c:pt idx="74">
                  <c:v>1.065776</c:v>
                </c:pt>
                <c:pt idx="75">
                  <c:v>1.0629901</c:v>
                </c:pt>
                <c:pt idx="76">
                  <c:v>1.0624954</c:v>
                </c:pt>
                <c:pt idx="77">
                  <c:v>1.0603778</c:v>
                </c:pt>
                <c:pt idx="78">
                  <c:v>1.0564176</c:v>
                </c:pt>
                <c:pt idx="79">
                  <c:v>1.0551474</c:v>
                </c:pt>
                <c:pt idx="80">
                  <c:v>1.0532299</c:v>
                </c:pt>
                <c:pt idx="81">
                  <c:v>1.0523342</c:v>
                </c:pt>
                <c:pt idx="82">
                  <c:v>1.0489639</c:v>
                </c:pt>
                <c:pt idx="83">
                  <c:v>1.0466084</c:v>
                </c:pt>
                <c:pt idx="84">
                  <c:v>1.0447501</c:v>
                </c:pt>
                <c:pt idx="85">
                  <c:v>1.0432534</c:v>
                </c:pt>
                <c:pt idx="86">
                  <c:v>1.0395901</c:v>
                </c:pt>
                <c:pt idx="87">
                  <c:v>1.03692</c:v>
                </c:pt>
                <c:pt idx="88">
                  <c:v>1.0337242</c:v>
                </c:pt>
                <c:pt idx="89">
                  <c:v>1.031486</c:v>
                </c:pt>
                <c:pt idx="90">
                  <c:v>1.0262315</c:v>
                </c:pt>
                <c:pt idx="91">
                  <c:v>1.0230786</c:v>
                </c:pt>
                <c:pt idx="92">
                  <c:v>1.0206658</c:v>
                </c:pt>
                <c:pt idx="93">
                  <c:v>1.0167551</c:v>
                </c:pt>
                <c:pt idx="94">
                  <c:v>1.013772</c:v>
                </c:pt>
                <c:pt idx="95">
                  <c:v>1.0081041</c:v>
                </c:pt>
                <c:pt idx="96">
                  <c:v>1.0049728</c:v>
                </c:pt>
                <c:pt idx="97">
                  <c:v>0.99912918</c:v>
                </c:pt>
                <c:pt idx="98">
                  <c:v>0.99222207</c:v>
                </c:pt>
                <c:pt idx="99">
                  <c:v>0.98955017</c:v>
                </c:pt>
                <c:pt idx="100">
                  <c:v>0.98172146</c:v>
                </c:pt>
                <c:pt idx="101">
                  <c:v>0.97715998</c:v>
                </c:pt>
                <c:pt idx="102">
                  <c:v>0.97137725</c:v>
                </c:pt>
                <c:pt idx="103">
                  <c:v>0.96494669</c:v>
                </c:pt>
                <c:pt idx="104">
                  <c:v>0.95839757</c:v>
                </c:pt>
                <c:pt idx="105">
                  <c:v>0.95034802</c:v>
                </c:pt>
                <c:pt idx="106">
                  <c:v>0.9434033</c:v>
                </c:pt>
                <c:pt idx="107">
                  <c:v>0.93429422</c:v>
                </c:pt>
                <c:pt idx="108">
                  <c:v>0.9254176</c:v>
                </c:pt>
                <c:pt idx="109">
                  <c:v>0.91741735</c:v>
                </c:pt>
                <c:pt idx="110">
                  <c:v>0.90667617</c:v>
                </c:pt>
                <c:pt idx="111">
                  <c:v>0.89673436</c:v>
                </c:pt>
                <c:pt idx="112">
                  <c:v>0.89099699</c:v>
                </c:pt>
                <c:pt idx="113">
                  <c:v>0.88034141</c:v>
                </c:pt>
                <c:pt idx="114">
                  <c:v>0.87258083</c:v>
                </c:pt>
                <c:pt idx="115">
                  <c:v>0.86305702</c:v>
                </c:pt>
                <c:pt idx="116">
                  <c:v>0.85480011</c:v>
                </c:pt>
                <c:pt idx="117">
                  <c:v>0.84591007</c:v>
                </c:pt>
                <c:pt idx="118">
                  <c:v>0.83452183</c:v>
                </c:pt>
                <c:pt idx="119">
                  <c:v>0.82574999</c:v>
                </c:pt>
              </c:numCache>
            </c:numRef>
          </c:yVal>
        </c:ser>
        <c:ser>
          <c:idx val="11"/>
          <c:order val="11"/>
          <c:tx>
            <c:v>Batch2_cell_014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47</c:v>
                </c:pt>
                <c:pt idx="13">
                  <c:v>51</c:v>
                </c:pt>
                <c:pt idx="14">
                  <c:v>55</c:v>
                </c:pt>
                <c:pt idx="15">
                  <c:v>59</c:v>
                </c:pt>
                <c:pt idx="16">
                  <c:v>63</c:v>
                </c:pt>
                <c:pt idx="17">
                  <c:v>67</c:v>
                </c:pt>
                <c:pt idx="18">
                  <c:v>71</c:v>
                </c:pt>
                <c:pt idx="19">
                  <c:v>74</c:v>
                </c:pt>
                <c:pt idx="20">
                  <c:v>78</c:v>
                </c:pt>
                <c:pt idx="21">
                  <c:v>82</c:v>
                </c:pt>
                <c:pt idx="22">
                  <c:v>86</c:v>
                </c:pt>
                <c:pt idx="23">
                  <c:v>90</c:v>
                </c:pt>
                <c:pt idx="24">
                  <c:v>94</c:v>
                </c:pt>
                <c:pt idx="25">
                  <c:v>98</c:v>
                </c:pt>
                <c:pt idx="26">
                  <c:v>102</c:v>
                </c:pt>
                <c:pt idx="27">
                  <c:v>105</c:v>
                </c:pt>
                <c:pt idx="28">
                  <c:v>109</c:v>
                </c:pt>
                <c:pt idx="29">
                  <c:v>113</c:v>
                </c:pt>
                <c:pt idx="30">
                  <c:v>117</c:v>
                </c:pt>
                <c:pt idx="31">
                  <c:v>121</c:v>
                </c:pt>
                <c:pt idx="32">
                  <c:v>125</c:v>
                </c:pt>
                <c:pt idx="33">
                  <c:v>129</c:v>
                </c:pt>
                <c:pt idx="34">
                  <c:v>132</c:v>
                </c:pt>
                <c:pt idx="35">
                  <c:v>136</c:v>
                </c:pt>
                <c:pt idx="36">
                  <c:v>140</c:v>
                </c:pt>
                <c:pt idx="37">
                  <c:v>144</c:v>
                </c:pt>
                <c:pt idx="38">
                  <c:v>148</c:v>
                </c:pt>
                <c:pt idx="39">
                  <c:v>152</c:v>
                </c:pt>
                <c:pt idx="40">
                  <c:v>156</c:v>
                </c:pt>
                <c:pt idx="41">
                  <c:v>159</c:v>
                </c:pt>
                <c:pt idx="42">
                  <c:v>163</c:v>
                </c:pt>
                <c:pt idx="43">
                  <c:v>167</c:v>
                </c:pt>
                <c:pt idx="44">
                  <c:v>171</c:v>
                </c:pt>
                <c:pt idx="45">
                  <c:v>175</c:v>
                </c:pt>
                <c:pt idx="46">
                  <c:v>179</c:v>
                </c:pt>
                <c:pt idx="47">
                  <c:v>183</c:v>
                </c:pt>
                <c:pt idx="48">
                  <c:v>187</c:v>
                </c:pt>
                <c:pt idx="49">
                  <c:v>190</c:v>
                </c:pt>
                <c:pt idx="50">
                  <c:v>194</c:v>
                </c:pt>
                <c:pt idx="51">
                  <c:v>198</c:v>
                </c:pt>
                <c:pt idx="52">
                  <c:v>202</c:v>
                </c:pt>
                <c:pt idx="53">
                  <c:v>206</c:v>
                </c:pt>
                <c:pt idx="54">
                  <c:v>210</c:v>
                </c:pt>
                <c:pt idx="55">
                  <c:v>214</c:v>
                </c:pt>
                <c:pt idx="56">
                  <c:v>217</c:v>
                </c:pt>
                <c:pt idx="57">
                  <c:v>221</c:v>
                </c:pt>
                <c:pt idx="58">
                  <c:v>225</c:v>
                </c:pt>
                <c:pt idx="59">
                  <c:v>229</c:v>
                </c:pt>
                <c:pt idx="60">
                  <c:v>233</c:v>
                </c:pt>
                <c:pt idx="61">
                  <c:v>237</c:v>
                </c:pt>
                <c:pt idx="62">
                  <c:v>241</c:v>
                </c:pt>
                <c:pt idx="63">
                  <c:v>245</c:v>
                </c:pt>
                <c:pt idx="64">
                  <c:v>248</c:v>
                </c:pt>
                <c:pt idx="65">
                  <c:v>252</c:v>
                </c:pt>
                <c:pt idx="66">
                  <c:v>256</c:v>
                </c:pt>
                <c:pt idx="67">
                  <c:v>260</c:v>
                </c:pt>
                <c:pt idx="68">
                  <c:v>264</c:v>
                </c:pt>
                <c:pt idx="69">
                  <c:v>268</c:v>
                </c:pt>
                <c:pt idx="70">
                  <c:v>272</c:v>
                </c:pt>
                <c:pt idx="71">
                  <c:v>275</c:v>
                </c:pt>
                <c:pt idx="72">
                  <c:v>279</c:v>
                </c:pt>
                <c:pt idx="73">
                  <c:v>283</c:v>
                </c:pt>
                <c:pt idx="74">
                  <c:v>287</c:v>
                </c:pt>
                <c:pt idx="75">
                  <c:v>291</c:v>
                </c:pt>
                <c:pt idx="76">
                  <c:v>295</c:v>
                </c:pt>
                <c:pt idx="77">
                  <c:v>299</c:v>
                </c:pt>
                <c:pt idx="78">
                  <c:v>303</c:v>
                </c:pt>
                <c:pt idx="79">
                  <c:v>306</c:v>
                </c:pt>
                <c:pt idx="80">
                  <c:v>310</c:v>
                </c:pt>
                <c:pt idx="81">
                  <c:v>314</c:v>
                </c:pt>
                <c:pt idx="82">
                  <c:v>318</c:v>
                </c:pt>
                <c:pt idx="83">
                  <c:v>322</c:v>
                </c:pt>
                <c:pt idx="84">
                  <c:v>326</c:v>
                </c:pt>
                <c:pt idx="85">
                  <c:v>330</c:v>
                </c:pt>
                <c:pt idx="86">
                  <c:v>333</c:v>
                </c:pt>
                <c:pt idx="87">
                  <c:v>337</c:v>
                </c:pt>
                <c:pt idx="88">
                  <c:v>341</c:v>
                </c:pt>
                <c:pt idx="89">
                  <c:v>345</c:v>
                </c:pt>
                <c:pt idx="90">
                  <c:v>349</c:v>
                </c:pt>
                <c:pt idx="91">
                  <c:v>353</c:v>
                </c:pt>
                <c:pt idx="92">
                  <c:v>357</c:v>
                </c:pt>
                <c:pt idx="93">
                  <c:v>360</c:v>
                </c:pt>
                <c:pt idx="94">
                  <c:v>364</c:v>
                </c:pt>
                <c:pt idx="95">
                  <c:v>368</c:v>
                </c:pt>
                <c:pt idx="96">
                  <c:v>372</c:v>
                </c:pt>
                <c:pt idx="97">
                  <c:v>376</c:v>
                </c:pt>
                <c:pt idx="98">
                  <c:v>380</c:v>
                </c:pt>
                <c:pt idx="99">
                  <c:v>384</c:v>
                </c:pt>
                <c:pt idx="100">
                  <c:v>388</c:v>
                </c:pt>
                <c:pt idx="101">
                  <c:v>391</c:v>
                </c:pt>
                <c:pt idx="102">
                  <c:v>395</c:v>
                </c:pt>
                <c:pt idx="103">
                  <c:v>399</c:v>
                </c:pt>
                <c:pt idx="104">
                  <c:v>403</c:v>
                </c:pt>
                <c:pt idx="105">
                  <c:v>407</c:v>
                </c:pt>
                <c:pt idx="106">
                  <c:v>411</c:v>
                </c:pt>
                <c:pt idx="107">
                  <c:v>415</c:v>
                </c:pt>
                <c:pt idx="108">
                  <c:v>418</c:v>
                </c:pt>
                <c:pt idx="109">
                  <c:v>422</c:v>
                </c:pt>
                <c:pt idx="110">
                  <c:v>426</c:v>
                </c:pt>
                <c:pt idx="111">
                  <c:v>430</c:v>
                </c:pt>
                <c:pt idx="112">
                  <c:v>434</c:v>
                </c:pt>
                <c:pt idx="113">
                  <c:v>438</c:v>
                </c:pt>
                <c:pt idx="114">
                  <c:v>442</c:v>
                </c:pt>
                <c:pt idx="115">
                  <c:v>446</c:v>
                </c:pt>
                <c:pt idx="116">
                  <c:v>449</c:v>
                </c:pt>
                <c:pt idx="117">
                  <c:v>453</c:v>
                </c:pt>
                <c:pt idx="118">
                  <c:v>457</c:v>
                </c:pt>
                <c:pt idx="119">
                  <c:v>461</c:v>
                </c:pt>
              </c:numCache>
            </c:numRef>
          </c:xVal>
          <c:yVal>
            <c:numRef>
              <c:f>'Chart Data'!$X$2:$X$121</c:f>
              <c:numCache>
                <c:formatCode>General</c:formatCode>
                <c:ptCount val="120"/>
                <c:pt idx="0">
                  <c:v>1.0838536</c:v>
                </c:pt>
                <c:pt idx="1">
                  <c:v>1.0845788</c:v>
                </c:pt>
                <c:pt idx="2">
                  <c:v>1.0842229</c:v>
                </c:pt>
                <c:pt idx="3">
                  <c:v>1.0832349</c:v>
                </c:pt>
                <c:pt idx="4">
                  <c:v>1.0831029</c:v>
                </c:pt>
                <c:pt idx="5">
                  <c:v>1.083282</c:v>
                </c:pt>
                <c:pt idx="6">
                  <c:v>1.0825516</c:v>
                </c:pt>
                <c:pt idx="7">
                  <c:v>1.0819772</c:v>
                </c:pt>
                <c:pt idx="8">
                  <c:v>1.0829302</c:v>
                </c:pt>
                <c:pt idx="9">
                  <c:v>1.0828226</c:v>
                </c:pt>
                <c:pt idx="10">
                  <c:v>1.0824426</c:v>
                </c:pt>
                <c:pt idx="11">
                  <c:v>1.0813589</c:v>
                </c:pt>
                <c:pt idx="12">
                  <c:v>1.0801746</c:v>
                </c:pt>
                <c:pt idx="13">
                  <c:v>1.0734872</c:v>
                </c:pt>
                <c:pt idx="14">
                  <c:v>1.07689</c:v>
                </c:pt>
                <c:pt idx="15">
                  <c:v>1.0761141</c:v>
                </c:pt>
                <c:pt idx="16">
                  <c:v>1.0755869</c:v>
                </c:pt>
                <c:pt idx="17">
                  <c:v>1.0762178</c:v>
                </c:pt>
                <c:pt idx="18">
                  <c:v>1.0769798</c:v>
                </c:pt>
                <c:pt idx="19">
                  <c:v>1.075959</c:v>
                </c:pt>
                <c:pt idx="20">
                  <c:v>1.07549</c:v>
                </c:pt>
                <c:pt idx="21">
                  <c:v>1.0768462</c:v>
                </c:pt>
                <c:pt idx="22">
                  <c:v>1.0771847</c:v>
                </c:pt>
                <c:pt idx="23">
                  <c:v>1.0776747</c:v>
                </c:pt>
                <c:pt idx="24">
                  <c:v>1.0767734</c:v>
                </c:pt>
                <c:pt idx="25">
                  <c:v>1.0780272</c:v>
                </c:pt>
                <c:pt idx="26">
                  <c:v>1.0765058</c:v>
                </c:pt>
                <c:pt idx="27">
                  <c:v>1.0759941</c:v>
                </c:pt>
                <c:pt idx="28">
                  <c:v>1.0745425</c:v>
                </c:pt>
                <c:pt idx="29">
                  <c:v>1.0727561</c:v>
                </c:pt>
                <c:pt idx="30">
                  <c:v>1.0755363</c:v>
                </c:pt>
                <c:pt idx="31">
                  <c:v>1.0751345</c:v>
                </c:pt>
                <c:pt idx="32">
                  <c:v>1.0721698</c:v>
                </c:pt>
                <c:pt idx="33">
                  <c:v>1.0724682</c:v>
                </c:pt>
                <c:pt idx="34">
                  <c:v>1.0723479</c:v>
                </c:pt>
                <c:pt idx="35">
                  <c:v>1.0725515</c:v>
                </c:pt>
                <c:pt idx="36">
                  <c:v>1.071331</c:v>
                </c:pt>
                <c:pt idx="37">
                  <c:v>1.0706028</c:v>
                </c:pt>
                <c:pt idx="38">
                  <c:v>1.0681974</c:v>
                </c:pt>
                <c:pt idx="39">
                  <c:v>1.0700257</c:v>
                </c:pt>
                <c:pt idx="40">
                  <c:v>1.0689672</c:v>
                </c:pt>
                <c:pt idx="41">
                  <c:v>1.0668365</c:v>
                </c:pt>
                <c:pt idx="42">
                  <c:v>1.0664105</c:v>
                </c:pt>
                <c:pt idx="43">
                  <c:v>1.06741</c:v>
                </c:pt>
                <c:pt idx="44">
                  <c:v>1.0645956</c:v>
                </c:pt>
                <c:pt idx="45">
                  <c:v>1.0638154</c:v>
                </c:pt>
                <c:pt idx="46">
                  <c:v>1.0632752</c:v>
                </c:pt>
                <c:pt idx="47">
                  <c:v>1.0616319</c:v>
                </c:pt>
                <c:pt idx="48">
                  <c:v>1.0619382</c:v>
                </c:pt>
                <c:pt idx="49">
                  <c:v>1.0616177</c:v>
                </c:pt>
                <c:pt idx="50">
                  <c:v>1.0591145</c:v>
                </c:pt>
                <c:pt idx="51">
                  <c:v>1.0585957</c:v>
                </c:pt>
                <c:pt idx="52">
                  <c:v>1.05821</c:v>
                </c:pt>
                <c:pt idx="53">
                  <c:v>1.0579181</c:v>
                </c:pt>
                <c:pt idx="54">
                  <c:v>1.0545536</c:v>
                </c:pt>
                <c:pt idx="55">
                  <c:v>1.0537652</c:v>
                </c:pt>
                <c:pt idx="56">
                  <c:v>1.0530803</c:v>
                </c:pt>
                <c:pt idx="57">
                  <c:v>1.0518773</c:v>
                </c:pt>
                <c:pt idx="58">
                  <c:v>1.0526793</c:v>
                </c:pt>
                <c:pt idx="59">
                  <c:v>1.0494686</c:v>
                </c:pt>
                <c:pt idx="60">
                  <c:v>1.0498374</c:v>
                </c:pt>
                <c:pt idx="61">
                  <c:v>1.0475299</c:v>
                </c:pt>
                <c:pt idx="62">
                  <c:v>1.0474733</c:v>
                </c:pt>
                <c:pt idx="63">
                  <c:v>1.0444266</c:v>
                </c:pt>
                <c:pt idx="64">
                  <c:v>1.0454566</c:v>
                </c:pt>
                <c:pt idx="65">
                  <c:v>1.0448884</c:v>
                </c:pt>
                <c:pt idx="66">
                  <c:v>1.0427011</c:v>
                </c:pt>
                <c:pt idx="67">
                  <c:v>1.0422827</c:v>
                </c:pt>
                <c:pt idx="68">
                  <c:v>1.0401379</c:v>
                </c:pt>
                <c:pt idx="69">
                  <c:v>1.0381482</c:v>
                </c:pt>
                <c:pt idx="70">
                  <c:v>1.0372456</c:v>
                </c:pt>
                <c:pt idx="71">
                  <c:v>1.0351999</c:v>
                </c:pt>
                <c:pt idx="72">
                  <c:v>1.0334401</c:v>
                </c:pt>
                <c:pt idx="73">
                  <c:v>1.0325534</c:v>
                </c:pt>
                <c:pt idx="74">
                  <c:v>1.0305171</c:v>
                </c:pt>
                <c:pt idx="75">
                  <c:v>1.0288575</c:v>
                </c:pt>
                <c:pt idx="76">
                  <c:v>1.0274917</c:v>
                </c:pt>
                <c:pt idx="77">
                  <c:v>1.0256816</c:v>
                </c:pt>
                <c:pt idx="78">
                  <c:v>1.0233896</c:v>
                </c:pt>
                <c:pt idx="79">
                  <c:v>1.0211052</c:v>
                </c:pt>
                <c:pt idx="80">
                  <c:v>1.0213153</c:v>
                </c:pt>
                <c:pt idx="81">
                  <c:v>1.0178918</c:v>
                </c:pt>
                <c:pt idx="82">
                  <c:v>1.0136316</c:v>
                </c:pt>
                <c:pt idx="83">
                  <c:v>1.0127568</c:v>
                </c:pt>
                <c:pt idx="84">
                  <c:v>1.0121258</c:v>
                </c:pt>
                <c:pt idx="85">
                  <c:v>1.008388</c:v>
                </c:pt>
                <c:pt idx="86">
                  <c:v>1.0051091</c:v>
                </c:pt>
                <c:pt idx="87">
                  <c:v>1.0043858</c:v>
                </c:pt>
                <c:pt idx="88">
                  <c:v>1.0010951</c:v>
                </c:pt>
                <c:pt idx="89">
                  <c:v>0.99721223</c:v>
                </c:pt>
                <c:pt idx="90">
                  <c:v>0.99729139</c:v>
                </c:pt>
                <c:pt idx="91">
                  <c:v>0.99323535</c:v>
                </c:pt>
                <c:pt idx="92">
                  <c:v>0.98945522</c:v>
                </c:pt>
                <c:pt idx="93">
                  <c:v>0.98662335</c:v>
                </c:pt>
                <c:pt idx="94">
                  <c:v>0.98179883</c:v>
                </c:pt>
                <c:pt idx="95">
                  <c:v>0.97817147</c:v>
                </c:pt>
                <c:pt idx="96">
                  <c:v>0.97339028</c:v>
                </c:pt>
                <c:pt idx="97">
                  <c:v>0.96763295</c:v>
                </c:pt>
                <c:pt idx="98">
                  <c:v>0.96254349</c:v>
                </c:pt>
                <c:pt idx="99">
                  <c:v>0.9565379</c:v>
                </c:pt>
                <c:pt idx="100">
                  <c:v>0.94991267</c:v>
                </c:pt>
                <c:pt idx="101">
                  <c:v>0.9451921</c:v>
                </c:pt>
                <c:pt idx="102">
                  <c:v>0.93570906</c:v>
                </c:pt>
                <c:pt idx="103">
                  <c:v>0.92648488</c:v>
                </c:pt>
                <c:pt idx="104">
                  <c:v>0.92179847</c:v>
                </c:pt>
                <c:pt idx="105">
                  <c:v>0.91424459</c:v>
                </c:pt>
                <c:pt idx="106">
                  <c:v>0.90586984</c:v>
                </c:pt>
                <c:pt idx="107">
                  <c:v>0.89866626</c:v>
                </c:pt>
                <c:pt idx="108">
                  <c:v>0.89325124</c:v>
                </c:pt>
                <c:pt idx="109">
                  <c:v>0.88477832</c:v>
                </c:pt>
                <c:pt idx="110">
                  <c:v>0.8766908</c:v>
                </c:pt>
                <c:pt idx="111">
                  <c:v>0.87153596</c:v>
                </c:pt>
                <c:pt idx="112">
                  <c:v>0.86553633</c:v>
                </c:pt>
                <c:pt idx="113">
                  <c:v>0.85911024</c:v>
                </c:pt>
                <c:pt idx="114">
                  <c:v>0.85441172</c:v>
                </c:pt>
                <c:pt idx="115">
                  <c:v>0.8475334</c:v>
                </c:pt>
                <c:pt idx="116">
                  <c:v>0.84304631</c:v>
                </c:pt>
                <c:pt idx="117">
                  <c:v>0.83585435</c:v>
                </c:pt>
                <c:pt idx="118">
                  <c:v>0.83217347</c:v>
                </c:pt>
                <c:pt idx="119">
                  <c:v>0.82618046</c:v>
                </c:pt>
              </c:numCache>
            </c:numRef>
          </c:yVal>
        </c:ser>
        <c:ser>
          <c:idx val="12"/>
          <c:order val="12"/>
          <c:tx>
            <c:v>Batch2_cell_017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47</c:v>
                </c:pt>
                <c:pt idx="12">
                  <c:v>51</c:v>
                </c:pt>
                <c:pt idx="13">
                  <c:v>55</c:v>
                </c:pt>
                <c:pt idx="14">
                  <c:v>59</c:v>
                </c:pt>
                <c:pt idx="15">
                  <c:v>63</c:v>
                </c:pt>
                <c:pt idx="16">
                  <c:v>67</c:v>
                </c:pt>
                <c:pt idx="17">
                  <c:v>71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105</c:v>
                </c:pt>
                <c:pt idx="26">
                  <c:v>109</c:v>
                </c:pt>
                <c:pt idx="27">
                  <c:v>113</c:v>
                </c:pt>
                <c:pt idx="28">
                  <c:v>117</c:v>
                </c:pt>
                <c:pt idx="29">
                  <c:v>121</c:v>
                </c:pt>
                <c:pt idx="30">
                  <c:v>125</c:v>
                </c:pt>
                <c:pt idx="31">
                  <c:v>129</c:v>
                </c:pt>
                <c:pt idx="32">
                  <c:v>134</c:v>
                </c:pt>
                <c:pt idx="33">
                  <c:v>138</c:v>
                </c:pt>
                <c:pt idx="34">
                  <c:v>142</c:v>
                </c:pt>
                <c:pt idx="35">
                  <c:v>146</c:v>
                </c:pt>
                <c:pt idx="36">
                  <c:v>150</c:v>
                </c:pt>
                <c:pt idx="37">
                  <c:v>154</c:v>
                </c:pt>
                <c:pt idx="38">
                  <c:v>158</c:v>
                </c:pt>
                <c:pt idx="39">
                  <c:v>163</c:v>
                </c:pt>
                <c:pt idx="40">
                  <c:v>167</c:v>
                </c:pt>
                <c:pt idx="41">
                  <c:v>171</c:v>
                </c:pt>
                <c:pt idx="42">
                  <c:v>175</c:v>
                </c:pt>
                <c:pt idx="43">
                  <c:v>179</c:v>
                </c:pt>
                <c:pt idx="44">
                  <c:v>183</c:v>
                </c:pt>
                <c:pt idx="45">
                  <c:v>187</c:v>
                </c:pt>
                <c:pt idx="46">
                  <c:v>192</c:v>
                </c:pt>
                <c:pt idx="47">
                  <c:v>196</c:v>
                </c:pt>
                <c:pt idx="48">
                  <c:v>200</c:v>
                </c:pt>
                <c:pt idx="49">
                  <c:v>204</c:v>
                </c:pt>
                <c:pt idx="50">
                  <c:v>208</c:v>
                </c:pt>
                <c:pt idx="51">
                  <c:v>212</c:v>
                </c:pt>
                <c:pt idx="52">
                  <c:v>216</c:v>
                </c:pt>
                <c:pt idx="53">
                  <c:v>221</c:v>
                </c:pt>
                <c:pt idx="54">
                  <c:v>225</c:v>
                </c:pt>
                <c:pt idx="55">
                  <c:v>229</c:v>
                </c:pt>
                <c:pt idx="56">
                  <c:v>233</c:v>
                </c:pt>
                <c:pt idx="57">
                  <c:v>237</c:v>
                </c:pt>
                <c:pt idx="58">
                  <c:v>241</c:v>
                </c:pt>
                <c:pt idx="59">
                  <c:v>245</c:v>
                </c:pt>
                <c:pt idx="60">
                  <c:v>250</c:v>
                </c:pt>
                <c:pt idx="61">
                  <c:v>254</c:v>
                </c:pt>
                <c:pt idx="62">
                  <c:v>258</c:v>
                </c:pt>
                <c:pt idx="63">
                  <c:v>262</c:v>
                </c:pt>
                <c:pt idx="64">
                  <c:v>266</c:v>
                </c:pt>
                <c:pt idx="65">
                  <c:v>270</c:v>
                </c:pt>
                <c:pt idx="66">
                  <c:v>274</c:v>
                </c:pt>
                <c:pt idx="67">
                  <c:v>279</c:v>
                </c:pt>
                <c:pt idx="68">
                  <c:v>283</c:v>
                </c:pt>
                <c:pt idx="69">
                  <c:v>287</c:v>
                </c:pt>
                <c:pt idx="70">
                  <c:v>291</c:v>
                </c:pt>
                <c:pt idx="71">
                  <c:v>295</c:v>
                </c:pt>
                <c:pt idx="72">
                  <c:v>299</c:v>
                </c:pt>
                <c:pt idx="73">
                  <c:v>303</c:v>
                </c:pt>
                <c:pt idx="74">
                  <c:v>308</c:v>
                </c:pt>
                <c:pt idx="75">
                  <c:v>312</c:v>
                </c:pt>
                <c:pt idx="76">
                  <c:v>316</c:v>
                </c:pt>
                <c:pt idx="77">
                  <c:v>320</c:v>
                </c:pt>
                <c:pt idx="78">
                  <c:v>324</c:v>
                </c:pt>
                <c:pt idx="79">
                  <c:v>328</c:v>
                </c:pt>
                <c:pt idx="80">
                  <c:v>332</c:v>
                </c:pt>
                <c:pt idx="81">
                  <c:v>337</c:v>
                </c:pt>
                <c:pt idx="82">
                  <c:v>341</c:v>
                </c:pt>
                <c:pt idx="83">
                  <c:v>345</c:v>
                </c:pt>
                <c:pt idx="84">
                  <c:v>349</c:v>
                </c:pt>
                <c:pt idx="85">
                  <c:v>353</c:v>
                </c:pt>
                <c:pt idx="86">
                  <c:v>357</c:v>
                </c:pt>
                <c:pt idx="87">
                  <c:v>361</c:v>
                </c:pt>
                <c:pt idx="88">
                  <c:v>366</c:v>
                </c:pt>
                <c:pt idx="89">
                  <c:v>370</c:v>
                </c:pt>
                <c:pt idx="90">
                  <c:v>374</c:v>
                </c:pt>
                <c:pt idx="91">
                  <c:v>378</c:v>
                </c:pt>
                <c:pt idx="92">
                  <c:v>382</c:v>
                </c:pt>
                <c:pt idx="93">
                  <c:v>386</c:v>
                </c:pt>
                <c:pt idx="94">
                  <c:v>390</c:v>
                </c:pt>
                <c:pt idx="95">
                  <c:v>395</c:v>
                </c:pt>
                <c:pt idx="96">
                  <c:v>399</c:v>
                </c:pt>
                <c:pt idx="97">
                  <c:v>403</c:v>
                </c:pt>
                <c:pt idx="98">
                  <c:v>407</c:v>
                </c:pt>
                <c:pt idx="99">
                  <c:v>411</c:v>
                </c:pt>
                <c:pt idx="100">
                  <c:v>415</c:v>
                </c:pt>
                <c:pt idx="101">
                  <c:v>419</c:v>
                </c:pt>
                <c:pt idx="102">
                  <c:v>424</c:v>
                </c:pt>
                <c:pt idx="103">
                  <c:v>428</c:v>
                </c:pt>
                <c:pt idx="104">
                  <c:v>432</c:v>
                </c:pt>
                <c:pt idx="105">
                  <c:v>436</c:v>
                </c:pt>
                <c:pt idx="106">
                  <c:v>440</c:v>
                </c:pt>
                <c:pt idx="107">
                  <c:v>444</c:v>
                </c:pt>
                <c:pt idx="108">
                  <c:v>448</c:v>
                </c:pt>
                <c:pt idx="109">
                  <c:v>453</c:v>
                </c:pt>
                <c:pt idx="110">
                  <c:v>457</c:v>
                </c:pt>
                <c:pt idx="111">
                  <c:v>461</c:v>
                </c:pt>
                <c:pt idx="112">
                  <c:v>465</c:v>
                </c:pt>
                <c:pt idx="113">
                  <c:v>469</c:v>
                </c:pt>
                <c:pt idx="114">
                  <c:v>473</c:v>
                </c:pt>
                <c:pt idx="115">
                  <c:v>477</c:v>
                </c:pt>
                <c:pt idx="116">
                  <c:v>482</c:v>
                </c:pt>
                <c:pt idx="117">
                  <c:v>486</c:v>
                </c:pt>
                <c:pt idx="118">
                  <c:v>490</c:v>
                </c:pt>
                <c:pt idx="119">
                  <c:v>494</c:v>
                </c:pt>
              </c:numCache>
            </c:numRef>
          </c:xVal>
          <c:yVal>
            <c:numRef>
              <c:f>'Chart Data'!$Z$2:$Z$121</c:f>
              <c:numCache>
                <c:formatCode>General</c:formatCode>
                <c:ptCount val="120"/>
                <c:pt idx="0">
                  <c:v>1.0892786</c:v>
                </c:pt>
                <c:pt idx="1">
                  <c:v>1.0911998</c:v>
                </c:pt>
                <c:pt idx="2">
                  <c:v>1.0926291</c:v>
                </c:pt>
                <c:pt idx="3">
                  <c:v>1.0916575</c:v>
                </c:pt>
                <c:pt idx="4">
                  <c:v>1.0927739</c:v>
                </c:pt>
                <c:pt idx="5">
                  <c:v>1.0932118</c:v>
                </c:pt>
                <c:pt idx="6">
                  <c:v>1.0916113</c:v>
                </c:pt>
                <c:pt idx="7">
                  <c:v>1.0921437</c:v>
                </c:pt>
                <c:pt idx="8">
                  <c:v>1.0920677</c:v>
                </c:pt>
                <c:pt idx="9">
                  <c:v>1.0923796</c:v>
                </c:pt>
                <c:pt idx="10">
                  <c:v>1.0929599</c:v>
                </c:pt>
                <c:pt idx="11">
                  <c:v>1.0938655</c:v>
                </c:pt>
                <c:pt idx="12">
                  <c:v>1.0935313</c:v>
                </c:pt>
                <c:pt idx="13">
                  <c:v>1.0949043</c:v>
                </c:pt>
                <c:pt idx="14">
                  <c:v>1.0949998</c:v>
                </c:pt>
                <c:pt idx="15">
                  <c:v>1.0939096</c:v>
                </c:pt>
                <c:pt idx="16">
                  <c:v>1.094768</c:v>
                </c:pt>
                <c:pt idx="17">
                  <c:v>1.0944352</c:v>
                </c:pt>
                <c:pt idx="18">
                  <c:v>1.0969429</c:v>
                </c:pt>
                <c:pt idx="19">
                  <c:v>1.0950521</c:v>
                </c:pt>
                <c:pt idx="20">
                  <c:v>1.0947919</c:v>
                </c:pt>
                <c:pt idx="21">
                  <c:v>1.0952431</c:v>
                </c:pt>
                <c:pt idx="22">
                  <c:v>1.0956867</c:v>
                </c:pt>
                <c:pt idx="23">
                  <c:v>1.0934023</c:v>
                </c:pt>
                <c:pt idx="24">
                  <c:v>1.0944375</c:v>
                </c:pt>
                <c:pt idx="25">
                  <c:v>1.0931839</c:v>
                </c:pt>
                <c:pt idx="26">
                  <c:v>1.0927374</c:v>
                </c:pt>
                <c:pt idx="27">
                  <c:v>1.0899949</c:v>
                </c:pt>
                <c:pt idx="28">
                  <c:v>1.088901</c:v>
                </c:pt>
                <c:pt idx="29">
                  <c:v>1.086094</c:v>
                </c:pt>
                <c:pt idx="30">
                  <c:v>1.0880985</c:v>
                </c:pt>
                <c:pt idx="31">
                  <c:v>1.0866764</c:v>
                </c:pt>
                <c:pt idx="32">
                  <c:v>1.0853844</c:v>
                </c:pt>
                <c:pt idx="33">
                  <c:v>1.0847818</c:v>
                </c:pt>
                <c:pt idx="34">
                  <c:v>1.0844151</c:v>
                </c:pt>
                <c:pt idx="35">
                  <c:v>1.0857254</c:v>
                </c:pt>
                <c:pt idx="36">
                  <c:v>1.0866073</c:v>
                </c:pt>
                <c:pt idx="37">
                  <c:v>1.0856887</c:v>
                </c:pt>
                <c:pt idx="38">
                  <c:v>1.083208</c:v>
                </c:pt>
                <c:pt idx="39">
                  <c:v>1.0832319</c:v>
                </c:pt>
                <c:pt idx="40">
                  <c:v>1.0838534</c:v>
                </c:pt>
                <c:pt idx="41">
                  <c:v>1.0852888</c:v>
                </c:pt>
                <c:pt idx="42">
                  <c:v>1.0819371</c:v>
                </c:pt>
                <c:pt idx="43">
                  <c:v>1.0813783</c:v>
                </c:pt>
                <c:pt idx="44">
                  <c:v>1.0835729</c:v>
                </c:pt>
                <c:pt idx="45">
                  <c:v>1.0815501</c:v>
                </c:pt>
                <c:pt idx="46">
                  <c:v>1.0828969</c:v>
                </c:pt>
                <c:pt idx="47">
                  <c:v>1.0821053</c:v>
                </c:pt>
                <c:pt idx="48">
                  <c:v>1.0807563</c:v>
                </c:pt>
                <c:pt idx="49">
                  <c:v>1.0808188</c:v>
                </c:pt>
                <c:pt idx="50">
                  <c:v>1.0790492</c:v>
                </c:pt>
                <c:pt idx="51">
                  <c:v>1.0760949</c:v>
                </c:pt>
                <c:pt idx="52">
                  <c:v>1.079198</c:v>
                </c:pt>
                <c:pt idx="53">
                  <c:v>1.0774081</c:v>
                </c:pt>
                <c:pt idx="54">
                  <c:v>1.075451</c:v>
                </c:pt>
                <c:pt idx="55">
                  <c:v>1.071646</c:v>
                </c:pt>
                <c:pt idx="56">
                  <c:v>1.0757198</c:v>
                </c:pt>
                <c:pt idx="57">
                  <c:v>1.0750018</c:v>
                </c:pt>
                <c:pt idx="58">
                  <c:v>1.0744778</c:v>
                </c:pt>
                <c:pt idx="59">
                  <c:v>1.0715171</c:v>
                </c:pt>
                <c:pt idx="60">
                  <c:v>1.0702338</c:v>
                </c:pt>
                <c:pt idx="61">
                  <c:v>1.0680051</c:v>
                </c:pt>
                <c:pt idx="62">
                  <c:v>1.06905</c:v>
                </c:pt>
                <c:pt idx="63">
                  <c:v>1.0638332</c:v>
                </c:pt>
                <c:pt idx="64">
                  <c:v>1.0657909</c:v>
                </c:pt>
                <c:pt idx="65">
                  <c:v>1.0638715</c:v>
                </c:pt>
                <c:pt idx="66">
                  <c:v>1.0637056</c:v>
                </c:pt>
                <c:pt idx="67">
                  <c:v>1.0578642</c:v>
                </c:pt>
                <c:pt idx="68">
                  <c:v>1.0543423</c:v>
                </c:pt>
                <c:pt idx="69">
                  <c:v>1.0523422</c:v>
                </c:pt>
                <c:pt idx="70">
                  <c:v>1.0510465</c:v>
                </c:pt>
                <c:pt idx="71">
                  <c:v>1.046582</c:v>
                </c:pt>
                <c:pt idx="72">
                  <c:v>1.045994</c:v>
                </c:pt>
                <c:pt idx="73">
                  <c:v>1.0426749</c:v>
                </c:pt>
                <c:pt idx="74">
                  <c:v>1.0436285</c:v>
                </c:pt>
                <c:pt idx="75">
                  <c:v>1.04081</c:v>
                </c:pt>
                <c:pt idx="76">
                  <c:v>1.0373957</c:v>
                </c:pt>
                <c:pt idx="77">
                  <c:v>1.0364081</c:v>
                </c:pt>
                <c:pt idx="78">
                  <c:v>1.0339162</c:v>
                </c:pt>
                <c:pt idx="79">
                  <c:v>1.0312277</c:v>
                </c:pt>
                <c:pt idx="80">
                  <c:v>1.0297917</c:v>
                </c:pt>
                <c:pt idx="81">
                  <c:v>1.0262834</c:v>
                </c:pt>
                <c:pt idx="82">
                  <c:v>1.0244902</c:v>
                </c:pt>
                <c:pt idx="83">
                  <c:v>1.0225309</c:v>
                </c:pt>
                <c:pt idx="84">
                  <c:v>1.0198525</c:v>
                </c:pt>
                <c:pt idx="85">
                  <c:v>1.0184063</c:v>
                </c:pt>
                <c:pt idx="86">
                  <c:v>1.0160161</c:v>
                </c:pt>
                <c:pt idx="87">
                  <c:v>1.0151476</c:v>
                </c:pt>
                <c:pt idx="88">
                  <c:v>1.0125191</c:v>
                </c:pt>
                <c:pt idx="89">
                  <c:v>1.008636</c:v>
                </c:pt>
                <c:pt idx="90">
                  <c:v>1.0041466</c:v>
                </c:pt>
                <c:pt idx="91">
                  <c:v>1.0027473</c:v>
                </c:pt>
                <c:pt idx="92">
                  <c:v>0.9986459</c:v>
                </c:pt>
                <c:pt idx="93">
                  <c:v>0.99618196</c:v>
                </c:pt>
                <c:pt idx="94">
                  <c:v>0.99297762</c:v>
                </c:pt>
                <c:pt idx="95">
                  <c:v>0.98604518</c:v>
                </c:pt>
                <c:pt idx="96">
                  <c:v>0.98273766</c:v>
                </c:pt>
                <c:pt idx="97">
                  <c:v>0.97981125</c:v>
                </c:pt>
                <c:pt idx="98">
                  <c:v>0.97602683</c:v>
                </c:pt>
                <c:pt idx="99">
                  <c:v>0.97162914</c:v>
                </c:pt>
                <c:pt idx="100">
                  <c:v>0.9683187</c:v>
                </c:pt>
                <c:pt idx="101">
                  <c:v>0.96364117</c:v>
                </c:pt>
                <c:pt idx="102">
                  <c:v>0.95774221</c:v>
                </c:pt>
                <c:pt idx="103">
                  <c:v>0.95461178</c:v>
                </c:pt>
                <c:pt idx="104">
                  <c:v>0.94841552</c:v>
                </c:pt>
                <c:pt idx="105">
                  <c:v>0.94301456</c:v>
                </c:pt>
                <c:pt idx="106">
                  <c:v>0.93810707</c:v>
                </c:pt>
                <c:pt idx="107">
                  <c:v>0.93262935</c:v>
                </c:pt>
                <c:pt idx="108">
                  <c:v>0.92385149</c:v>
                </c:pt>
                <c:pt idx="109">
                  <c:v>0.91926676</c:v>
                </c:pt>
                <c:pt idx="110">
                  <c:v>0.90891844</c:v>
                </c:pt>
                <c:pt idx="111">
                  <c:v>0.90106595</c:v>
                </c:pt>
                <c:pt idx="112">
                  <c:v>0.89037776</c:v>
                </c:pt>
                <c:pt idx="113">
                  <c:v>0.88327318</c:v>
                </c:pt>
                <c:pt idx="114">
                  <c:v>0.87421745</c:v>
                </c:pt>
                <c:pt idx="115">
                  <c:v>0.86743349</c:v>
                </c:pt>
                <c:pt idx="116">
                  <c:v>0.85503423</c:v>
                </c:pt>
                <c:pt idx="117">
                  <c:v>0.84500444</c:v>
                </c:pt>
                <c:pt idx="118">
                  <c:v>0.83618164</c:v>
                </c:pt>
                <c:pt idx="119">
                  <c:v>0.8272146</c:v>
                </c:pt>
              </c:numCache>
            </c:numRef>
          </c:yVal>
        </c:ser>
        <c:ser>
          <c:idx val="13"/>
          <c:order val="13"/>
          <c:tx>
            <c:v>Batch2_cell_018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71</c:v>
                </c:pt>
                <c:pt idx="19">
                  <c:v>75</c:v>
                </c:pt>
                <c:pt idx="20">
                  <c:v>79</c:v>
                </c:pt>
                <c:pt idx="21">
                  <c:v>83</c:v>
                </c:pt>
                <c:pt idx="22">
                  <c:v>87</c:v>
                </c:pt>
                <c:pt idx="23">
                  <c:v>91</c:v>
                </c:pt>
                <c:pt idx="24">
                  <c:v>95</c:v>
                </c:pt>
                <c:pt idx="25">
                  <c:v>99</c:v>
                </c:pt>
                <c:pt idx="26">
                  <c:v>103</c:v>
                </c:pt>
                <c:pt idx="27">
                  <c:v>107</c:v>
                </c:pt>
                <c:pt idx="28">
                  <c:v>111</c:v>
                </c:pt>
                <c:pt idx="29">
                  <c:v>115</c:v>
                </c:pt>
                <c:pt idx="30">
                  <c:v>118</c:v>
                </c:pt>
                <c:pt idx="31">
                  <c:v>122</c:v>
                </c:pt>
                <c:pt idx="32">
                  <c:v>126</c:v>
                </c:pt>
                <c:pt idx="33">
                  <c:v>130</c:v>
                </c:pt>
                <c:pt idx="34">
                  <c:v>134</c:v>
                </c:pt>
                <c:pt idx="35">
                  <c:v>138</c:v>
                </c:pt>
                <c:pt idx="36">
                  <c:v>142</c:v>
                </c:pt>
                <c:pt idx="37">
                  <c:v>146</c:v>
                </c:pt>
                <c:pt idx="38">
                  <c:v>150</c:v>
                </c:pt>
                <c:pt idx="39">
                  <c:v>154</c:v>
                </c:pt>
                <c:pt idx="40">
                  <c:v>158</c:v>
                </c:pt>
                <c:pt idx="41">
                  <c:v>162</c:v>
                </c:pt>
                <c:pt idx="42">
                  <c:v>165</c:v>
                </c:pt>
                <c:pt idx="43">
                  <c:v>169</c:v>
                </c:pt>
                <c:pt idx="44">
                  <c:v>173</c:v>
                </c:pt>
                <c:pt idx="45">
                  <c:v>177</c:v>
                </c:pt>
                <c:pt idx="46">
                  <c:v>181</c:v>
                </c:pt>
                <c:pt idx="47">
                  <c:v>185</c:v>
                </c:pt>
                <c:pt idx="48">
                  <c:v>189</c:v>
                </c:pt>
                <c:pt idx="49">
                  <c:v>193</c:v>
                </c:pt>
                <c:pt idx="50">
                  <c:v>197</c:v>
                </c:pt>
                <c:pt idx="51">
                  <c:v>201</c:v>
                </c:pt>
                <c:pt idx="52">
                  <c:v>205</c:v>
                </c:pt>
                <c:pt idx="53">
                  <c:v>209</c:v>
                </c:pt>
                <c:pt idx="54">
                  <c:v>212</c:v>
                </c:pt>
                <c:pt idx="55">
                  <c:v>216</c:v>
                </c:pt>
                <c:pt idx="56">
                  <c:v>220</c:v>
                </c:pt>
                <c:pt idx="57">
                  <c:v>224</c:v>
                </c:pt>
                <c:pt idx="58">
                  <c:v>228</c:v>
                </c:pt>
                <c:pt idx="59">
                  <c:v>232</c:v>
                </c:pt>
                <c:pt idx="60">
                  <c:v>236</c:v>
                </c:pt>
                <c:pt idx="61">
                  <c:v>240</c:v>
                </c:pt>
                <c:pt idx="62">
                  <c:v>244</c:v>
                </c:pt>
                <c:pt idx="63">
                  <c:v>248</c:v>
                </c:pt>
                <c:pt idx="64">
                  <c:v>252</c:v>
                </c:pt>
                <c:pt idx="65">
                  <c:v>256</c:v>
                </c:pt>
                <c:pt idx="66">
                  <c:v>259</c:v>
                </c:pt>
                <c:pt idx="67">
                  <c:v>263</c:v>
                </c:pt>
                <c:pt idx="68">
                  <c:v>267</c:v>
                </c:pt>
                <c:pt idx="69">
                  <c:v>271</c:v>
                </c:pt>
                <c:pt idx="70">
                  <c:v>275</c:v>
                </c:pt>
                <c:pt idx="71">
                  <c:v>279</c:v>
                </c:pt>
                <c:pt idx="72">
                  <c:v>283</c:v>
                </c:pt>
                <c:pt idx="73">
                  <c:v>287</c:v>
                </c:pt>
                <c:pt idx="74">
                  <c:v>291</c:v>
                </c:pt>
                <c:pt idx="75">
                  <c:v>295</c:v>
                </c:pt>
                <c:pt idx="76">
                  <c:v>299</c:v>
                </c:pt>
                <c:pt idx="77">
                  <c:v>303</c:v>
                </c:pt>
                <c:pt idx="78">
                  <c:v>306</c:v>
                </c:pt>
                <c:pt idx="79">
                  <c:v>310</c:v>
                </c:pt>
                <c:pt idx="80">
                  <c:v>314</c:v>
                </c:pt>
                <c:pt idx="81">
                  <c:v>318</c:v>
                </c:pt>
                <c:pt idx="82">
                  <c:v>322</c:v>
                </c:pt>
                <c:pt idx="83">
                  <c:v>326</c:v>
                </c:pt>
                <c:pt idx="84">
                  <c:v>330</c:v>
                </c:pt>
                <c:pt idx="85">
                  <c:v>334</c:v>
                </c:pt>
                <c:pt idx="86">
                  <c:v>338</c:v>
                </c:pt>
                <c:pt idx="87">
                  <c:v>342</c:v>
                </c:pt>
                <c:pt idx="88">
                  <c:v>346</c:v>
                </c:pt>
                <c:pt idx="89">
                  <c:v>350</c:v>
                </c:pt>
                <c:pt idx="90">
                  <c:v>353</c:v>
                </c:pt>
                <c:pt idx="91">
                  <c:v>357</c:v>
                </c:pt>
                <c:pt idx="92">
                  <c:v>361</c:v>
                </c:pt>
                <c:pt idx="93">
                  <c:v>365</c:v>
                </c:pt>
                <c:pt idx="94">
                  <c:v>369</c:v>
                </c:pt>
                <c:pt idx="95">
                  <c:v>373</c:v>
                </c:pt>
                <c:pt idx="96">
                  <c:v>377</c:v>
                </c:pt>
                <c:pt idx="97">
                  <c:v>381</c:v>
                </c:pt>
                <c:pt idx="98">
                  <c:v>385</c:v>
                </c:pt>
                <c:pt idx="99">
                  <c:v>389</c:v>
                </c:pt>
                <c:pt idx="100">
                  <c:v>393</c:v>
                </c:pt>
                <c:pt idx="101">
                  <c:v>397</c:v>
                </c:pt>
                <c:pt idx="102">
                  <c:v>400</c:v>
                </c:pt>
                <c:pt idx="103">
                  <c:v>404</c:v>
                </c:pt>
                <c:pt idx="104">
                  <c:v>408</c:v>
                </c:pt>
                <c:pt idx="105">
                  <c:v>412</c:v>
                </c:pt>
                <c:pt idx="106">
                  <c:v>416</c:v>
                </c:pt>
                <c:pt idx="107">
                  <c:v>420</c:v>
                </c:pt>
                <c:pt idx="108">
                  <c:v>424</c:v>
                </c:pt>
                <c:pt idx="109">
                  <c:v>428</c:v>
                </c:pt>
                <c:pt idx="110">
                  <c:v>432</c:v>
                </c:pt>
                <c:pt idx="111">
                  <c:v>436</c:v>
                </c:pt>
                <c:pt idx="112">
                  <c:v>440</c:v>
                </c:pt>
                <c:pt idx="113">
                  <c:v>444</c:v>
                </c:pt>
                <c:pt idx="114">
                  <c:v>447</c:v>
                </c:pt>
                <c:pt idx="115">
                  <c:v>451</c:v>
                </c:pt>
                <c:pt idx="116">
                  <c:v>455</c:v>
                </c:pt>
                <c:pt idx="117">
                  <c:v>459</c:v>
                </c:pt>
                <c:pt idx="118">
                  <c:v>463</c:v>
                </c:pt>
                <c:pt idx="119">
                  <c:v>467</c:v>
                </c:pt>
              </c:numCache>
            </c:numRef>
          </c:xVal>
          <c:yVal>
            <c:numRef>
              <c:f>'Chart Data'!$AB$2:$AB$121</c:f>
              <c:numCache>
                <c:formatCode>General</c:formatCode>
                <c:ptCount val="120"/>
                <c:pt idx="0">
                  <c:v>1.075542</c:v>
                </c:pt>
                <c:pt idx="1">
                  <c:v>1.0776064</c:v>
                </c:pt>
                <c:pt idx="2">
                  <c:v>1.0764831</c:v>
                </c:pt>
                <c:pt idx="3">
                  <c:v>1.0777206</c:v>
                </c:pt>
                <c:pt idx="4">
                  <c:v>1.0782127</c:v>
                </c:pt>
                <c:pt idx="5">
                  <c:v>1.0795536</c:v>
                </c:pt>
                <c:pt idx="6">
                  <c:v>1.0797223</c:v>
                </c:pt>
                <c:pt idx="7">
                  <c:v>1.0794653</c:v>
                </c:pt>
                <c:pt idx="8">
                  <c:v>1.0798994</c:v>
                </c:pt>
                <c:pt idx="9">
                  <c:v>1.0797039</c:v>
                </c:pt>
                <c:pt idx="10">
                  <c:v>1.0802505</c:v>
                </c:pt>
                <c:pt idx="11">
                  <c:v>1.0814257</c:v>
                </c:pt>
                <c:pt idx="12">
                  <c:v>1.0814155</c:v>
                </c:pt>
                <c:pt idx="13">
                  <c:v>1.0844057</c:v>
                </c:pt>
                <c:pt idx="14">
                  <c:v>1.0854154</c:v>
                </c:pt>
                <c:pt idx="15">
                  <c:v>1.0850779</c:v>
                </c:pt>
                <c:pt idx="16">
                  <c:v>1.0841978</c:v>
                </c:pt>
                <c:pt idx="17">
                  <c:v>1.0857371</c:v>
                </c:pt>
                <c:pt idx="18">
                  <c:v>1.08608</c:v>
                </c:pt>
                <c:pt idx="19">
                  <c:v>1.0867015</c:v>
                </c:pt>
                <c:pt idx="20">
                  <c:v>1.0850451</c:v>
                </c:pt>
                <c:pt idx="21">
                  <c:v>1.0852544</c:v>
                </c:pt>
                <c:pt idx="22">
                  <c:v>1.0867524</c:v>
                </c:pt>
                <c:pt idx="23">
                  <c:v>1.0869166</c:v>
                </c:pt>
                <c:pt idx="24">
                  <c:v>1.085332</c:v>
                </c:pt>
                <c:pt idx="25">
                  <c:v>1.0850455</c:v>
                </c:pt>
                <c:pt idx="26">
                  <c:v>1.0849144</c:v>
                </c:pt>
                <c:pt idx="27">
                  <c:v>1.0818793</c:v>
                </c:pt>
                <c:pt idx="28">
                  <c:v>1.0809656</c:v>
                </c:pt>
                <c:pt idx="29">
                  <c:v>1.0813433</c:v>
                </c:pt>
                <c:pt idx="30">
                  <c:v>1.0809965</c:v>
                </c:pt>
                <c:pt idx="31">
                  <c:v>1.0802871</c:v>
                </c:pt>
                <c:pt idx="32">
                  <c:v>1.0792258</c:v>
                </c:pt>
                <c:pt idx="33">
                  <c:v>1.0790504</c:v>
                </c:pt>
                <c:pt idx="34">
                  <c:v>1.0785748</c:v>
                </c:pt>
                <c:pt idx="35">
                  <c:v>1.0800719</c:v>
                </c:pt>
                <c:pt idx="36">
                  <c:v>1.0813854</c:v>
                </c:pt>
                <c:pt idx="37">
                  <c:v>1.0801737</c:v>
                </c:pt>
                <c:pt idx="38">
                  <c:v>1.0794481</c:v>
                </c:pt>
                <c:pt idx="39">
                  <c:v>1.07819</c:v>
                </c:pt>
                <c:pt idx="40">
                  <c:v>1.0791378</c:v>
                </c:pt>
                <c:pt idx="41">
                  <c:v>1.080299</c:v>
                </c:pt>
                <c:pt idx="42">
                  <c:v>1.0803201</c:v>
                </c:pt>
                <c:pt idx="43">
                  <c:v>1.079048</c:v>
                </c:pt>
                <c:pt idx="44">
                  <c:v>1.0777707</c:v>
                </c:pt>
                <c:pt idx="45">
                  <c:v>1.0769081</c:v>
                </c:pt>
                <c:pt idx="46">
                  <c:v>1.0795686</c:v>
                </c:pt>
                <c:pt idx="47">
                  <c:v>1.0784023</c:v>
                </c:pt>
                <c:pt idx="48">
                  <c:v>1.0813338</c:v>
                </c:pt>
                <c:pt idx="49">
                  <c:v>1.0789572</c:v>
                </c:pt>
                <c:pt idx="50">
                  <c:v>1.0802898</c:v>
                </c:pt>
                <c:pt idx="51">
                  <c:v>1.0791585</c:v>
                </c:pt>
                <c:pt idx="52">
                  <c:v>1.0779541</c:v>
                </c:pt>
                <c:pt idx="53">
                  <c:v>1.0779058</c:v>
                </c:pt>
                <c:pt idx="54">
                  <c:v>1.0781583</c:v>
                </c:pt>
                <c:pt idx="55">
                  <c:v>1.0765166</c:v>
                </c:pt>
                <c:pt idx="56">
                  <c:v>1.0747086</c:v>
                </c:pt>
                <c:pt idx="57">
                  <c:v>1.077666</c:v>
                </c:pt>
                <c:pt idx="58">
                  <c:v>1.0756152</c:v>
                </c:pt>
                <c:pt idx="59">
                  <c:v>1.0775743</c:v>
                </c:pt>
                <c:pt idx="60">
                  <c:v>1.0739678</c:v>
                </c:pt>
                <c:pt idx="61">
                  <c:v>1.0738103</c:v>
                </c:pt>
                <c:pt idx="62">
                  <c:v>1.071449</c:v>
                </c:pt>
                <c:pt idx="63">
                  <c:v>1.0741981</c:v>
                </c:pt>
                <c:pt idx="64">
                  <c:v>1.0703923</c:v>
                </c:pt>
                <c:pt idx="65">
                  <c:v>1.0726131</c:v>
                </c:pt>
                <c:pt idx="66">
                  <c:v>1.0702852</c:v>
                </c:pt>
                <c:pt idx="67">
                  <c:v>1.0729643</c:v>
                </c:pt>
                <c:pt idx="68">
                  <c:v>1.067682</c:v>
                </c:pt>
                <c:pt idx="69">
                  <c:v>1.0614874</c:v>
                </c:pt>
                <c:pt idx="70">
                  <c:v>1.0601661</c:v>
                </c:pt>
                <c:pt idx="71">
                  <c:v>1.0581915</c:v>
                </c:pt>
                <c:pt idx="72">
                  <c:v>1.0573196</c:v>
                </c:pt>
                <c:pt idx="73">
                  <c:v>1.0560377</c:v>
                </c:pt>
                <c:pt idx="74">
                  <c:v>1.0566778</c:v>
                </c:pt>
                <c:pt idx="75">
                  <c:v>1.0567788</c:v>
                </c:pt>
                <c:pt idx="76">
                  <c:v>1.0541238</c:v>
                </c:pt>
                <c:pt idx="77">
                  <c:v>1.0528725</c:v>
                </c:pt>
                <c:pt idx="78">
                  <c:v>1.0507179</c:v>
                </c:pt>
                <c:pt idx="79">
                  <c:v>1.0486797</c:v>
                </c:pt>
                <c:pt idx="80">
                  <c:v>1.0480473</c:v>
                </c:pt>
                <c:pt idx="81">
                  <c:v>1.0463763</c:v>
                </c:pt>
                <c:pt idx="82">
                  <c:v>1.0444602</c:v>
                </c:pt>
                <c:pt idx="83">
                  <c:v>1.042382</c:v>
                </c:pt>
                <c:pt idx="84">
                  <c:v>1.0411348</c:v>
                </c:pt>
                <c:pt idx="85">
                  <c:v>1.039672</c:v>
                </c:pt>
                <c:pt idx="86">
                  <c:v>1.0378816</c:v>
                </c:pt>
                <c:pt idx="87">
                  <c:v>1.0363641</c:v>
                </c:pt>
                <c:pt idx="88">
                  <c:v>1.0364472</c:v>
                </c:pt>
                <c:pt idx="89">
                  <c:v>1.0325638</c:v>
                </c:pt>
                <c:pt idx="90">
                  <c:v>1.030563</c:v>
                </c:pt>
                <c:pt idx="91">
                  <c:v>1.028854</c:v>
                </c:pt>
                <c:pt idx="92">
                  <c:v>1.0267346</c:v>
                </c:pt>
                <c:pt idx="93">
                  <c:v>1.0235066</c:v>
                </c:pt>
                <c:pt idx="94">
                  <c:v>1.0208372</c:v>
                </c:pt>
                <c:pt idx="95">
                  <c:v>1.0171251</c:v>
                </c:pt>
                <c:pt idx="96">
                  <c:v>1.0120938</c:v>
                </c:pt>
                <c:pt idx="97">
                  <c:v>1.0089148</c:v>
                </c:pt>
                <c:pt idx="98">
                  <c:v>1.0050324</c:v>
                </c:pt>
                <c:pt idx="99">
                  <c:v>1.0007683</c:v>
                </c:pt>
                <c:pt idx="100">
                  <c:v>0.99679321</c:v>
                </c:pt>
                <c:pt idx="101">
                  <c:v>0.99151832</c:v>
                </c:pt>
                <c:pt idx="102">
                  <c:v>0.98759103</c:v>
                </c:pt>
                <c:pt idx="103">
                  <c:v>0.98248398</c:v>
                </c:pt>
                <c:pt idx="104">
                  <c:v>0.97697252</c:v>
                </c:pt>
                <c:pt idx="105">
                  <c:v>0.97103757</c:v>
                </c:pt>
                <c:pt idx="106">
                  <c:v>0.96009308</c:v>
                </c:pt>
                <c:pt idx="107">
                  <c:v>0.95610327</c:v>
                </c:pt>
                <c:pt idx="108">
                  <c:v>0.94501275</c:v>
                </c:pt>
                <c:pt idx="109">
                  <c:v>0.93975151</c:v>
                </c:pt>
                <c:pt idx="110">
                  <c:v>0.9263171</c:v>
                </c:pt>
                <c:pt idx="111">
                  <c:v>0.91526663</c:v>
                </c:pt>
                <c:pt idx="112">
                  <c:v>0.90293872</c:v>
                </c:pt>
                <c:pt idx="113">
                  <c:v>0.89325356</c:v>
                </c:pt>
                <c:pt idx="114">
                  <c:v>0.88415289</c:v>
                </c:pt>
                <c:pt idx="115">
                  <c:v>0.8726359</c:v>
                </c:pt>
                <c:pt idx="116">
                  <c:v>0.86378562</c:v>
                </c:pt>
                <c:pt idx="117">
                  <c:v>0.85207629</c:v>
                </c:pt>
                <c:pt idx="118">
                  <c:v>0.83895147</c:v>
                </c:pt>
                <c:pt idx="119">
                  <c:v>0.82719898</c:v>
                </c:pt>
              </c:numCache>
            </c:numRef>
          </c:yVal>
        </c:ser>
        <c:ser>
          <c:idx val="14"/>
          <c:order val="14"/>
          <c:tx>
            <c:v>Batch2_cell_019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Data'!$AC$2:$AC$121</c:f>
              <c:numCache>
                <c:formatCode>General</c:formatCode>
                <c:ptCount val="120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11</c:v>
                </c:pt>
                <c:pt idx="4">
                  <c:v>15</c:v>
                </c:pt>
                <c:pt idx="5">
                  <c:v>18</c:v>
                </c:pt>
                <c:pt idx="6">
                  <c:v>22</c:v>
                </c:pt>
                <c:pt idx="7">
                  <c:v>25</c:v>
                </c:pt>
                <c:pt idx="8">
                  <c:v>29</c:v>
                </c:pt>
                <c:pt idx="9">
                  <c:v>32</c:v>
                </c:pt>
                <c:pt idx="10">
                  <c:v>35</c:v>
                </c:pt>
                <c:pt idx="11">
                  <c:v>39</c:v>
                </c:pt>
                <c:pt idx="12">
                  <c:v>42</c:v>
                </c:pt>
                <c:pt idx="13">
                  <c:v>46</c:v>
                </c:pt>
                <c:pt idx="14">
                  <c:v>49</c:v>
                </c:pt>
                <c:pt idx="15">
                  <c:v>53</c:v>
                </c:pt>
                <c:pt idx="16">
                  <c:v>56</c:v>
                </c:pt>
                <c:pt idx="17">
                  <c:v>60</c:v>
                </c:pt>
                <c:pt idx="18">
                  <c:v>63</c:v>
                </c:pt>
                <c:pt idx="19">
                  <c:v>66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84</c:v>
                </c:pt>
                <c:pt idx="25">
                  <c:v>87</c:v>
                </c:pt>
                <c:pt idx="26">
                  <c:v>91</c:v>
                </c:pt>
                <c:pt idx="27">
                  <c:v>94</c:v>
                </c:pt>
                <c:pt idx="28">
                  <c:v>97</c:v>
                </c:pt>
                <c:pt idx="29">
                  <c:v>101</c:v>
                </c:pt>
                <c:pt idx="30">
                  <c:v>104</c:v>
                </c:pt>
                <c:pt idx="31">
                  <c:v>108</c:v>
                </c:pt>
                <c:pt idx="32">
                  <c:v>111</c:v>
                </c:pt>
                <c:pt idx="33">
                  <c:v>115</c:v>
                </c:pt>
                <c:pt idx="34">
                  <c:v>118</c:v>
                </c:pt>
                <c:pt idx="35">
                  <c:v>122</c:v>
                </c:pt>
                <c:pt idx="36">
                  <c:v>125</c:v>
                </c:pt>
                <c:pt idx="37">
                  <c:v>128</c:v>
                </c:pt>
                <c:pt idx="38">
                  <c:v>132</c:v>
                </c:pt>
                <c:pt idx="39">
                  <c:v>135</c:v>
                </c:pt>
                <c:pt idx="40">
                  <c:v>139</c:v>
                </c:pt>
                <c:pt idx="41">
                  <c:v>142</c:v>
                </c:pt>
                <c:pt idx="42">
                  <c:v>146</c:v>
                </c:pt>
                <c:pt idx="43">
                  <c:v>149</c:v>
                </c:pt>
                <c:pt idx="44">
                  <c:v>153</c:v>
                </c:pt>
                <c:pt idx="45">
                  <c:v>156</c:v>
                </c:pt>
                <c:pt idx="46">
                  <c:v>159</c:v>
                </c:pt>
                <c:pt idx="47">
                  <c:v>163</c:v>
                </c:pt>
                <c:pt idx="48">
                  <c:v>166</c:v>
                </c:pt>
                <c:pt idx="49">
                  <c:v>170</c:v>
                </c:pt>
                <c:pt idx="50">
                  <c:v>173</c:v>
                </c:pt>
                <c:pt idx="51">
                  <c:v>177</c:v>
                </c:pt>
                <c:pt idx="52">
                  <c:v>180</c:v>
                </c:pt>
                <c:pt idx="53">
                  <c:v>184</c:v>
                </c:pt>
                <c:pt idx="54">
                  <c:v>187</c:v>
                </c:pt>
                <c:pt idx="55">
                  <c:v>190</c:v>
                </c:pt>
                <c:pt idx="56">
                  <c:v>194</c:v>
                </c:pt>
                <c:pt idx="57">
                  <c:v>197</c:v>
                </c:pt>
                <c:pt idx="58">
                  <c:v>201</c:v>
                </c:pt>
                <c:pt idx="59">
                  <c:v>204</c:v>
                </c:pt>
                <c:pt idx="60">
                  <c:v>208</c:v>
                </c:pt>
                <c:pt idx="61">
                  <c:v>211</c:v>
                </c:pt>
                <c:pt idx="62">
                  <c:v>215</c:v>
                </c:pt>
                <c:pt idx="63">
                  <c:v>218</c:v>
                </c:pt>
                <c:pt idx="64">
                  <c:v>222</c:v>
                </c:pt>
                <c:pt idx="65">
                  <c:v>225</c:v>
                </c:pt>
                <c:pt idx="66">
                  <c:v>228</c:v>
                </c:pt>
                <c:pt idx="67">
                  <c:v>232</c:v>
                </c:pt>
                <c:pt idx="68">
                  <c:v>235</c:v>
                </c:pt>
                <c:pt idx="69">
                  <c:v>239</c:v>
                </c:pt>
                <c:pt idx="70">
                  <c:v>242</c:v>
                </c:pt>
                <c:pt idx="71">
                  <c:v>246</c:v>
                </c:pt>
                <c:pt idx="72">
                  <c:v>249</c:v>
                </c:pt>
                <c:pt idx="73">
                  <c:v>253</c:v>
                </c:pt>
                <c:pt idx="74">
                  <c:v>256</c:v>
                </c:pt>
                <c:pt idx="75">
                  <c:v>259</c:v>
                </c:pt>
                <c:pt idx="76">
                  <c:v>263</c:v>
                </c:pt>
                <c:pt idx="77">
                  <c:v>266</c:v>
                </c:pt>
                <c:pt idx="78">
                  <c:v>270</c:v>
                </c:pt>
                <c:pt idx="79">
                  <c:v>273</c:v>
                </c:pt>
                <c:pt idx="80">
                  <c:v>277</c:v>
                </c:pt>
                <c:pt idx="81">
                  <c:v>280</c:v>
                </c:pt>
                <c:pt idx="82">
                  <c:v>284</c:v>
                </c:pt>
                <c:pt idx="83">
                  <c:v>287</c:v>
                </c:pt>
                <c:pt idx="84">
                  <c:v>290</c:v>
                </c:pt>
                <c:pt idx="85">
                  <c:v>294</c:v>
                </c:pt>
                <c:pt idx="86">
                  <c:v>297</c:v>
                </c:pt>
                <c:pt idx="87">
                  <c:v>301</c:v>
                </c:pt>
                <c:pt idx="88">
                  <c:v>304</c:v>
                </c:pt>
                <c:pt idx="89">
                  <c:v>308</c:v>
                </c:pt>
                <c:pt idx="90">
                  <c:v>311</c:v>
                </c:pt>
                <c:pt idx="91">
                  <c:v>315</c:v>
                </c:pt>
                <c:pt idx="92">
                  <c:v>318</c:v>
                </c:pt>
                <c:pt idx="93">
                  <c:v>321</c:v>
                </c:pt>
                <c:pt idx="94">
                  <c:v>325</c:v>
                </c:pt>
                <c:pt idx="95">
                  <c:v>328</c:v>
                </c:pt>
                <c:pt idx="96">
                  <c:v>332</c:v>
                </c:pt>
                <c:pt idx="97">
                  <c:v>335</c:v>
                </c:pt>
                <c:pt idx="98">
                  <c:v>339</c:v>
                </c:pt>
                <c:pt idx="99">
                  <c:v>342</c:v>
                </c:pt>
                <c:pt idx="100">
                  <c:v>346</c:v>
                </c:pt>
                <c:pt idx="101">
                  <c:v>349</c:v>
                </c:pt>
                <c:pt idx="102">
                  <c:v>352</c:v>
                </c:pt>
                <c:pt idx="103">
                  <c:v>356</c:v>
                </c:pt>
                <c:pt idx="104">
                  <c:v>359</c:v>
                </c:pt>
                <c:pt idx="105">
                  <c:v>363</c:v>
                </c:pt>
                <c:pt idx="106">
                  <c:v>366</c:v>
                </c:pt>
                <c:pt idx="107">
                  <c:v>370</c:v>
                </c:pt>
                <c:pt idx="108">
                  <c:v>373</c:v>
                </c:pt>
                <c:pt idx="109">
                  <c:v>377</c:v>
                </c:pt>
                <c:pt idx="110">
                  <c:v>380</c:v>
                </c:pt>
                <c:pt idx="111">
                  <c:v>383</c:v>
                </c:pt>
                <c:pt idx="112">
                  <c:v>387</c:v>
                </c:pt>
                <c:pt idx="113">
                  <c:v>390</c:v>
                </c:pt>
                <c:pt idx="114">
                  <c:v>394</c:v>
                </c:pt>
                <c:pt idx="115">
                  <c:v>397</c:v>
                </c:pt>
                <c:pt idx="116">
                  <c:v>401</c:v>
                </c:pt>
                <c:pt idx="117">
                  <c:v>404</c:v>
                </c:pt>
                <c:pt idx="118">
                  <c:v>408</c:v>
                </c:pt>
                <c:pt idx="119">
                  <c:v>411</c:v>
                </c:pt>
              </c:numCache>
            </c:numRef>
          </c:xVal>
          <c:yVal>
            <c:numRef>
              <c:f>'Chart Data'!$AD$2:$AD$121</c:f>
              <c:numCache>
                <c:formatCode>General</c:formatCode>
                <c:ptCount val="120"/>
                <c:pt idx="0">
                  <c:v>1.0912853</c:v>
                </c:pt>
                <c:pt idx="1">
                  <c:v>1.0907462</c:v>
                </c:pt>
                <c:pt idx="2">
                  <c:v>1.0929101</c:v>
                </c:pt>
                <c:pt idx="3">
                  <c:v>1.0930161</c:v>
                </c:pt>
                <c:pt idx="4">
                  <c:v>1.0935801</c:v>
                </c:pt>
                <c:pt idx="5">
                  <c:v>1.09465</c:v>
                </c:pt>
                <c:pt idx="6">
                  <c:v>1.0964859</c:v>
                </c:pt>
                <c:pt idx="7">
                  <c:v>1.0954068</c:v>
                </c:pt>
                <c:pt idx="8">
                  <c:v>1.0961156</c:v>
                </c:pt>
                <c:pt idx="9">
                  <c:v>1.0945297</c:v>
                </c:pt>
                <c:pt idx="10">
                  <c:v>1.0962034</c:v>
                </c:pt>
                <c:pt idx="11">
                  <c:v>1.0956777</c:v>
                </c:pt>
                <c:pt idx="12">
                  <c:v>1.0965582</c:v>
                </c:pt>
                <c:pt idx="13">
                  <c:v>1.0995233</c:v>
                </c:pt>
                <c:pt idx="14">
                  <c:v>1.0839374</c:v>
                </c:pt>
                <c:pt idx="15">
                  <c:v>1.0907193</c:v>
                </c:pt>
                <c:pt idx="16">
                  <c:v>1.0903602</c:v>
                </c:pt>
                <c:pt idx="17">
                  <c:v>1.0914524</c:v>
                </c:pt>
                <c:pt idx="18">
                  <c:v>1.0923787</c:v>
                </c:pt>
                <c:pt idx="19">
                  <c:v>1.0945064</c:v>
                </c:pt>
                <c:pt idx="20">
                  <c:v>1.0974143</c:v>
                </c:pt>
                <c:pt idx="21">
                  <c:v>1.0956707</c:v>
                </c:pt>
                <c:pt idx="22">
                  <c:v>1.0943985</c:v>
                </c:pt>
                <c:pt idx="23">
                  <c:v>1.0962657</c:v>
                </c:pt>
                <c:pt idx="24">
                  <c:v>1.0955209</c:v>
                </c:pt>
                <c:pt idx="25">
                  <c:v>1.0969515</c:v>
                </c:pt>
                <c:pt idx="26">
                  <c:v>1.0948868</c:v>
                </c:pt>
                <c:pt idx="27">
                  <c:v>1.0965936</c:v>
                </c:pt>
                <c:pt idx="28">
                  <c:v>1.0970404</c:v>
                </c:pt>
                <c:pt idx="29">
                  <c:v>1.0929514</c:v>
                </c:pt>
                <c:pt idx="30">
                  <c:v>1.0941725</c:v>
                </c:pt>
                <c:pt idx="31">
                  <c:v>1.0918032</c:v>
                </c:pt>
                <c:pt idx="32">
                  <c:v>1.0896994</c:v>
                </c:pt>
                <c:pt idx="33">
                  <c:v>1.0914941</c:v>
                </c:pt>
                <c:pt idx="34">
                  <c:v>1.089889</c:v>
                </c:pt>
                <c:pt idx="35">
                  <c:v>1.0905846</c:v>
                </c:pt>
                <c:pt idx="36">
                  <c:v>1.0907001</c:v>
                </c:pt>
                <c:pt idx="37">
                  <c:v>1.0881081</c:v>
                </c:pt>
                <c:pt idx="38">
                  <c:v>1.092104</c:v>
                </c:pt>
                <c:pt idx="39">
                  <c:v>1.0911938</c:v>
                </c:pt>
                <c:pt idx="40">
                  <c:v>1.0909392</c:v>
                </c:pt>
                <c:pt idx="41">
                  <c:v>1.0924011</c:v>
                </c:pt>
                <c:pt idx="42">
                  <c:v>1.0904539</c:v>
                </c:pt>
                <c:pt idx="43">
                  <c:v>1.0908594</c:v>
                </c:pt>
                <c:pt idx="44">
                  <c:v>1.0932542</c:v>
                </c:pt>
                <c:pt idx="45">
                  <c:v>1.0893456</c:v>
                </c:pt>
                <c:pt idx="46">
                  <c:v>1.0914388</c:v>
                </c:pt>
                <c:pt idx="47">
                  <c:v>1.0906526</c:v>
                </c:pt>
                <c:pt idx="48">
                  <c:v>1.0909529</c:v>
                </c:pt>
                <c:pt idx="49">
                  <c:v>1.0926652</c:v>
                </c:pt>
                <c:pt idx="50">
                  <c:v>1.0892038</c:v>
                </c:pt>
                <c:pt idx="51">
                  <c:v>1.0952318</c:v>
                </c:pt>
                <c:pt idx="52">
                  <c:v>1.094063</c:v>
                </c:pt>
                <c:pt idx="53">
                  <c:v>1.0919104</c:v>
                </c:pt>
                <c:pt idx="54">
                  <c:v>1.0928947</c:v>
                </c:pt>
                <c:pt idx="55">
                  <c:v>1.0914119</c:v>
                </c:pt>
                <c:pt idx="56">
                  <c:v>1.0897751</c:v>
                </c:pt>
                <c:pt idx="57">
                  <c:v>1.0903193</c:v>
                </c:pt>
                <c:pt idx="58">
                  <c:v>1.0923728</c:v>
                </c:pt>
                <c:pt idx="59">
                  <c:v>1.0900053</c:v>
                </c:pt>
                <c:pt idx="60">
                  <c:v>1.0886662</c:v>
                </c:pt>
                <c:pt idx="61">
                  <c:v>1.086581</c:v>
                </c:pt>
                <c:pt idx="62">
                  <c:v>1.0874659</c:v>
                </c:pt>
                <c:pt idx="63">
                  <c:v>1.0890416</c:v>
                </c:pt>
                <c:pt idx="64">
                  <c:v>1.0900189</c:v>
                </c:pt>
                <c:pt idx="65">
                  <c:v>1.0870168</c:v>
                </c:pt>
                <c:pt idx="66">
                  <c:v>1.0874074</c:v>
                </c:pt>
                <c:pt idx="67">
                  <c:v>1.0837771</c:v>
                </c:pt>
                <c:pt idx="68">
                  <c:v>1.0845119</c:v>
                </c:pt>
                <c:pt idx="69">
                  <c:v>1.0789616</c:v>
                </c:pt>
                <c:pt idx="70">
                  <c:v>1.0825812</c:v>
                </c:pt>
                <c:pt idx="71">
                  <c:v>1.0782398</c:v>
                </c:pt>
                <c:pt idx="72">
                  <c:v>1.084345</c:v>
                </c:pt>
                <c:pt idx="73">
                  <c:v>1.0764353</c:v>
                </c:pt>
                <c:pt idx="74">
                  <c:v>1.0687661</c:v>
                </c:pt>
                <c:pt idx="75">
                  <c:v>1.0694091</c:v>
                </c:pt>
                <c:pt idx="76">
                  <c:v>1.0683868</c:v>
                </c:pt>
                <c:pt idx="77">
                  <c:v>1.0639509</c:v>
                </c:pt>
                <c:pt idx="78">
                  <c:v>1.0607581</c:v>
                </c:pt>
                <c:pt idx="79">
                  <c:v>1.0601864</c:v>
                </c:pt>
                <c:pt idx="80">
                  <c:v>1.0598971</c:v>
                </c:pt>
                <c:pt idx="81">
                  <c:v>1.0592877</c:v>
                </c:pt>
                <c:pt idx="82">
                  <c:v>1.0559257</c:v>
                </c:pt>
                <c:pt idx="83">
                  <c:v>1.0525469</c:v>
                </c:pt>
                <c:pt idx="84">
                  <c:v>1.0511831</c:v>
                </c:pt>
                <c:pt idx="85">
                  <c:v>1.0481708</c:v>
                </c:pt>
                <c:pt idx="86">
                  <c:v>1.0457872</c:v>
                </c:pt>
                <c:pt idx="87">
                  <c:v>1.044274</c:v>
                </c:pt>
                <c:pt idx="88">
                  <c:v>1.042513</c:v>
                </c:pt>
                <c:pt idx="89">
                  <c:v>1.0391697</c:v>
                </c:pt>
                <c:pt idx="90">
                  <c:v>1.0354038</c:v>
                </c:pt>
                <c:pt idx="91">
                  <c:v>1.032696</c:v>
                </c:pt>
                <c:pt idx="92">
                  <c:v>1.0303127</c:v>
                </c:pt>
                <c:pt idx="93">
                  <c:v>1.0264167</c:v>
                </c:pt>
                <c:pt idx="94">
                  <c:v>1.0248787</c:v>
                </c:pt>
                <c:pt idx="95">
                  <c:v>1.0241233</c:v>
                </c:pt>
                <c:pt idx="96">
                  <c:v>1.0171659</c:v>
                </c:pt>
                <c:pt idx="97">
                  <c:v>1.0139511</c:v>
                </c:pt>
                <c:pt idx="98">
                  <c:v>1.0079271</c:v>
                </c:pt>
                <c:pt idx="99">
                  <c:v>1.005173</c:v>
                </c:pt>
                <c:pt idx="100">
                  <c:v>0.99688309</c:v>
                </c:pt>
                <c:pt idx="101">
                  <c:v>0.99094349</c:v>
                </c:pt>
                <c:pt idx="102">
                  <c:v>0.9859857</c:v>
                </c:pt>
                <c:pt idx="103">
                  <c:v>0.97517216</c:v>
                </c:pt>
                <c:pt idx="104">
                  <c:v>0.96961218</c:v>
                </c:pt>
                <c:pt idx="105">
                  <c:v>0.95850813</c:v>
                </c:pt>
                <c:pt idx="106">
                  <c:v>0.95074743</c:v>
                </c:pt>
                <c:pt idx="107">
                  <c:v>0.94077224</c:v>
                </c:pt>
                <c:pt idx="108">
                  <c:v>0.93414986</c:v>
                </c:pt>
                <c:pt idx="109">
                  <c:v>0.92148238</c:v>
                </c:pt>
                <c:pt idx="110">
                  <c:v>0.91333163</c:v>
                </c:pt>
                <c:pt idx="111">
                  <c:v>0.9059518</c:v>
                </c:pt>
                <c:pt idx="112">
                  <c:v>0.89501184</c:v>
                </c:pt>
                <c:pt idx="113">
                  <c:v>0.88764942</c:v>
                </c:pt>
                <c:pt idx="114">
                  <c:v>0.87733477</c:v>
                </c:pt>
                <c:pt idx="115">
                  <c:v>0.86946249</c:v>
                </c:pt>
                <c:pt idx="116">
                  <c:v>0.85528618</c:v>
                </c:pt>
                <c:pt idx="117">
                  <c:v>0.85080898</c:v>
                </c:pt>
                <c:pt idx="118">
                  <c:v>0.83599561</c:v>
                </c:pt>
                <c:pt idx="119">
                  <c:v>0.82597393</c:v>
                </c:pt>
              </c:numCache>
            </c:numRef>
          </c:yVal>
        </c:ser>
        <c:ser>
          <c:idx val="15"/>
          <c:order val="15"/>
          <c:tx>
            <c:v>Batch2_cell_020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31</c:v>
                </c:pt>
                <c:pt idx="8">
                  <c:v>35</c:v>
                </c:pt>
                <c:pt idx="9">
                  <c:v>39</c:v>
                </c:pt>
                <c:pt idx="10">
                  <c:v>43</c:v>
                </c:pt>
                <c:pt idx="11">
                  <c:v>48</c:v>
                </c:pt>
                <c:pt idx="12">
                  <c:v>52</c:v>
                </c:pt>
                <c:pt idx="13">
                  <c:v>56</c:v>
                </c:pt>
                <c:pt idx="14">
                  <c:v>60</c:v>
                </c:pt>
                <c:pt idx="15">
                  <c:v>65</c:v>
                </c:pt>
                <c:pt idx="16">
                  <c:v>69</c:v>
                </c:pt>
                <c:pt idx="17">
                  <c:v>73</c:v>
                </c:pt>
                <c:pt idx="18">
                  <c:v>77</c:v>
                </c:pt>
                <c:pt idx="19">
                  <c:v>82</c:v>
                </c:pt>
                <c:pt idx="20">
                  <c:v>86</c:v>
                </c:pt>
                <c:pt idx="21">
                  <c:v>90</c:v>
                </c:pt>
                <c:pt idx="22">
                  <c:v>94</c:v>
                </c:pt>
                <c:pt idx="23">
                  <c:v>99</c:v>
                </c:pt>
                <c:pt idx="24">
                  <c:v>103</c:v>
                </c:pt>
                <c:pt idx="25">
                  <c:v>107</c:v>
                </c:pt>
                <c:pt idx="26">
                  <c:v>111</c:v>
                </c:pt>
                <c:pt idx="27">
                  <c:v>116</c:v>
                </c:pt>
                <c:pt idx="28">
                  <c:v>120</c:v>
                </c:pt>
                <c:pt idx="29">
                  <c:v>124</c:v>
                </c:pt>
                <c:pt idx="30">
                  <c:v>128</c:v>
                </c:pt>
                <c:pt idx="31">
                  <c:v>133</c:v>
                </c:pt>
                <c:pt idx="32">
                  <c:v>137</c:v>
                </c:pt>
                <c:pt idx="33">
                  <c:v>141</c:v>
                </c:pt>
                <c:pt idx="34">
                  <c:v>145</c:v>
                </c:pt>
                <c:pt idx="35">
                  <c:v>150</c:v>
                </c:pt>
                <c:pt idx="36">
                  <c:v>154</c:v>
                </c:pt>
                <c:pt idx="37">
                  <c:v>158</c:v>
                </c:pt>
                <c:pt idx="38">
                  <c:v>162</c:v>
                </c:pt>
                <c:pt idx="39">
                  <c:v>167</c:v>
                </c:pt>
                <c:pt idx="40">
                  <c:v>171</c:v>
                </c:pt>
                <c:pt idx="41">
                  <c:v>175</c:v>
                </c:pt>
                <c:pt idx="42">
                  <c:v>179</c:v>
                </c:pt>
                <c:pt idx="43">
                  <c:v>183</c:v>
                </c:pt>
                <c:pt idx="44">
                  <c:v>188</c:v>
                </c:pt>
                <c:pt idx="45">
                  <c:v>192</c:v>
                </c:pt>
                <c:pt idx="46">
                  <c:v>196</c:v>
                </c:pt>
                <c:pt idx="47">
                  <c:v>200</c:v>
                </c:pt>
                <c:pt idx="48">
                  <c:v>205</c:v>
                </c:pt>
                <c:pt idx="49">
                  <c:v>209</c:v>
                </c:pt>
                <c:pt idx="50">
                  <c:v>213</c:v>
                </c:pt>
                <c:pt idx="51">
                  <c:v>217</c:v>
                </c:pt>
                <c:pt idx="52">
                  <c:v>222</c:v>
                </c:pt>
                <c:pt idx="53">
                  <c:v>226</c:v>
                </c:pt>
                <c:pt idx="54">
                  <c:v>230</c:v>
                </c:pt>
                <c:pt idx="55">
                  <c:v>234</c:v>
                </c:pt>
                <c:pt idx="56">
                  <c:v>239</c:v>
                </c:pt>
                <c:pt idx="57">
                  <c:v>243</c:v>
                </c:pt>
                <c:pt idx="58">
                  <c:v>247</c:v>
                </c:pt>
                <c:pt idx="59">
                  <c:v>251</c:v>
                </c:pt>
                <c:pt idx="60">
                  <c:v>256</c:v>
                </c:pt>
                <c:pt idx="61">
                  <c:v>260</c:v>
                </c:pt>
                <c:pt idx="62">
                  <c:v>264</c:v>
                </c:pt>
                <c:pt idx="63">
                  <c:v>268</c:v>
                </c:pt>
                <c:pt idx="64">
                  <c:v>273</c:v>
                </c:pt>
                <c:pt idx="65">
                  <c:v>277</c:v>
                </c:pt>
                <c:pt idx="66">
                  <c:v>281</c:v>
                </c:pt>
                <c:pt idx="67">
                  <c:v>285</c:v>
                </c:pt>
                <c:pt idx="68">
                  <c:v>290</c:v>
                </c:pt>
                <c:pt idx="69">
                  <c:v>294</c:v>
                </c:pt>
                <c:pt idx="70">
                  <c:v>298</c:v>
                </c:pt>
                <c:pt idx="71">
                  <c:v>302</c:v>
                </c:pt>
                <c:pt idx="72">
                  <c:v>307</c:v>
                </c:pt>
                <c:pt idx="73">
                  <c:v>311</c:v>
                </c:pt>
                <c:pt idx="74">
                  <c:v>315</c:v>
                </c:pt>
                <c:pt idx="75">
                  <c:v>319</c:v>
                </c:pt>
                <c:pt idx="76">
                  <c:v>324</c:v>
                </c:pt>
                <c:pt idx="77">
                  <c:v>328</c:v>
                </c:pt>
                <c:pt idx="78">
                  <c:v>332</c:v>
                </c:pt>
                <c:pt idx="79">
                  <c:v>336</c:v>
                </c:pt>
                <c:pt idx="80">
                  <c:v>340</c:v>
                </c:pt>
                <c:pt idx="81">
                  <c:v>345</c:v>
                </c:pt>
                <c:pt idx="82">
                  <c:v>349</c:v>
                </c:pt>
                <c:pt idx="83">
                  <c:v>353</c:v>
                </c:pt>
                <c:pt idx="84">
                  <c:v>357</c:v>
                </c:pt>
                <c:pt idx="85">
                  <c:v>362</c:v>
                </c:pt>
                <c:pt idx="86">
                  <c:v>366</c:v>
                </c:pt>
                <c:pt idx="87">
                  <c:v>370</c:v>
                </c:pt>
                <c:pt idx="88">
                  <c:v>374</c:v>
                </c:pt>
                <c:pt idx="89">
                  <c:v>379</c:v>
                </c:pt>
                <c:pt idx="90">
                  <c:v>383</c:v>
                </c:pt>
                <c:pt idx="91">
                  <c:v>387</c:v>
                </c:pt>
                <c:pt idx="92">
                  <c:v>391</c:v>
                </c:pt>
                <c:pt idx="93">
                  <c:v>396</c:v>
                </c:pt>
                <c:pt idx="94">
                  <c:v>400</c:v>
                </c:pt>
                <c:pt idx="95">
                  <c:v>404</c:v>
                </c:pt>
                <c:pt idx="96">
                  <c:v>408</c:v>
                </c:pt>
                <c:pt idx="97">
                  <c:v>413</c:v>
                </c:pt>
                <c:pt idx="98">
                  <c:v>417</c:v>
                </c:pt>
                <c:pt idx="99">
                  <c:v>421</c:v>
                </c:pt>
                <c:pt idx="100">
                  <c:v>425</c:v>
                </c:pt>
                <c:pt idx="101">
                  <c:v>430</c:v>
                </c:pt>
                <c:pt idx="102">
                  <c:v>434</c:v>
                </c:pt>
                <c:pt idx="103">
                  <c:v>438</c:v>
                </c:pt>
                <c:pt idx="104">
                  <c:v>442</c:v>
                </c:pt>
                <c:pt idx="105">
                  <c:v>447</c:v>
                </c:pt>
                <c:pt idx="106">
                  <c:v>451</c:v>
                </c:pt>
                <c:pt idx="107">
                  <c:v>455</c:v>
                </c:pt>
                <c:pt idx="108">
                  <c:v>459</c:v>
                </c:pt>
                <c:pt idx="109">
                  <c:v>464</c:v>
                </c:pt>
                <c:pt idx="110">
                  <c:v>468</c:v>
                </c:pt>
                <c:pt idx="111">
                  <c:v>472</c:v>
                </c:pt>
                <c:pt idx="112">
                  <c:v>476</c:v>
                </c:pt>
                <c:pt idx="113">
                  <c:v>481</c:v>
                </c:pt>
                <c:pt idx="114">
                  <c:v>485</c:v>
                </c:pt>
                <c:pt idx="115">
                  <c:v>489</c:v>
                </c:pt>
                <c:pt idx="116">
                  <c:v>493</c:v>
                </c:pt>
                <c:pt idx="117">
                  <c:v>498</c:v>
                </c:pt>
                <c:pt idx="118">
                  <c:v>502</c:v>
                </c:pt>
                <c:pt idx="119">
                  <c:v>506</c:v>
                </c:pt>
              </c:numCache>
            </c:numRef>
          </c:xVal>
          <c:yVal>
            <c:numRef>
              <c:f>'Chart Data'!$AF$2:$AF$121</c:f>
              <c:numCache>
                <c:formatCode>General</c:formatCode>
                <c:ptCount val="120"/>
                <c:pt idx="0">
                  <c:v>1.0973283</c:v>
                </c:pt>
                <c:pt idx="1">
                  <c:v>1.0982624</c:v>
                </c:pt>
                <c:pt idx="2">
                  <c:v>1.0988334</c:v>
                </c:pt>
                <c:pt idx="3">
                  <c:v>1.0994316</c:v>
                </c:pt>
                <c:pt idx="4">
                  <c:v>1.0999514</c:v>
                </c:pt>
                <c:pt idx="5">
                  <c:v>1.100058</c:v>
                </c:pt>
                <c:pt idx="6">
                  <c:v>1.0997447</c:v>
                </c:pt>
                <c:pt idx="7">
                  <c:v>1.0998542</c:v>
                </c:pt>
                <c:pt idx="8">
                  <c:v>1.1011722</c:v>
                </c:pt>
                <c:pt idx="9">
                  <c:v>1.102353</c:v>
                </c:pt>
                <c:pt idx="10">
                  <c:v>1.1015801</c:v>
                </c:pt>
                <c:pt idx="11">
                  <c:v>1.1019735</c:v>
                </c:pt>
                <c:pt idx="12">
                  <c:v>1.0948051</c:v>
                </c:pt>
                <c:pt idx="13">
                  <c:v>1.0962447</c:v>
                </c:pt>
                <c:pt idx="14">
                  <c:v>1.0973141</c:v>
                </c:pt>
                <c:pt idx="15">
                  <c:v>1.0985906</c:v>
                </c:pt>
                <c:pt idx="16">
                  <c:v>1.1009756</c:v>
                </c:pt>
                <c:pt idx="17">
                  <c:v>1.0983698</c:v>
                </c:pt>
                <c:pt idx="18">
                  <c:v>1.1006032</c:v>
                </c:pt>
                <c:pt idx="19">
                  <c:v>1.1016687</c:v>
                </c:pt>
                <c:pt idx="20">
                  <c:v>1.1018419</c:v>
                </c:pt>
                <c:pt idx="21">
                  <c:v>1.1029574</c:v>
                </c:pt>
                <c:pt idx="22">
                  <c:v>1.1018188</c:v>
                </c:pt>
                <c:pt idx="23">
                  <c:v>1.1046962</c:v>
                </c:pt>
                <c:pt idx="24">
                  <c:v>1.1051416</c:v>
                </c:pt>
                <c:pt idx="25">
                  <c:v>1.1037059</c:v>
                </c:pt>
                <c:pt idx="26">
                  <c:v>1.1051767</c:v>
                </c:pt>
                <c:pt idx="27">
                  <c:v>1.1033611</c:v>
                </c:pt>
                <c:pt idx="28">
                  <c:v>1.1063157</c:v>
                </c:pt>
                <c:pt idx="29">
                  <c:v>1.1057364</c:v>
                </c:pt>
                <c:pt idx="30">
                  <c:v>1.1076798</c:v>
                </c:pt>
                <c:pt idx="31">
                  <c:v>1.106093</c:v>
                </c:pt>
                <c:pt idx="32">
                  <c:v>1.1064106</c:v>
                </c:pt>
                <c:pt idx="33">
                  <c:v>1.1101779</c:v>
                </c:pt>
                <c:pt idx="34">
                  <c:v>1.1090438</c:v>
                </c:pt>
                <c:pt idx="35">
                  <c:v>1.1079693</c:v>
                </c:pt>
                <c:pt idx="36">
                  <c:v>1.1085755</c:v>
                </c:pt>
                <c:pt idx="37">
                  <c:v>1.1107426</c:v>
                </c:pt>
                <c:pt idx="38">
                  <c:v>1.1101689</c:v>
                </c:pt>
                <c:pt idx="39">
                  <c:v>1.1077863</c:v>
                </c:pt>
                <c:pt idx="40">
                  <c:v>1.1101941</c:v>
                </c:pt>
                <c:pt idx="41">
                  <c:v>1.1111355</c:v>
                </c:pt>
                <c:pt idx="42">
                  <c:v>1.1125846</c:v>
                </c:pt>
                <c:pt idx="43">
                  <c:v>1.1116841</c:v>
                </c:pt>
                <c:pt idx="44">
                  <c:v>1.1110181</c:v>
                </c:pt>
                <c:pt idx="45">
                  <c:v>1.1109619</c:v>
                </c:pt>
                <c:pt idx="46">
                  <c:v>1.1124514</c:v>
                </c:pt>
                <c:pt idx="47">
                  <c:v>1.1103648</c:v>
                </c:pt>
                <c:pt idx="48">
                  <c:v>1.1104856</c:v>
                </c:pt>
                <c:pt idx="49">
                  <c:v>1.1116912</c:v>
                </c:pt>
                <c:pt idx="50">
                  <c:v>1.1112767</c:v>
                </c:pt>
                <c:pt idx="51">
                  <c:v>1.1114371</c:v>
                </c:pt>
                <c:pt idx="52">
                  <c:v>1.1112446</c:v>
                </c:pt>
                <c:pt idx="53">
                  <c:v>1.1103848</c:v>
                </c:pt>
                <c:pt idx="54">
                  <c:v>1.1104167</c:v>
                </c:pt>
                <c:pt idx="55">
                  <c:v>1.1112049</c:v>
                </c:pt>
                <c:pt idx="56">
                  <c:v>1.1114835</c:v>
                </c:pt>
                <c:pt idx="57">
                  <c:v>1.1111839</c:v>
                </c:pt>
                <c:pt idx="58">
                  <c:v>1.1110315</c:v>
                </c:pt>
                <c:pt idx="59">
                  <c:v>1.1080048</c:v>
                </c:pt>
                <c:pt idx="60">
                  <c:v>1.1075264</c:v>
                </c:pt>
                <c:pt idx="61">
                  <c:v>1.1091663</c:v>
                </c:pt>
                <c:pt idx="62">
                  <c:v>1.1094477</c:v>
                </c:pt>
                <c:pt idx="63">
                  <c:v>1.1076978</c:v>
                </c:pt>
                <c:pt idx="64">
                  <c:v>1.1063803</c:v>
                </c:pt>
                <c:pt idx="65">
                  <c:v>1.10632</c:v>
                </c:pt>
                <c:pt idx="66">
                  <c:v>1.1046444</c:v>
                </c:pt>
                <c:pt idx="67">
                  <c:v>1.1051816</c:v>
                </c:pt>
                <c:pt idx="68">
                  <c:v>1.1067454</c:v>
                </c:pt>
                <c:pt idx="69">
                  <c:v>1.1062875</c:v>
                </c:pt>
                <c:pt idx="70">
                  <c:v>1.1045482</c:v>
                </c:pt>
                <c:pt idx="71">
                  <c:v>1.1031896</c:v>
                </c:pt>
                <c:pt idx="72">
                  <c:v>1.1028267</c:v>
                </c:pt>
                <c:pt idx="73">
                  <c:v>1.1024441</c:v>
                </c:pt>
                <c:pt idx="74">
                  <c:v>1.1015527</c:v>
                </c:pt>
                <c:pt idx="75">
                  <c:v>1.0988686</c:v>
                </c:pt>
                <c:pt idx="76">
                  <c:v>1.0954998</c:v>
                </c:pt>
                <c:pt idx="77">
                  <c:v>1.0982419</c:v>
                </c:pt>
                <c:pt idx="78">
                  <c:v>1.096226</c:v>
                </c:pt>
                <c:pt idx="79">
                  <c:v>1.0973358</c:v>
                </c:pt>
                <c:pt idx="80">
                  <c:v>1.0950518</c:v>
                </c:pt>
                <c:pt idx="81">
                  <c:v>1.092971</c:v>
                </c:pt>
                <c:pt idx="82">
                  <c:v>1.0936204</c:v>
                </c:pt>
                <c:pt idx="83">
                  <c:v>1.0912852</c:v>
                </c:pt>
                <c:pt idx="84">
                  <c:v>1.0904087</c:v>
                </c:pt>
                <c:pt idx="85">
                  <c:v>1.0863514</c:v>
                </c:pt>
                <c:pt idx="86">
                  <c:v>1.0850359</c:v>
                </c:pt>
                <c:pt idx="87">
                  <c:v>1.0829457</c:v>
                </c:pt>
                <c:pt idx="88">
                  <c:v>1.0815605</c:v>
                </c:pt>
                <c:pt idx="89">
                  <c:v>1.0779412</c:v>
                </c:pt>
                <c:pt idx="90">
                  <c:v>1.0776588</c:v>
                </c:pt>
                <c:pt idx="91">
                  <c:v>1.0705618</c:v>
                </c:pt>
                <c:pt idx="92">
                  <c:v>1.068682</c:v>
                </c:pt>
                <c:pt idx="93">
                  <c:v>1.0662402</c:v>
                </c:pt>
                <c:pt idx="94">
                  <c:v>1.0641649</c:v>
                </c:pt>
                <c:pt idx="95">
                  <c:v>1.0581002</c:v>
                </c:pt>
                <c:pt idx="96">
                  <c:v>1.0557364</c:v>
                </c:pt>
                <c:pt idx="97">
                  <c:v>1.0515307</c:v>
                </c:pt>
                <c:pt idx="98">
                  <c:v>1.0465382</c:v>
                </c:pt>
                <c:pt idx="99">
                  <c:v>1.0408847</c:v>
                </c:pt>
                <c:pt idx="100">
                  <c:v>1.0362372</c:v>
                </c:pt>
                <c:pt idx="101">
                  <c:v>1.0271016</c:v>
                </c:pt>
                <c:pt idx="102">
                  <c:v>1.0191979</c:v>
                </c:pt>
                <c:pt idx="103">
                  <c:v>1.0119783</c:v>
                </c:pt>
                <c:pt idx="104">
                  <c:v>1.0051173</c:v>
                </c:pt>
                <c:pt idx="105">
                  <c:v>0.99348265</c:v>
                </c:pt>
                <c:pt idx="106">
                  <c:v>0.98139012</c:v>
                </c:pt>
                <c:pt idx="107">
                  <c:v>0.97328162</c:v>
                </c:pt>
                <c:pt idx="108">
                  <c:v>0.96387386</c:v>
                </c:pt>
                <c:pt idx="109">
                  <c:v>0.95136106</c:v>
                </c:pt>
                <c:pt idx="110">
                  <c:v>0.93923485</c:v>
                </c:pt>
                <c:pt idx="111">
                  <c:v>0.92860997</c:v>
                </c:pt>
                <c:pt idx="112">
                  <c:v>0.91728365</c:v>
                </c:pt>
                <c:pt idx="113">
                  <c:v>0.90303767</c:v>
                </c:pt>
                <c:pt idx="114">
                  <c:v>0.89135075</c:v>
                </c:pt>
                <c:pt idx="115">
                  <c:v>0.87974203</c:v>
                </c:pt>
                <c:pt idx="116">
                  <c:v>0.86889166</c:v>
                </c:pt>
                <c:pt idx="117">
                  <c:v>0.8528322</c:v>
                </c:pt>
                <c:pt idx="118">
                  <c:v>0.83943164</c:v>
                </c:pt>
                <c:pt idx="119">
                  <c:v>0.82856864</c:v>
                </c:pt>
              </c:numCache>
            </c:numRef>
          </c:yVal>
        </c:ser>
        <c:ser>
          <c:idx val="16"/>
          <c:order val="16"/>
          <c:tx>
            <c:v>Batch2_cell_021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15</c:v>
                </c:pt>
                <c:pt idx="5">
                  <c:v>19</c:v>
                </c:pt>
                <c:pt idx="6">
                  <c:v>22</c:v>
                </c:pt>
                <c:pt idx="7">
                  <c:v>26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44</c:v>
                </c:pt>
                <c:pt idx="13">
                  <c:v>47</c:v>
                </c:pt>
                <c:pt idx="14">
                  <c:v>51</c:v>
                </c:pt>
                <c:pt idx="15">
                  <c:v>55</c:v>
                </c:pt>
                <c:pt idx="16">
                  <c:v>58</c:v>
                </c:pt>
                <c:pt idx="17">
                  <c:v>62</c:v>
                </c:pt>
                <c:pt idx="18">
                  <c:v>65</c:v>
                </c:pt>
                <c:pt idx="19">
                  <c:v>69</c:v>
                </c:pt>
                <c:pt idx="20">
                  <c:v>72</c:v>
                </c:pt>
                <c:pt idx="21">
                  <c:v>76</c:v>
                </c:pt>
                <c:pt idx="22">
                  <c:v>80</c:v>
                </c:pt>
                <c:pt idx="23">
                  <c:v>83</c:v>
                </c:pt>
                <c:pt idx="24">
                  <c:v>87</c:v>
                </c:pt>
                <c:pt idx="25">
                  <c:v>90</c:v>
                </c:pt>
                <c:pt idx="26">
                  <c:v>94</c:v>
                </c:pt>
                <c:pt idx="27">
                  <c:v>97</c:v>
                </c:pt>
                <c:pt idx="28">
                  <c:v>101</c:v>
                </c:pt>
                <c:pt idx="29">
                  <c:v>105</c:v>
                </c:pt>
                <c:pt idx="30">
                  <c:v>108</c:v>
                </c:pt>
                <c:pt idx="31">
                  <c:v>112</c:v>
                </c:pt>
                <c:pt idx="32">
                  <c:v>115</c:v>
                </c:pt>
                <c:pt idx="33">
                  <c:v>119</c:v>
                </c:pt>
                <c:pt idx="34">
                  <c:v>122</c:v>
                </c:pt>
                <c:pt idx="35">
                  <c:v>126</c:v>
                </c:pt>
                <c:pt idx="36">
                  <c:v>130</c:v>
                </c:pt>
                <c:pt idx="37">
                  <c:v>133</c:v>
                </c:pt>
                <c:pt idx="38">
                  <c:v>137</c:v>
                </c:pt>
                <c:pt idx="39">
                  <c:v>140</c:v>
                </c:pt>
                <c:pt idx="40">
                  <c:v>144</c:v>
                </c:pt>
                <c:pt idx="41">
                  <c:v>147</c:v>
                </c:pt>
                <c:pt idx="42">
                  <c:v>151</c:v>
                </c:pt>
                <c:pt idx="43">
                  <c:v>155</c:v>
                </c:pt>
                <c:pt idx="44">
                  <c:v>158</c:v>
                </c:pt>
                <c:pt idx="45">
                  <c:v>162</c:v>
                </c:pt>
                <c:pt idx="46">
                  <c:v>165</c:v>
                </c:pt>
                <c:pt idx="47">
                  <c:v>169</c:v>
                </c:pt>
                <c:pt idx="48">
                  <c:v>172</c:v>
                </c:pt>
                <c:pt idx="49">
                  <c:v>176</c:v>
                </c:pt>
                <c:pt idx="50">
                  <c:v>180</c:v>
                </c:pt>
                <c:pt idx="51">
                  <c:v>183</c:v>
                </c:pt>
                <c:pt idx="52">
                  <c:v>187</c:v>
                </c:pt>
                <c:pt idx="53">
                  <c:v>190</c:v>
                </c:pt>
                <c:pt idx="54">
                  <c:v>194</c:v>
                </c:pt>
                <c:pt idx="55">
                  <c:v>197</c:v>
                </c:pt>
                <c:pt idx="56">
                  <c:v>201</c:v>
                </c:pt>
                <c:pt idx="57">
                  <c:v>205</c:v>
                </c:pt>
                <c:pt idx="58">
                  <c:v>208</c:v>
                </c:pt>
                <c:pt idx="59">
                  <c:v>212</c:v>
                </c:pt>
                <c:pt idx="60">
                  <c:v>215</c:v>
                </c:pt>
                <c:pt idx="61">
                  <c:v>219</c:v>
                </c:pt>
                <c:pt idx="62">
                  <c:v>222</c:v>
                </c:pt>
                <c:pt idx="63">
                  <c:v>226</c:v>
                </c:pt>
                <c:pt idx="64">
                  <c:v>230</c:v>
                </c:pt>
                <c:pt idx="65">
                  <c:v>233</c:v>
                </c:pt>
                <c:pt idx="66">
                  <c:v>237</c:v>
                </c:pt>
                <c:pt idx="67">
                  <c:v>240</c:v>
                </c:pt>
                <c:pt idx="68">
                  <c:v>244</c:v>
                </c:pt>
                <c:pt idx="69">
                  <c:v>247</c:v>
                </c:pt>
                <c:pt idx="70">
                  <c:v>251</c:v>
                </c:pt>
                <c:pt idx="71">
                  <c:v>255</c:v>
                </c:pt>
                <c:pt idx="72">
                  <c:v>258</c:v>
                </c:pt>
                <c:pt idx="73">
                  <c:v>262</c:v>
                </c:pt>
                <c:pt idx="74">
                  <c:v>265</c:v>
                </c:pt>
                <c:pt idx="75">
                  <c:v>269</c:v>
                </c:pt>
                <c:pt idx="76">
                  <c:v>272</c:v>
                </c:pt>
                <c:pt idx="77">
                  <c:v>276</c:v>
                </c:pt>
                <c:pt idx="78">
                  <c:v>280</c:v>
                </c:pt>
                <c:pt idx="79">
                  <c:v>283</c:v>
                </c:pt>
                <c:pt idx="80">
                  <c:v>287</c:v>
                </c:pt>
                <c:pt idx="81">
                  <c:v>290</c:v>
                </c:pt>
                <c:pt idx="82">
                  <c:v>294</c:v>
                </c:pt>
                <c:pt idx="83">
                  <c:v>297</c:v>
                </c:pt>
                <c:pt idx="84">
                  <c:v>301</c:v>
                </c:pt>
                <c:pt idx="85">
                  <c:v>305</c:v>
                </c:pt>
                <c:pt idx="86">
                  <c:v>308</c:v>
                </c:pt>
                <c:pt idx="87">
                  <c:v>312</c:v>
                </c:pt>
                <c:pt idx="88">
                  <c:v>315</c:v>
                </c:pt>
                <c:pt idx="89">
                  <c:v>319</c:v>
                </c:pt>
                <c:pt idx="90">
                  <c:v>322</c:v>
                </c:pt>
                <c:pt idx="91">
                  <c:v>326</c:v>
                </c:pt>
                <c:pt idx="92">
                  <c:v>330</c:v>
                </c:pt>
                <c:pt idx="93">
                  <c:v>333</c:v>
                </c:pt>
                <c:pt idx="94">
                  <c:v>337</c:v>
                </c:pt>
                <c:pt idx="95">
                  <c:v>340</c:v>
                </c:pt>
                <c:pt idx="96">
                  <c:v>344</c:v>
                </c:pt>
                <c:pt idx="97">
                  <c:v>347</c:v>
                </c:pt>
                <c:pt idx="98">
                  <c:v>351</c:v>
                </c:pt>
                <c:pt idx="99">
                  <c:v>355</c:v>
                </c:pt>
                <c:pt idx="100">
                  <c:v>358</c:v>
                </c:pt>
                <c:pt idx="101">
                  <c:v>362</c:v>
                </c:pt>
                <c:pt idx="102">
                  <c:v>365</c:v>
                </c:pt>
                <c:pt idx="103">
                  <c:v>369</c:v>
                </c:pt>
                <c:pt idx="104">
                  <c:v>372</c:v>
                </c:pt>
                <c:pt idx="105">
                  <c:v>376</c:v>
                </c:pt>
                <c:pt idx="106">
                  <c:v>380</c:v>
                </c:pt>
                <c:pt idx="107">
                  <c:v>383</c:v>
                </c:pt>
                <c:pt idx="108">
                  <c:v>387</c:v>
                </c:pt>
                <c:pt idx="109">
                  <c:v>390</c:v>
                </c:pt>
                <c:pt idx="110">
                  <c:v>394</c:v>
                </c:pt>
                <c:pt idx="111">
                  <c:v>397</c:v>
                </c:pt>
                <c:pt idx="112">
                  <c:v>401</c:v>
                </c:pt>
                <c:pt idx="113">
                  <c:v>405</c:v>
                </c:pt>
                <c:pt idx="114">
                  <c:v>408</c:v>
                </c:pt>
                <c:pt idx="115">
                  <c:v>412</c:v>
                </c:pt>
                <c:pt idx="116">
                  <c:v>415</c:v>
                </c:pt>
                <c:pt idx="117">
                  <c:v>419</c:v>
                </c:pt>
                <c:pt idx="118">
                  <c:v>422</c:v>
                </c:pt>
                <c:pt idx="119">
                  <c:v>426</c:v>
                </c:pt>
              </c:numCache>
            </c:numRef>
          </c:xVal>
          <c:yVal>
            <c:numRef>
              <c:f>'Chart Data'!$AH$2:$AH$121</c:f>
              <c:numCache>
                <c:formatCode>General</c:formatCode>
                <c:ptCount val="120"/>
                <c:pt idx="0">
                  <c:v>1.09855</c:v>
                </c:pt>
                <c:pt idx="1">
                  <c:v>1.1005412</c:v>
                </c:pt>
                <c:pt idx="2">
                  <c:v>1.1006373</c:v>
                </c:pt>
                <c:pt idx="3">
                  <c:v>1.1009465</c:v>
                </c:pt>
                <c:pt idx="4">
                  <c:v>1.1008855</c:v>
                </c:pt>
                <c:pt idx="5">
                  <c:v>1.1011059</c:v>
                </c:pt>
                <c:pt idx="6">
                  <c:v>1.1027304</c:v>
                </c:pt>
                <c:pt idx="7">
                  <c:v>1.1029462</c:v>
                </c:pt>
                <c:pt idx="8">
                  <c:v>1.1013087</c:v>
                </c:pt>
                <c:pt idx="9">
                  <c:v>1.1018683</c:v>
                </c:pt>
                <c:pt idx="10">
                  <c:v>1.1040269</c:v>
                </c:pt>
                <c:pt idx="11">
                  <c:v>1.105922</c:v>
                </c:pt>
                <c:pt idx="12">
                  <c:v>1.1049246</c:v>
                </c:pt>
                <c:pt idx="13">
                  <c:v>1.1066968</c:v>
                </c:pt>
                <c:pt idx="14">
                  <c:v>1.0988535</c:v>
                </c:pt>
                <c:pt idx="15">
                  <c:v>1.0972061</c:v>
                </c:pt>
                <c:pt idx="16">
                  <c:v>1.0990478</c:v>
                </c:pt>
                <c:pt idx="17">
                  <c:v>1.0998381</c:v>
                </c:pt>
                <c:pt idx="18">
                  <c:v>1.1024528</c:v>
                </c:pt>
                <c:pt idx="19">
                  <c:v>1.1032544</c:v>
                </c:pt>
                <c:pt idx="20">
                  <c:v>1.1025865</c:v>
                </c:pt>
                <c:pt idx="21">
                  <c:v>1.1032412</c:v>
                </c:pt>
                <c:pt idx="22">
                  <c:v>1.1041961</c:v>
                </c:pt>
                <c:pt idx="23">
                  <c:v>1.1050712</c:v>
                </c:pt>
                <c:pt idx="24">
                  <c:v>1.1069587</c:v>
                </c:pt>
                <c:pt idx="25">
                  <c:v>1.1053007</c:v>
                </c:pt>
                <c:pt idx="26">
                  <c:v>1.1059742</c:v>
                </c:pt>
                <c:pt idx="27">
                  <c:v>1.1034008</c:v>
                </c:pt>
                <c:pt idx="28">
                  <c:v>1.1011353</c:v>
                </c:pt>
                <c:pt idx="29">
                  <c:v>1.1011078</c:v>
                </c:pt>
                <c:pt idx="30">
                  <c:v>1.1002251</c:v>
                </c:pt>
                <c:pt idx="31">
                  <c:v>1.0976104</c:v>
                </c:pt>
                <c:pt idx="32">
                  <c:v>1.0984987</c:v>
                </c:pt>
                <c:pt idx="33">
                  <c:v>1.0979693</c:v>
                </c:pt>
                <c:pt idx="34">
                  <c:v>1.0976126</c:v>
                </c:pt>
                <c:pt idx="35">
                  <c:v>1.0975994</c:v>
                </c:pt>
                <c:pt idx="36">
                  <c:v>1.0965512</c:v>
                </c:pt>
                <c:pt idx="37">
                  <c:v>1.0993735</c:v>
                </c:pt>
                <c:pt idx="38">
                  <c:v>1.1025749</c:v>
                </c:pt>
                <c:pt idx="39">
                  <c:v>1.0993197</c:v>
                </c:pt>
                <c:pt idx="40">
                  <c:v>1.0993357</c:v>
                </c:pt>
                <c:pt idx="41">
                  <c:v>1.0986825</c:v>
                </c:pt>
                <c:pt idx="42">
                  <c:v>1.098726</c:v>
                </c:pt>
                <c:pt idx="43">
                  <c:v>1.1000886</c:v>
                </c:pt>
                <c:pt idx="44">
                  <c:v>1.1011071</c:v>
                </c:pt>
                <c:pt idx="45">
                  <c:v>1.098501</c:v>
                </c:pt>
                <c:pt idx="46">
                  <c:v>1.0996681</c:v>
                </c:pt>
                <c:pt idx="47">
                  <c:v>1.0994235</c:v>
                </c:pt>
                <c:pt idx="48">
                  <c:v>1.1003898</c:v>
                </c:pt>
                <c:pt idx="49">
                  <c:v>1.1008093</c:v>
                </c:pt>
                <c:pt idx="50">
                  <c:v>1.1041932</c:v>
                </c:pt>
                <c:pt idx="51">
                  <c:v>1.1030482</c:v>
                </c:pt>
                <c:pt idx="52">
                  <c:v>1.0990534</c:v>
                </c:pt>
                <c:pt idx="53">
                  <c:v>1.1008832</c:v>
                </c:pt>
                <c:pt idx="54">
                  <c:v>1.1002011</c:v>
                </c:pt>
                <c:pt idx="55">
                  <c:v>1.0977272</c:v>
                </c:pt>
                <c:pt idx="56">
                  <c:v>1.0991374</c:v>
                </c:pt>
                <c:pt idx="57">
                  <c:v>1.0987287</c:v>
                </c:pt>
                <c:pt idx="58">
                  <c:v>1.0961578</c:v>
                </c:pt>
                <c:pt idx="59">
                  <c:v>1.0915129</c:v>
                </c:pt>
                <c:pt idx="60">
                  <c:v>1.0975565</c:v>
                </c:pt>
                <c:pt idx="61">
                  <c:v>1.0962422</c:v>
                </c:pt>
                <c:pt idx="62">
                  <c:v>1.0984001</c:v>
                </c:pt>
                <c:pt idx="63">
                  <c:v>1.0941765</c:v>
                </c:pt>
                <c:pt idx="64">
                  <c:v>1.0952966</c:v>
                </c:pt>
                <c:pt idx="65">
                  <c:v>1.0918843</c:v>
                </c:pt>
                <c:pt idx="66">
                  <c:v>1.0914311</c:v>
                </c:pt>
                <c:pt idx="67">
                  <c:v>1.0907238</c:v>
                </c:pt>
                <c:pt idx="68">
                  <c:v>1.0902128</c:v>
                </c:pt>
                <c:pt idx="69">
                  <c:v>1.0918733</c:v>
                </c:pt>
                <c:pt idx="70">
                  <c:v>1.0876557</c:v>
                </c:pt>
                <c:pt idx="71">
                  <c:v>1.0836357</c:v>
                </c:pt>
                <c:pt idx="72">
                  <c:v>1.0793126</c:v>
                </c:pt>
                <c:pt idx="73">
                  <c:v>1.0774369</c:v>
                </c:pt>
                <c:pt idx="74">
                  <c:v>1.0758106</c:v>
                </c:pt>
                <c:pt idx="75">
                  <c:v>1.0704728</c:v>
                </c:pt>
                <c:pt idx="76">
                  <c:v>1.0706875</c:v>
                </c:pt>
                <c:pt idx="77">
                  <c:v>1.0690477</c:v>
                </c:pt>
                <c:pt idx="78">
                  <c:v>1.0681579</c:v>
                </c:pt>
                <c:pt idx="79">
                  <c:v>1.0678502</c:v>
                </c:pt>
                <c:pt idx="80">
                  <c:v>1.0633582</c:v>
                </c:pt>
                <c:pt idx="81">
                  <c:v>1.0622361</c:v>
                </c:pt>
                <c:pt idx="82">
                  <c:v>1.0593399</c:v>
                </c:pt>
                <c:pt idx="83">
                  <c:v>1.0560569</c:v>
                </c:pt>
                <c:pt idx="84">
                  <c:v>1.0545459</c:v>
                </c:pt>
                <c:pt idx="85">
                  <c:v>1.0523286</c:v>
                </c:pt>
                <c:pt idx="86">
                  <c:v>1.0500553</c:v>
                </c:pt>
                <c:pt idx="87">
                  <c:v>1.0459312</c:v>
                </c:pt>
                <c:pt idx="88">
                  <c:v>1.0445145</c:v>
                </c:pt>
                <c:pt idx="89">
                  <c:v>1.0406704</c:v>
                </c:pt>
                <c:pt idx="90">
                  <c:v>1.0378736</c:v>
                </c:pt>
                <c:pt idx="91">
                  <c:v>1.0361183</c:v>
                </c:pt>
                <c:pt idx="92">
                  <c:v>1.0339735</c:v>
                </c:pt>
                <c:pt idx="93">
                  <c:v>1.0290177</c:v>
                </c:pt>
                <c:pt idx="94">
                  <c:v>1.0225601</c:v>
                </c:pt>
                <c:pt idx="95">
                  <c:v>1.0205085</c:v>
                </c:pt>
                <c:pt idx="96">
                  <c:v>1.0151798</c:v>
                </c:pt>
                <c:pt idx="97">
                  <c:v>1.0102656</c:v>
                </c:pt>
                <c:pt idx="98">
                  <c:v>1.0045872</c:v>
                </c:pt>
                <c:pt idx="99">
                  <c:v>0.9958564</c:v>
                </c:pt>
                <c:pt idx="100">
                  <c:v>0.99193907</c:v>
                </c:pt>
                <c:pt idx="101">
                  <c:v>0.98366702</c:v>
                </c:pt>
                <c:pt idx="102">
                  <c:v>0.97782707</c:v>
                </c:pt>
                <c:pt idx="103">
                  <c:v>0.97051263</c:v>
                </c:pt>
                <c:pt idx="104">
                  <c:v>0.96364635</c:v>
                </c:pt>
                <c:pt idx="105">
                  <c:v>0.95404273</c:v>
                </c:pt>
                <c:pt idx="106">
                  <c:v>0.94573623</c:v>
                </c:pt>
                <c:pt idx="107">
                  <c:v>0.93901908</c:v>
                </c:pt>
                <c:pt idx="108">
                  <c:v>0.93160748</c:v>
                </c:pt>
                <c:pt idx="109">
                  <c:v>0.9234699</c:v>
                </c:pt>
                <c:pt idx="110">
                  <c:v>0.91427928</c:v>
                </c:pt>
                <c:pt idx="111">
                  <c:v>0.90529889</c:v>
                </c:pt>
                <c:pt idx="112">
                  <c:v>0.90022981</c:v>
                </c:pt>
                <c:pt idx="113">
                  <c:v>0.88462883</c:v>
                </c:pt>
                <c:pt idx="114">
                  <c:v>0.87569231</c:v>
                </c:pt>
                <c:pt idx="115">
                  <c:v>0.86556923</c:v>
                </c:pt>
                <c:pt idx="116">
                  <c:v>0.85612988</c:v>
                </c:pt>
                <c:pt idx="117">
                  <c:v>0.84719288</c:v>
                </c:pt>
                <c:pt idx="118">
                  <c:v>0.8392989</c:v>
                </c:pt>
                <c:pt idx="119">
                  <c:v>0.82783753</c:v>
                </c:pt>
              </c:numCache>
            </c:numRef>
          </c:yVal>
        </c:ser>
        <c:ser>
          <c:idx val="17"/>
          <c:order val="17"/>
          <c:tx>
            <c:v>Batch2_cell_024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19</c:v>
                </c:pt>
                <c:pt idx="5">
                  <c:v>23</c:v>
                </c:pt>
                <c:pt idx="6">
                  <c:v>28</c:v>
                </c:pt>
                <c:pt idx="7">
                  <c:v>32</c:v>
                </c:pt>
                <c:pt idx="8">
                  <c:v>37</c:v>
                </c:pt>
                <c:pt idx="9">
                  <c:v>41</c:v>
                </c:pt>
                <c:pt idx="10">
                  <c:v>46</c:v>
                </c:pt>
                <c:pt idx="11">
                  <c:v>50</c:v>
                </c:pt>
                <c:pt idx="12">
                  <c:v>55</c:v>
                </c:pt>
                <c:pt idx="13">
                  <c:v>59</c:v>
                </c:pt>
                <c:pt idx="14">
                  <c:v>64</c:v>
                </c:pt>
                <c:pt idx="15">
                  <c:v>68</c:v>
                </c:pt>
                <c:pt idx="16">
                  <c:v>73</c:v>
                </c:pt>
                <c:pt idx="17">
                  <c:v>77</c:v>
                </c:pt>
                <c:pt idx="18">
                  <c:v>82</c:v>
                </c:pt>
                <c:pt idx="19">
                  <c:v>86</c:v>
                </c:pt>
                <c:pt idx="20">
                  <c:v>91</c:v>
                </c:pt>
                <c:pt idx="21">
                  <c:v>95</c:v>
                </c:pt>
                <c:pt idx="22">
                  <c:v>100</c:v>
                </c:pt>
                <c:pt idx="23">
                  <c:v>104</c:v>
                </c:pt>
                <c:pt idx="24">
                  <c:v>109</c:v>
                </c:pt>
                <c:pt idx="25">
                  <c:v>113</c:v>
                </c:pt>
                <c:pt idx="26">
                  <c:v>118</c:v>
                </c:pt>
                <c:pt idx="27">
                  <c:v>122</c:v>
                </c:pt>
                <c:pt idx="28">
                  <c:v>127</c:v>
                </c:pt>
                <c:pt idx="29">
                  <c:v>131</c:v>
                </c:pt>
                <c:pt idx="30">
                  <c:v>136</c:v>
                </c:pt>
                <c:pt idx="31">
                  <c:v>140</c:v>
                </c:pt>
                <c:pt idx="32">
                  <c:v>145</c:v>
                </c:pt>
                <c:pt idx="33">
                  <c:v>149</c:v>
                </c:pt>
                <c:pt idx="34">
                  <c:v>154</c:v>
                </c:pt>
                <c:pt idx="35">
                  <c:v>158</c:v>
                </c:pt>
                <c:pt idx="36">
                  <c:v>163</c:v>
                </c:pt>
                <c:pt idx="37">
                  <c:v>167</c:v>
                </c:pt>
                <c:pt idx="38">
                  <c:v>172</c:v>
                </c:pt>
                <c:pt idx="39">
                  <c:v>176</c:v>
                </c:pt>
                <c:pt idx="40">
                  <c:v>181</c:v>
                </c:pt>
                <c:pt idx="41">
                  <c:v>185</c:v>
                </c:pt>
                <c:pt idx="42">
                  <c:v>190</c:v>
                </c:pt>
                <c:pt idx="43">
                  <c:v>194</c:v>
                </c:pt>
                <c:pt idx="44">
                  <c:v>199</c:v>
                </c:pt>
                <c:pt idx="45">
                  <c:v>203</c:v>
                </c:pt>
                <c:pt idx="46">
                  <c:v>208</c:v>
                </c:pt>
                <c:pt idx="47">
                  <c:v>212</c:v>
                </c:pt>
                <c:pt idx="48">
                  <c:v>217</c:v>
                </c:pt>
                <c:pt idx="49">
                  <c:v>221</c:v>
                </c:pt>
                <c:pt idx="50">
                  <c:v>226</c:v>
                </c:pt>
                <c:pt idx="51">
                  <c:v>230</c:v>
                </c:pt>
                <c:pt idx="52">
                  <c:v>235</c:v>
                </c:pt>
                <c:pt idx="53">
                  <c:v>239</c:v>
                </c:pt>
                <c:pt idx="54">
                  <c:v>244</c:v>
                </c:pt>
                <c:pt idx="55">
                  <c:v>248</c:v>
                </c:pt>
                <c:pt idx="56">
                  <c:v>253</c:v>
                </c:pt>
                <c:pt idx="57">
                  <c:v>257</c:v>
                </c:pt>
                <c:pt idx="58">
                  <c:v>262</c:v>
                </c:pt>
                <c:pt idx="59">
                  <c:v>266</c:v>
                </c:pt>
                <c:pt idx="60">
                  <c:v>271</c:v>
                </c:pt>
                <c:pt idx="61">
                  <c:v>275</c:v>
                </c:pt>
                <c:pt idx="62">
                  <c:v>280</c:v>
                </c:pt>
                <c:pt idx="63">
                  <c:v>284</c:v>
                </c:pt>
                <c:pt idx="64">
                  <c:v>289</c:v>
                </c:pt>
                <c:pt idx="65">
                  <c:v>293</c:v>
                </c:pt>
                <c:pt idx="66">
                  <c:v>298</c:v>
                </c:pt>
                <c:pt idx="67">
                  <c:v>302</c:v>
                </c:pt>
                <c:pt idx="68">
                  <c:v>307</c:v>
                </c:pt>
                <c:pt idx="69">
                  <c:v>311</c:v>
                </c:pt>
                <c:pt idx="70">
                  <c:v>316</c:v>
                </c:pt>
                <c:pt idx="71">
                  <c:v>320</c:v>
                </c:pt>
                <c:pt idx="72">
                  <c:v>325</c:v>
                </c:pt>
                <c:pt idx="73">
                  <c:v>329</c:v>
                </c:pt>
                <c:pt idx="74">
                  <c:v>334</c:v>
                </c:pt>
                <c:pt idx="75">
                  <c:v>338</c:v>
                </c:pt>
                <c:pt idx="76">
                  <c:v>343</c:v>
                </c:pt>
                <c:pt idx="77">
                  <c:v>347</c:v>
                </c:pt>
                <c:pt idx="78">
                  <c:v>352</c:v>
                </c:pt>
                <c:pt idx="79">
                  <c:v>356</c:v>
                </c:pt>
                <c:pt idx="80">
                  <c:v>361</c:v>
                </c:pt>
                <c:pt idx="81">
                  <c:v>365</c:v>
                </c:pt>
                <c:pt idx="82">
                  <c:v>370</c:v>
                </c:pt>
                <c:pt idx="83">
                  <c:v>374</c:v>
                </c:pt>
                <c:pt idx="84">
                  <c:v>379</c:v>
                </c:pt>
                <c:pt idx="85">
                  <c:v>383</c:v>
                </c:pt>
                <c:pt idx="86">
                  <c:v>388</c:v>
                </c:pt>
                <c:pt idx="87">
                  <c:v>392</c:v>
                </c:pt>
                <c:pt idx="88">
                  <c:v>397</c:v>
                </c:pt>
                <c:pt idx="89">
                  <c:v>401</c:v>
                </c:pt>
                <c:pt idx="90">
                  <c:v>406</c:v>
                </c:pt>
                <c:pt idx="91">
                  <c:v>410</c:v>
                </c:pt>
                <c:pt idx="92">
                  <c:v>415</c:v>
                </c:pt>
                <c:pt idx="93">
                  <c:v>419</c:v>
                </c:pt>
                <c:pt idx="94">
                  <c:v>424</c:v>
                </c:pt>
                <c:pt idx="95">
                  <c:v>428</c:v>
                </c:pt>
                <c:pt idx="96">
                  <c:v>433</c:v>
                </c:pt>
                <c:pt idx="97">
                  <c:v>437</c:v>
                </c:pt>
                <c:pt idx="98">
                  <c:v>442</c:v>
                </c:pt>
                <c:pt idx="99">
                  <c:v>446</c:v>
                </c:pt>
                <c:pt idx="100">
                  <c:v>451</c:v>
                </c:pt>
                <c:pt idx="101">
                  <c:v>455</c:v>
                </c:pt>
                <c:pt idx="102">
                  <c:v>460</c:v>
                </c:pt>
                <c:pt idx="103">
                  <c:v>464</c:v>
                </c:pt>
                <c:pt idx="104">
                  <c:v>469</c:v>
                </c:pt>
                <c:pt idx="105">
                  <c:v>473</c:v>
                </c:pt>
                <c:pt idx="106">
                  <c:v>478</c:v>
                </c:pt>
                <c:pt idx="107">
                  <c:v>482</c:v>
                </c:pt>
                <c:pt idx="108">
                  <c:v>487</c:v>
                </c:pt>
                <c:pt idx="109">
                  <c:v>491</c:v>
                </c:pt>
                <c:pt idx="110">
                  <c:v>496</c:v>
                </c:pt>
                <c:pt idx="111">
                  <c:v>500</c:v>
                </c:pt>
                <c:pt idx="112">
                  <c:v>505</c:v>
                </c:pt>
                <c:pt idx="113">
                  <c:v>509</c:v>
                </c:pt>
                <c:pt idx="114">
                  <c:v>514</c:v>
                </c:pt>
                <c:pt idx="115">
                  <c:v>518</c:v>
                </c:pt>
                <c:pt idx="116">
                  <c:v>523</c:v>
                </c:pt>
                <c:pt idx="117">
                  <c:v>527</c:v>
                </c:pt>
                <c:pt idx="118">
                  <c:v>532</c:v>
                </c:pt>
                <c:pt idx="119">
                  <c:v>536</c:v>
                </c:pt>
              </c:numCache>
            </c:numRef>
          </c:xVal>
          <c:yVal>
            <c:numRef>
              <c:f>'Chart Data'!$AJ$2:$AJ$121</c:f>
              <c:numCache>
                <c:formatCode>General</c:formatCode>
                <c:ptCount val="120"/>
                <c:pt idx="0">
                  <c:v>1.0920496</c:v>
                </c:pt>
                <c:pt idx="1">
                  <c:v>1.0940183</c:v>
                </c:pt>
                <c:pt idx="2">
                  <c:v>1.0956398</c:v>
                </c:pt>
                <c:pt idx="3">
                  <c:v>1.0951794</c:v>
                </c:pt>
                <c:pt idx="4">
                  <c:v>1.0946363</c:v>
                </c:pt>
                <c:pt idx="5">
                  <c:v>1.0962005</c:v>
                </c:pt>
                <c:pt idx="6">
                  <c:v>1.098057</c:v>
                </c:pt>
                <c:pt idx="7">
                  <c:v>1.0961306</c:v>
                </c:pt>
                <c:pt idx="8">
                  <c:v>1.096765</c:v>
                </c:pt>
                <c:pt idx="9">
                  <c:v>1.095798</c:v>
                </c:pt>
                <c:pt idx="10">
                  <c:v>1.095783</c:v>
                </c:pt>
                <c:pt idx="11">
                  <c:v>1.0892041</c:v>
                </c:pt>
                <c:pt idx="12">
                  <c:v>1.0932735</c:v>
                </c:pt>
                <c:pt idx="13">
                  <c:v>1.0965879</c:v>
                </c:pt>
                <c:pt idx="14">
                  <c:v>1.0968498</c:v>
                </c:pt>
                <c:pt idx="15">
                  <c:v>1.0952181</c:v>
                </c:pt>
                <c:pt idx="16">
                  <c:v>1.0968918</c:v>
                </c:pt>
                <c:pt idx="17">
                  <c:v>1.0962583</c:v>
                </c:pt>
                <c:pt idx="18">
                  <c:v>1.0962292</c:v>
                </c:pt>
                <c:pt idx="19">
                  <c:v>1.0995138</c:v>
                </c:pt>
                <c:pt idx="20">
                  <c:v>1.0974622</c:v>
                </c:pt>
                <c:pt idx="21">
                  <c:v>1.0998371</c:v>
                </c:pt>
                <c:pt idx="22">
                  <c:v>1.1019264</c:v>
                </c:pt>
                <c:pt idx="23">
                  <c:v>1.1005142</c:v>
                </c:pt>
                <c:pt idx="24">
                  <c:v>1.1008692</c:v>
                </c:pt>
                <c:pt idx="25">
                  <c:v>1.1017621</c:v>
                </c:pt>
                <c:pt idx="26">
                  <c:v>1.1011509</c:v>
                </c:pt>
                <c:pt idx="27">
                  <c:v>1.1005845</c:v>
                </c:pt>
                <c:pt idx="28">
                  <c:v>1.1023614</c:v>
                </c:pt>
                <c:pt idx="29">
                  <c:v>1.0981344</c:v>
                </c:pt>
                <c:pt idx="30">
                  <c:v>1.0977728</c:v>
                </c:pt>
                <c:pt idx="31">
                  <c:v>1.1019666</c:v>
                </c:pt>
                <c:pt idx="32">
                  <c:v>1.0993147</c:v>
                </c:pt>
                <c:pt idx="33">
                  <c:v>1.1008382</c:v>
                </c:pt>
                <c:pt idx="34">
                  <c:v>1.1024444</c:v>
                </c:pt>
                <c:pt idx="35">
                  <c:v>1.1023911</c:v>
                </c:pt>
                <c:pt idx="36">
                  <c:v>1.1018395</c:v>
                </c:pt>
                <c:pt idx="37">
                  <c:v>1.1033181</c:v>
                </c:pt>
                <c:pt idx="38">
                  <c:v>1.102806</c:v>
                </c:pt>
                <c:pt idx="39">
                  <c:v>1.101369</c:v>
                </c:pt>
                <c:pt idx="40">
                  <c:v>1.1023422</c:v>
                </c:pt>
                <c:pt idx="41">
                  <c:v>1.1013138</c:v>
                </c:pt>
                <c:pt idx="42">
                  <c:v>1.1005946</c:v>
                </c:pt>
                <c:pt idx="43">
                  <c:v>1.1001604</c:v>
                </c:pt>
                <c:pt idx="44">
                  <c:v>1.1023307</c:v>
                </c:pt>
                <c:pt idx="45">
                  <c:v>1.0989499</c:v>
                </c:pt>
                <c:pt idx="46">
                  <c:v>1.0985184</c:v>
                </c:pt>
                <c:pt idx="47">
                  <c:v>1.1011149</c:v>
                </c:pt>
                <c:pt idx="48">
                  <c:v>1.0981566</c:v>
                </c:pt>
                <c:pt idx="49">
                  <c:v>1.0960075</c:v>
                </c:pt>
                <c:pt idx="50">
                  <c:v>1.0959289</c:v>
                </c:pt>
                <c:pt idx="51">
                  <c:v>1.0924603</c:v>
                </c:pt>
                <c:pt idx="52">
                  <c:v>1.0937133</c:v>
                </c:pt>
                <c:pt idx="53">
                  <c:v>1.0904151</c:v>
                </c:pt>
                <c:pt idx="54">
                  <c:v>1.0923764</c:v>
                </c:pt>
                <c:pt idx="55">
                  <c:v>1.0898393</c:v>
                </c:pt>
                <c:pt idx="56">
                  <c:v>1.0924549</c:v>
                </c:pt>
                <c:pt idx="57">
                  <c:v>1.0915598</c:v>
                </c:pt>
                <c:pt idx="58">
                  <c:v>1.0911229</c:v>
                </c:pt>
                <c:pt idx="59">
                  <c:v>1.0918266</c:v>
                </c:pt>
                <c:pt idx="60">
                  <c:v>1.0891063</c:v>
                </c:pt>
                <c:pt idx="61">
                  <c:v>1.0897441</c:v>
                </c:pt>
                <c:pt idx="62">
                  <c:v>1.0885643</c:v>
                </c:pt>
                <c:pt idx="63">
                  <c:v>1.0883036</c:v>
                </c:pt>
                <c:pt idx="64">
                  <c:v>1.0881097</c:v>
                </c:pt>
                <c:pt idx="65">
                  <c:v>1.0866605</c:v>
                </c:pt>
                <c:pt idx="66">
                  <c:v>1.0869452</c:v>
                </c:pt>
                <c:pt idx="67">
                  <c:v>1.0844257</c:v>
                </c:pt>
                <c:pt idx="68">
                  <c:v>1.081831</c:v>
                </c:pt>
                <c:pt idx="69">
                  <c:v>1.0816915</c:v>
                </c:pt>
                <c:pt idx="70">
                  <c:v>1.0797439</c:v>
                </c:pt>
                <c:pt idx="71">
                  <c:v>1.0807642</c:v>
                </c:pt>
                <c:pt idx="72">
                  <c:v>1.0749238</c:v>
                </c:pt>
                <c:pt idx="73">
                  <c:v>1.0783806</c:v>
                </c:pt>
                <c:pt idx="74">
                  <c:v>1.0771726</c:v>
                </c:pt>
                <c:pt idx="75">
                  <c:v>1.0735321</c:v>
                </c:pt>
                <c:pt idx="76">
                  <c:v>1.0721383</c:v>
                </c:pt>
                <c:pt idx="77">
                  <c:v>1.0692368</c:v>
                </c:pt>
                <c:pt idx="78">
                  <c:v>1.0714265</c:v>
                </c:pt>
                <c:pt idx="79">
                  <c:v>1.0657282</c:v>
                </c:pt>
                <c:pt idx="80">
                  <c:v>1.065632</c:v>
                </c:pt>
                <c:pt idx="81">
                  <c:v>1.0629371</c:v>
                </c:pt>
                <c:pt idx="82">
                  <c:v>1.0617044</c:v>
                </c:pt>
                <c:pt idx="83">
                  <c:v>1.0625437</c:v>
                </c:pt>
                <c:pt idx="84">
                  <c:v>1.0562768</c:v>
                </c:pt>
                <c:pt idx="85">
                  <c:v>1.0563082</c:v>
                </c:pt>
                <c:pt idx="86">
                  <c:v>1.0509213</c:v>
                </c:pt>
                <c:pt idx="87">
                  <c:v>1.0491619</c:v>
                </c:pt>
                <c:pt idx="88">
                  <c:v>1.0463398</c:v>
                </c:pt>
                <c:pt idx="89">
                  <c:v>1.0404197</c:v>
                </c:pt>
                <c:pt idx="90">
                  <c:v>1.041888</c:v>
                </c:pt>
                <c:pt idx="91">
                  <c:v>1.0398741</c:v>
                </c:pt>
                <c:pt idx="92">
                  <c:v>1.0329429</c:v>
                </c:pt>
                <c:pt idx="93">
                  <c:v>1.0310739</c:v>
                </c:pt>
                <c:pt idx="94">
                  <c:v>1.0288897</c:v>
                </c:pt>
                <c:pt idx="95">
                  <c:v>1.02196</c:v>
                </c:pt>
                <c:pt idx="96">
                  <c:v>1.0177751</c:v>
                </c:pt>
                <c:pt idx="97">
                  <c:v>1.0147878</c:v>
                </c:pt>
                <c:pt idx="98">
                  <c:v>1.0081328</c:v>
                </c:pt>
                <c:pt idx="99">
                  <c:v>1.0026243</c:v>
                </c:pt>
                <c:pt idx="100">
                  <c:v>0.99754792</c:v>
                </c:pt>
                <c:pt idx="101">
                  <c:v>0.99267715</c:v>
                </c:pt>
                <c:pt idx="102">
                  <c:v>0.985838</c:v>
                </c:pt>
                <c:pt idx="103">
                  <c:v>0.97748888</c:v>
                </c:pt>
                <c:pt idx="104">
                  <c:v>0.97043532</c:v>
                </c:pt>
                <c:pt idx="105">
                  <c:v>0.96017849</c:v>
                </c:pt>
                <c:pt idx="106">
                  <c:v>0.94894648</c:v>
                </c:pt>
                <c:pt idx="107">
                  <c:v>0.94345582</c:v>
                </c:pt>
                <c:pt idx="108">
                  <c:v>0.93322802</c:v>
                </c:pt>
                <c:pt idx="109">
                  <c:v>0.92630416</c:v>
                </c:pt>
                <c:pt idx="110">
                  <c:v>0.91518468</c:v>
                </c:pt>
                <c:pt idx="111">
                  <c:v>0.91121578</c:v>
                </c:pt>
                <c:pt idx="112">
                  <c:v>0.90048367</c:v>
                </c:pt>
                <c:pt idx="113">
                  <c:v>0.88900375</c:v>
                </c:pt>
                <c:pt idx="114">
                  <c:v>0.87924409</c:v>
                </c:pt>
                <c:pt idx="115">
                  <c:v>0.87222189</c:v>
                </c:pt>
                <c:pt idx="116">
                  <c:v>0.86253071</c:v>
                </c:pt>
                <c:pt idx="117">
                  <c:v>0.84935635</c:v>
                </c:pt>
                <c:pt idx="118">
                  <c:v>0.83711296</c:v>
                </c:pt>
                <c:pt idx="119">
                  <c:v>0.82615805</c:v>
                </c:pt>
              </c:numCache>
            </c:numRef>
          </c:yVal>
        </c:ser>
        <c:ser>
          <c:idx val="18"/>
          <c:order val="18"/>
          <c:tx>
            <c:v>Batch2_cell_025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27</c:v>
                </c:pt>
                <c:pt idx="7">
                  <c:v>31</c:v>
                </c:pt>
                <c:pt idx="8">
                  <c:v>35</c:v>
                </c:pt>
                <c:pt idx="9">
                  <c:v>40</c:v>
                </c:pt>
                <c:pt idx="10">
                  <c:v>44</c:v>
                </c:pt>
                <c:pt idx="11">
                  <c:v>48</c:v>
                </c:pt>
                <c:pt idx="12">
                  <c:v>52</c:v>
                </c:pt>
                <c:pt idx="13">
                  <c:v>57</c:v>
                </c:pt>
                <c:pt idx="14">
                  <c:v>61</c:v>
                </c:pt>
                <c:pt idx="15">
                  <c:v>65</c:v>
                </c:pt>
                <c:pt idx="16">
                  <c:v>70</c:v>
                </c:pt>
                <c:pt idx="17">
                  <c:v>74</c:v>
                </c:pt>
                <c:pt idx="18">
                  <c:v>78</c:v>
                </c:pt>
                <c:pt idx="19">
                  <c:v>82</c:v>
                </c:pt>
                <c:pt idx="20">
                  <c:v>87</c:v>
                </c:pt>
                <c:pt idx="21">
                  <c:v>91</c:v>
                </c:pt>
                <c:pt idx="22">
                  <c:v>95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112</c:v>
                </c:pt>
                <c:pt idx="27">
                  <c:v>117</c:v>
                </c:pt>
                <c:pt idx="28">
                  <c:v>121</c:v>
                </c:pt>
                <c:pt idx="29">
                  <c:v>125</c:v>
                </c:pt>
                <c:pt idx="30">
                  <c:v>130</c:v>
                </c:pt>
                <c:pt idx="31">
                  <c:v>134</c:v>
                </c:pt>
                <c:pt idx="32">
                  <c:v>138</c:v>
                </c:pt>
                <c:pt idx="33">
                  <c:v>142</c:v>
                </c:pt>
                <c:pt idx="34">
                  <c:v>147</c:v>
                </c:pt>
                <c:pt idx="35">
                  <c:v>151</c:v>
                </c:pt>
                <c:pt idx="36">
                  <c:v>155</c:v>
                </c:pt>
                <c:pt idx="37">
                  <c:v>160</c:v>
                </c:pt>
                <c:pt idx="38">
                  <c:v>164</c:v>
                </c:pt>
                <c:pt idx="39">
                  <c:v>168</c:v>
                </c:pt>
                <c:pt idx="40">
                  <c:v>172</c:v>
                </c:pt>
                <c:pt idx="41">
                  <c:v>177</c:v>
                </c:pt>
                <c:pt idx="42">
                  <c:v>181</c:v>
                </c:pt>
                <c:pt idx="43">
                  <c:v>185</c:v>
                </c:pt>
                <c:pt idx="44">
                  <c:v>190</c:v>
                </c:pt>
                <c:pt idx="45">
                  <c:v>194</c:v>
                </c:pt>
                <c:pt idx="46">
                  <c:v>198</c:v>
                </c:pt>
                <c:pt idx="47">
                  <c:v>202</c:v>
                </c:pt>
                <c:pt idx="48">
                  <c:v>207</c:v>
                </c:pt>
                <c:pt idx="49">
                  <c:v>211</c:v>
                </c:pt>
                <c:pt idx="50">
                  <c:v>215</c:v>
                </c:pt>
                <c:pt idx="51">
                  <c:v>220</c:v>
                </c:pt>
                <c:pt idx="52">
                  <c:v>224</c:v>
                </c:pt>
                <c:pt idx="53">
                  <c:v>228</c:v>
                </c:pt>
                <c:pt idx="54">
                  <c:v>232</c:v>
                </c:pt>
                <c:pt idx="55">
                  <c:v>237</c:v>
                </c:pt>
                <c:pt idx="56">
                  <c:v>241</c:v>
                </c:pt>
                <c:pt idx="57">
                  <c:v>245</c:v>
                </c:pt>
                <c:pt idx="58">
                  <c:v>250</c:v>
                </c:pt>
                <c:pt idx="59">
                  <c:v>254</c:v>
                </c:pt>
                <c:pt idx="60">
                  <c:v>258</c:v>
                </c:pt>
                <c:pt idx="61">
                  <c:v>262</c:v>
                </c:pt>
                <c:pt idx="62">
                  <c:v>267</c:v>
                </c:pt>
                <c:pt idx="63">
                  <c:v>271</c:v>
                </c:pt>
                <c:pt idx="64">
                  <c:v>275</c:v>
                </c:pt>
                <c:pt idx="65">
                  <c:v>280</c:v>
                </c:pt>
                <c:pt idx="66">
                  <c:v>284</c:v>
                </c:pt>
                <c:pt idx="67">
                  <c:v>288</c:v>
                </c:pt>
                <c:pt idx="68">
                  <c:v>292</c:v>
                </c:pt>
                <c:pt idx="69">
                  <c:v>297</c:v>
                </c:pt>
                <c:pt idx="70">
                  <c:v>301</c:v>
                </c:pt>
                <c:pt idx="71">
                  <c:v>305</c:v>
                </c:pt>
                <c:pt idx="72">
                  <c:v>310</c:v>
                </c:pt>
                <c:pt idx="73">
                  <c:v>314</c:v>
                </c:pt>
                <c:pt idx="74">
                  <c:v>318</c:v>
                </c:pt>
                <c:pt idx="75">
                  <c:v>322</c:v>
                </c:pt>
                <c:pt idx="76">
                  <c:v>327</c:v>
                </c:pt>
                <c:pt idx="77">
                  <c:v>331</c:v>
                </c:pt>
                <c:pt idx="78">
                  <c:v>335</c:v>
                </c:pt>
                <c:pt idx="79">
                  <c:v>340</c:v>
                </c:pt>
                <c:pt idx="80">
                  <c:v>344</c:v>
                </c:pt>
                <c:pt idx="81">
                  <c:v>348</c:v>
                </c:pt>
                <c:pt idx="82">
                  <c:v>352</c:v>
                </c:pt>
                <c:pt idx="83">
                  <c:v>357</c:v>
                </c:pt>
                <c:pt idx="84">
                  <c:v>361</c:v>
                </c:pt>
                <c:pt idx="85">
                  <c:v>365</c:v>
                </c:pt>
                <c:pt idx="86">
                  <c:v>370</c:v>
                </c:pt>
                <c:pt idx="87">
                  <c:v>374</c:v>
                </c:pt>
                <c:pt idx="88">
                  <c:v>378</c:v>
                </c:pt>
                <c:pt idx="89">
                  <c:v>382</c:v>
                </c:pt>
                <c:pt idx="90">
                  <c:v>387</c:v>
                </c:pt>
                <c:pt idx="91">
                  <c:v>391</c:v>
                </c:pt>
                <c:pt idx="92">
                  <c:v>395</c:v>
                </c:pt>
                <c:pt idx="93">
                  <c:v>400</c:v>
                </c:pt>
                <c:pt idx="94">
                  <c:v>404</c:v>
                </c:pt>
                <c:pt idx="95">
                  <c:v>408</c:v>
                </c:pt>
                <c:pt idx="96">
                  <c:v>412</c:v>
                </c:pt>
                <c:pt idx="97">
                  <c:v>417</c:v>
                </c:pt>
                <c:pt idx="98">
                  <c:v>421</c:v>
                </c:pt>
                <c:pt idx="99">
                  <c:v>425</c:v>
                </c:pt>
                <c:pt idx="100">
                  <c:v>430</c:v>
                </c:pt>
                <c:pt idx="101">
                  <c:v>434</c:v>
                </c:pt>
                <c:pt idx="102">
                  <c:v>438</c:v>
                </c:pt>
                <c:pt idx="103">
                  <c:v>442</c:v>
                </c:pt>
                <c:pt idx="104">
                  <c:v>447</c:v>
                </c:pt>
                <c:pt idx="105">
                  <c:v>451</c:v>
                </c:pt>
                <c:pt idx="106">
                  <c:v>455</c:v>
                </c:pt>
                <c:pt idx="107">
                  <c:v>460</c:v>
                </c:pt>
                <c:pt idx="108">
                  <c:v>464</c:v>
                </c:pt>
                <c:pt idx="109">
                  <c:v>468</c:v>
                </c:pt>
                <c:pt idx="110">
                  <c:v>472</c:v>
                </c:pt>
                <c:pt idx="111">
                  <c:v>477</c:v>
                </c:pt>
                <c:pt idx="112">
                  <c:v>481</c:v>
                </c:pt>
                <c:pt idx="113">
                  <c:v>485</c:v>
                </c:pt>
                <c:pt idx="114">
                  <c:v>490</c:v>
                </c:pt>
                <c:pt idx="115">
                  <c:v>494</c:v>
                </c:pt>
                <c:pt idx="116">
                  <c:v>498</c:v>
                </c:pt>
                <c:pt idx="117">
                  <c:v>502</c:v>
                </c:pt>
                <c:pt idx="118">
                  <c:v>507</c:v>
                </c:pt>
                <c:pt idx="119">
                  <c:v>511</c:v>
                </c:pt>
              </c:numCache>
            </c:numRef>
          </c:xVal>
          <c:yVal>
            <c:numRef>
              <c:f>'Chart Data'!$AL$2:$AL$121</c:f>
              <c:numCache>
                <c:formatCode>General</c:formatCode>
                <c:ptCount val="120"/>
                <c:pt idx="0">
                  <c:v>1.0981549</c:v>
                </c:pt>
                <c:pt idx="1">
                  <c:v>1.1001149</c:v>
                </c:pt>
                <c:pt idx="2">
                  <c:v>1.1010141</c:v>
                </c:pt>
                <c:pt idx="3">
                  <c:v>1.1016725</c:v>
                </c:pt>
                <c:pt idx="4">
                  <c:v>1.1000478</c:v>
                </c:pt>
                <c:pt idx="5">
                  <c:v>1.1025405</c:v>
                </c:pt>
                <c:pt idx="6">
                  <c:v>1.1015105</c:v>
                </c:pt>
                <c:pt idx="7">
                  <c:v>1.1021721</c:v>
                </c:pt>
                <c:pt idx="8">
                  <c:v>1.1028926</c:v>
                </c:pt>
                <c:pt idx="9">
                  <c:v>1.1034015</c:v>
                </c:pt>
                <c:pt idx="10">
                  <c:v>1.1045697</c:v>
                </c:pt>
                <c:pt idx="11">
                  <c:v>1.1005896</c:v>
                </c:pt>
                <c:pt idx="12">
                  <c:v>1.0953635</c:v>
                </c:pt>
                <c:pt idx="13">
                  <c:v>1.1014858</c:v>
                </c:pt>
                <c:pt idx="14">
                  <c:v>1.1008798</c:v>
                </c:pt>
                <c:pt idx="15">
                  <c:v>1.1015813</c:v>
                </c:pt>
                <c:pt idx="16">
                  <c:v>1.1005088</c:v>
                </c:pt>
                <c:pt idx="17">
                  <c:v>1.1014066</c:v>
                </c:pt>
                <c:pt idx="18">
                  <c:v>1.1035088</c:v>
                </c:pt>
                <c:pt idx="19">
                  <c:v>1.1032466</c:v>
                </c:pt>
                <c:pt idx="20">
                  <c:v>1.1060655</c:v>
                </c:pt>
                <c:pt idx="21">
                  <c:v>1.104995</c:v>
                </c:pt>
                <c:pt idx="22">
                  <c:v>1.1063253</c:v>
                </c:pt>
                <c:pt idx="23">
                  <c:v>1.1063702</c:v>
                </c:pt>
                <c:pt idx="24">
                  <c:v>1.1046871</c:v>
                </c:pt>
                <c:pt idx="25">
                  <c:v>1.1067064</c:v>
                </c:pt>
                <c:pt idx="26">
                  <c:v>1.1061882</c:v>
                </c:pt>
                <c:pt idx="27">
                  <c:v>1.1079119</c:v>
                </c:pt>
                <c:pt idx="28">
                  <c:v>1.105396</c:v>
                </c:pt>
                <c:pt idx="29">
                  <c:v>1.1078204</c:v>
                </c:pt>
                <c:pt idx="30">
                  <c:v>1.1097708</c:v>
                </c:pt>
                <c:pt idx="31">
                  <c:v>1.1102527</c:v>
                </c:pt>
                <c:pt idx="32">
                  <c:v>1.1063659</c:v>
                </c:pt>
                <c:pt idx="33">
                  <c:v>1.107057</c:v>
                </c:pt>
                <c:pt idx="34">
                  <c:v>1.1098751</c:v>
                </c:pt>
                <c:pt idx="35">
                  <c:v>1.1076884</c:v>
                </c:pt>
                <c:pt idx="36">
                  <c:v>1.1092082</c:v>
                </c:pt>
                <c:pt idx="37">
                  <c:v>1.1083299</c:v>
                </c:pt>
                <c:pt idx="38">
                  <c:v>1.1117042</c:v>
                </c:pt>
                <c:pt idx="39">
                  <c:v>1.1094874</c:v>
                </c:pt>
                <c:pt idx="40">
                  <c:v>1.1134268</c:v>
                </c:pt>
                <c:pt idx="41">
                  <c:v>1.1108681</c:v>
                </c:pt>
                <c:pt idx="42">
                  <c:v>1.1085842</c:v>
                </c:pt>
                <c:pt idx="43">
                  <c:v>1.1114494</c:v>
                </c:pt>
                <c:pt idx="44">
                  <c:v>1.1119394</c:v>
                </c:pt>
                <c:pt idx="45">
                  <c:v>1.1090382</c:v>
                </c:pt>
                <c:pt idx="46">
                  <c:v>1.1101664</c:v>
                </c:pt>
                <c:pt idx="47">
                  <c:v>1.1091912</c:v>
                </c:pt>
                <c:pt idx="48">
                  <c:v>1.1091671</c:v>
                </c:pt>
                <c:pt idx="49">
                  <c:v>1.1116302</c:v>
                </c:pt>
                <c:pt idx="50">
                  <c:v>1.1110003</c:v>
                </c:pt>
                <c:pt idx="51">
                  <c:v>1.1125076</c:v>
                </c:pt>
                <c:pt idx="52">
                  <c:v>1.1106168</c:v>
                </c:pt>
                <c:pt idx="53">
                  <c:v>1.106624</c:v>
                </c:pt>
                <c:pt idx="54">
                  <c:v>1.1083447</c:v>
                </c:pt>
                <c:pt idx="55">
                  <c:v>1.1071467</c:v>
                </c:pt>
                <c:pt idx="56">
                  <c:v>1.1047291</c:v>
                </c:pt>
                <c:pt idx="57">
                  <c:v>1.1068283</c:v>
                </c:pt>
                <c:pt idx="58">
                  <c:v>1.1049992</c:v>
                </c:pt>
                <c:pt idx="59">
                  <c:v>1.1055806</c:v>
                </c:pt>
                <c:pt idx="60">
                  <c:v>1.1050214</c:v>
                </c:pt>
                <c:pt idx="61">
                  <c:v>1.1058141</c:v>
                </c:pt>
                <c:pt idx="62">
                  <c:v>1.1077453</c:v>
                </c:pt>
                <c:pt idx="63">
                  <c:v>1.1039164</c:v>
                </c:pt>
                <c:pt idx="64">
                  <c:v>1.1073103</c:v>
                </c:pt>
                <c:pt idx="65">
                  <c:v>1.1044021</c:v>
                </c:pt>
                <c:pt idx="66">
                  <c:v>1.1019417</c:v>
                </c:pt>
                <c:pt idx="67">
                  <c:v>1.1032445</c:v>
                </c:pt>
                <c:pt idx="68">
                  <c:v>1.1047423</c:v>
                </c:pt>
                <c:pt idx="69">
                  <c:v>1.1045116</c:v>
                </c:pt>
                <c:pt idx="70">
                  <c:v>1.1008019</c:v>
                </c:pt>
                <c:pt idx="71">
                  <c:v>1.0999404</c:v>
                </c:pt>
                <c:pt idx="72">
                  <c:v>1.098022</c:v>
                </c:pt>
                <c:pt idx="73">
                  <c:v>1.0972216</c:v>
                </c:pt>
                <c:pt idx="74">
                  <c:v>1.0985572</c:v>
                </c:pt>
                <c:pt idx="75">
                  <c:v>1.0942123</c:v>
                </c:pt>
                <c:pt idx="76">
                  <c:v>1.0973804</c:v>
                </c:pt>
                <c:pt idx="77">
                  <c:v>1.0935242</c:v>
                </c:pt>
                <c:pt idx="78">
                  <c:v>1.0885988</c:v>
                </c:pt>
                <c:pt idx="79">
                  <c:v>1.0919029</c:v>
                </c:pt>
                <c:pt idx="80">
                  <c:v>1.0926793</c:v>
                </c:pt>
                <c:pt idx="81">
                  <c:v>1.0911362</c:v>
                </c:pt>
                <c:pt idx="82">
                  <c:v>1.0888098</c:v>
                </c:pt>
                <c:pt idx="83">
                  <c:v>1.0863907</c:v>
                </c:pt>
                <c:pt idx="84">
                  <c:v>1.086632</c:v>
                </c:pt>
                <c:pt idx="85">
                  <c:v>1.0823504</c:v>
                </c:pt>
                <c:pt idx="86">
                  <c:v>1.0812241</c:v>
                </c:pt>
                <c:pt idx="87">
                  <c:v>1.0789604</c:v>
                </c:pt>
                <c:pt idx="88">
                  <c:v>1.079524</c:v>
                </c:pt>
                <c:pt idx="89">
                  <c:v>1.0766672</c:v>
                </c:pt>
                <c:pt idx="90">
                  <c:v>1.0737226</c:v>
                </c:pt>
                <c:pt idx="91">
                  <c:v>1.0707061</c:v>
                </c:pt>
                <c:pt idx="92">
                  <c:v>1.0665525</c:v>
                </c:pt>
                <c:pt idx="93">
                  <c:v>1.0645397</c:v>
                </c:pt>
                <c:pt idx="94">
                  <c:v>1.0596583</c:v>
                </c:pt>
                <c:pt idx="95">
                  <c:v>1.0537438</c:v>
                </c:pt>
                <c:pt idx="96">
                  <c:v>1.0503137</c:v>
                </c:pt>
                <c:pt idx="97">
                  <c:v>1.0468283</c:v>
                </c:pt>
                <c:pt idx="98">
                  <c:v>1.0432065</c:v>
                </c:pt>
                <c:pt idx="99">
                  <c:v>1.0355793</c:v>
                </c:pt>
                <c:pt idx="100">
                  <c:v>1.0319021</c:v>
                </c:pt>
                <c:pt idx="101">
                  <c:v>1.0231665</c:v>
                </c:pt>
                <c:pt idx="102">
                  <c:v>1.0181441</c:v>
                </c:pt>
                <c:pt idx="103">
                  <c:v>1.0076848</c:v>
                </c:pt>
                <c:pt idx="104">
                  <c:v>1.0022014</c:v>
                </c:pt>
                <c:pt idx="105">
                  <c:v>0.99068183</c:v>
                </c:pt>
                <c:pt idx="106">
                  <c:v>0.98127961</c:v>
                </c:pt>
                <c:pt idx="107">
                  <c:v>0.97121793</c:v>
                </c:pt>
                <c:pt idx="108">
                  <c:v>0.96202546</c:v>
                </c:pt>
                <c:pt idx="109">
                  <c:v>0.94998783</c:v>
                </c:pt>
                <c:pt idx="110">
                  <c:v>0.94018948</c:v>
                </c:pt>
                <c:pt idx="111">
                  <c:v>0.93081319</c:v>
                </c:pt>
                <c:pt idx="112">
                  <c:v>0.91817141</c:v>
                </c:pt>
                <c:pt idx="113">
                  <c:v>0.90162945</c:v>
                </c:pt>
                <c:pt idx="114">
                  <c:v>0.88766772</c:v>
                </c:pt>
                <c:pt idx="115">
                  <c:v>0.87756073</c:v>
                </c:pt>
                <c:pt idx="116">
                  <c:v>0.86749202</c:v>
                </c:pt>
                <c:pt idx="117">
                  <c:v>0.85494447</c:v>
                </c:pt>
                <c:pt idx="118">
                  <c:v>0.83705497</c:v>
                </c:pt>
                <c:pt idx="119">
                  <c:v>0.82751423</c:v>
                </c:pt>
              </c:numCache>
            </c:numRef>
          </c:yVal>
        </c:ser>
        <c:ser>
          <c:idx val="19"/>
          <c:order val="19"/>
          <c:tx>
            <c:v>Batch2_cell_026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81</c:v>
                </c:pt>
                <c:pt idx="21">
                  <c:v>85</c:v>
                </c:pt>
                <c:pt idx="22">
                  <c:v>89</c:v>
                </c:pt>
                <c:pt idx="23">
                  <c:v>93</c:v>
                </c:pt>
                <c:pt idx="24">
                  <c:v>97</c:v>
                </c:pt>
                <c:pt idx="25">
                  <c:v>101</c:v>
                </c:pt>
                <c:pt idx="26">
                  <c:v>105</c:v>
                </c:pt>
                <c:pt idx="27">
                  <c:v>109</c:v>
                </c:pt>
                <c:pt idx="28">
                  <c:v>113</c:v>
                </c:pt>
                <c:pt idx="29">
                  <c:v>117</c:v>
                </c:pt>
                <c:pt idx="30">
                  <c:v>121</c:v>
                </c:pt>
                <c:pt idx="31">
                  <c:v>125</c:v>
                </c:pt>
                <c:pt idx="32">
                  <c:v>129</c:v>
                </c:pt>
                <c:pt idx="33">
                  <c:v>133</c:v>
                </c:pt>
                <c:pt idx="34">
                  <c:v>137</c:v>
                </c:pt>
                <c:pt idx="35">
                  <c:v>141</c:v>
                </c:pt>
                <c:pt idx="36">
                  <c:v>145</c:v>
                </c:pt>
                <c:pt idx="37">
                  <c:v>149</c:v>
                </c:pt>
                <c:pt idx="38">
                  <c:v>153</c:v>
                </c:pt>
                <c:pt idx="39">
                  <c:v>157</c:v>
                </c:pt>
                <c:pt idx="40">
                  <c:v>161</c:v>
                </c:pt>
                <c:pt idx="41">
                  <c:v>165</c:v>
                </c:pt>
                <c:pt idx="42">
                  <c:v>169</c:v>
                </c:pt>
                <c:pt idx="43">
                  <c:v>173</c:v>
                </c:pt>
                <c:pt idx="44">
                  <c:v>177</c:v>
                </c:pt>
                <c:pt idx="45">
                  <c:v>181</c:v>
                </c:pt>
                <c:pt idx="46">
                  <c:v>185</c:v>
                </c:pt>
                <c:pt idx="47">
                  <c:v>189</c:v>
                </c:pt>
                <c:pt idx="48">
                  <c:v>193</c:v>
                </c:pt>
                <c:pt idx="49">
                  <c:v>197</c:v>
                </c:pt>
                <c:pt idx="50">
                  <c:v>201</c:v>
                </c:pt>
                <c:pt idx="51">
                  <c:v>205</c:v>
                </c:pt>
                <c:pt idx="52">
                  <c:v>209</c:v>
                </c:pt>
                <c:pt idx="53">
                  <c:v>213</c:v>
                </c:pt>
                <c:pt idx="54">
                  <c:v>217</c:v>
                </c:pt>
                <c:pt idx="55">
                  <c:v>221</c:v>
                </c:pt>
                <c:pt idx="56">
                  <c:v>225</c:v>
                </c:pt>
                <c:pt idx="57">
                  <c:v>229</c:v>
                </c:pt>
                <c:pt idx="58">
                  <c:v>233</c:v>
                </c:pt>
                <c:pt idx="59">
                  <c:v>237</c:v>
                </c:pt>
                <c:pt idx="60">
                  <c:v>240</c:v>
                </c:pt>
                <c:pt idx="61">
                  <c:v>244</c:v>
                </c:pt>
                <c:pt idx="62">
                  <c:v>248</c:v>
                </c:pt>
                <c:pt idx="63">
                  <c:v>252</c:v>
                </c:pt>
                <c:pt idx="64">
                  <c:v>256</c:v>
                </c:pt>
                <c:pt idx="65">
                  <c:v>260</c:v>
                </c:pt>
                <c:pt idx="66">
                  <c:v>264</c:v>
                </c:pt>
                <c:pt idx="67">
                  <c:v>268</c:v>
                </c:pt>
                <c:pt idx="68">
                  <c:v>272</c:v>
                </c:pt>
                <c:pt idx="69">
                  <c:v>276</c:v>
                </c:pt>
                <c:pt idx="70">
                  <c:v>280</c:v>
                </c:pt>
                <c:pt idx="71">
                  <c:v>284</c:v>
                </c:pt>
                <c:pt idx="72">
                  <c:v>288</c:v>
                </c:pt>
                <c:pt idx="73">
                  <c:v>292</c:v>
                </c:pt>
                <c:pt idx="74">
                  <c:v>296</c:v>
                </c:pt>
                <c:pt idx="75">
                  <c:v>300</c:v>
                </c:pt>
                <c:pt idx="76">
                  <c:v>304</c:v>
                </c:pt>
                <c:pt idx="77">
                  <c:v>308</c:v>
                </c:pt>
                <c:pt idx="78">
                  <c:v>312</c:v>
                </c:pt>
                <c:pt idx="79">
                  <c:v>316</c:v>
                </c:pt>
                <c:pt idx="80">
                  <c:v>320</c:v>
                </c:pt>
                <c:pt idx="81">
                  <c:v>324</c:v>
                </c:pt>
                <c:pt idx="82">
                  <c:v>328</c:v>
                </c:pt>
                <c:pt idx="83">
                  <c:v>332</c:v>
                </c:pt>
                <c:pt idx="84">
                  <c:v>336</c:v>
                </c:pt>
                <c:pt idx="85">
                  <c:v>340</c:v>
                </c:pt>
                <c:pt idx="86">
                  <c:v>344</c:v>
                </c:pt>
                <c:pt idx="87">
                  <c:v>348</c:v>
                </c:pt>
                <c:pt idx="88">
                  <c:v>352</c:v>
                </c:pt>
                <c:pt idx="89">
                  <c:v>356</c:v>
                </c:pt>
                <c:pt idx="90">
                  <c:v>360</c:v>
                </c:pt>
                <c:pt idx="91">
                  <c:v>364</c:v>
                </c:pt>
                <c:pt idx="92">
                  <c:v>368</c:v>
                </c:pt>
                <c:pt idx="93">
                  <c:v>372</c:v>
                </c:pt>
                <c:pt idx="94">
                  <c:v>376</c:v>
                </c:pt>
                <c:pt idx="95">
                  <c:v>380</c:v>
                </c:pt>
                <c:pt idx="96">
                  <c:v>384</c:v>
                </c:pt>
                <c:pt idx="97">
                  <c:v>388</c:v>
                </c:pt>
                <c:pt idx="98">
                  <c:v>392</c:v>
                </c:pt>
                <c:pt idx="99">
                  <c:v>396</c:v>
                </c:pt>
                <c:pt idx="100">
                  <c:v>400</c:v>
                </c:pt>
                <c:pt idx="101">
                  <c:v>404</c:v>
                </c:pt>
                <c:pt idx="102">
                  <c:v>408</c:v>
                </c:pt>
                <c:pt idx="103">
                  <c:v>412</c:v>
                </c:pt>
                <c:pt idx="104">
                  <c:v>416</c:v>
                </c:pt>
                <c:pt idx="105">
                  <c:v>420</c:v>
                </c:pt>
                <c:pt idx="106">
                  <c:v>424</c:v>
                </c:pt>
                <c:pt idx="107">
                  <c:v>428</c:v>
                </c:pt>
                <c:pt idx="108">
                  <c:v>432</c:v>
                </c:pt>
                <c:pt idx="109">
                  <c:v>436</c:v>
                </c:pt>
                <c:pt idx="110">
                  <c:v>440</c:v>
                </c:pt>
                <c:pt idx="111">
                  <c:v>444</c:v>
                </c:pt>
                <c:pt idx="112">
                  <c:v>448</c:v>
                </c:pt>
                <c:pt idx="113">
                  <c:v>452</c:v>
                </c:pt>
                <c:pt idx="114">
                  <c:v>456</c:v>
                </c:pt>
                <c:pt idx="115">
                  <c:v>460</c:v>
                </c:pt>
                <c:pt idx="116">
                  <c:v>464</c:v>
                </c:pt>
                <c:pt idx="117">
                  <c:v>468</c:v>
                </c:pt>
                <c:pt idx="118">
                  <c:v>472</c:v>
                </c:pt>
                <c:pt idx="119">
                  <c:v>476</c:v>
                </c:pt>
              </c:numCache>
            </c:numRef>
          </c:xVal>
          <c:yVal>
            <c:numRef>
              <c:f>'Chart Data'!$AN$2:$AN$121</c:f>
              <c:numCache>
                <c:formatCode>General</c:formatCode>
                <c:ptCount val="120"/>
                <c:pt idx="0">
                  <c:v>1.1048244</c:v>
                </c:pt>
                <c:pt idx="1">
                  <c:v>1.1050026</c:v>
                </c:pt>
                <c:pt idx="2">
                  <c:v>1.1048484</c:v>
                </c:pt>
                <c:pt idx="3">
                  <c:v>1.1050446</c:v>
                </c:pt>
                <c:pt idx="4">
                  <c:v>1.1050086</c:v>
                </c:pt>
                <c:pt idx="5">
                  <c:v>1.1062765</c:v>
                </c:pt>
                <c:pt idx="6">
                  <c:v>1.1054925</c:v>
                </c:pt>
                <c:pt idx="7">
                  <c:v>1.1052213</c:v>
                </c:pt>
                <c:pt idx="8">
                  <c:v>1.1047207</c:v>
                </c:pt>
                <c:pt idx="9">
                  <c:v>1.1045817</c:v>
                </c:pt>
                <c:pt idx="10">
                  <c:v>1.1056534</c:v>
                </c:pt>
                <c:pt idx="11">
                  <c:v>1.1048161</c:v>
                </c:pt>
                <c:pt idx="12">
                  <c:v>1.1045014</c:v>
                </c:pt>
                <c:pt idx="13">
                  <c:v>1.0984645</c:v>
                </c:pt>
                <c:pt idx="14">
                  <c:v>1.1005076</c:v>
                </c:pt>
                <c:pt idx="15">
                  <c:v>1.1016744</c:v>
                </c:pt>
                <c:pt idx="16">
                  <c:v>1.1004853</c:v>
                </c:pt>
                <c:pt idx="17">
                  <c:v>1.1013445</c:v>
                </c:pt>
                <c:pt idx="18">
                  <c:v>1.102544</c:v>
                </c:pt>
                <c:pt idx="19">
                  <c:v>1.10414</c:v>
                </c:pt>
                <c:pt idx="20">
                  <c:v>1.103943</c:v>
                </c:pt>
                <c:pt idx="21">
                  <c:v>1.1044259</c:v>
                </c:pt>
                <c:pt idx="22">
                  <c:v>1.1045737</c:v>
                </c:pt>
                <c:pt idx="23">
                  <c:v>1.105805</c:v>
                </c:pt>
                <c:pt idx="24">
                  <c:v>1.106019</c:v>
                </c:pt>
                <c:pt idx="25">
                  <c:v>1.106517</c:v>
                </c:pt>
                <c:pt idx="26">
                  <c:v>1.1064157</c:v>
                </c:pt>
                <c:pt idx="27">
                  <c:v>1.1065141</c:v>
                </c:pt>
                <c:pt idx="28">
                  <c:v>1.1052984</c:v>
                </c:pt>
                <c:pt idx="29">
                  <c:v>1.1057518</c:v>
                </c:pt>
                <c:pt idx="30">
                  <c:v>1.1018461</c:v>
                </c:pt>
                <c:pt idx="31">
                  <c:v>1.1031274</c:v>
                </c:pt>
                <c:pt idx="32">
                  <c:v>1.1037159</c:v>
                </c:pt>
                <c:pt idx="33">
                  <c:v>1.1037116</c:v>
                </c:pt>
                <c:pt idx="34">
                  <c:v>1.0996246</c:v>
                </c:pt>
                <c:pt idx="35">
                  <c:v>1.1024283</c:v>
                </c:pt>
                <c:pt idx="36">
                  <c:v>1.1002072</c:v>
                </c:pt>
                <c:pt idx="37">
                  <c:v>1.1029434</c:v>
                </c:pt>
                <c:pt idx="38">
                  <c:v>1.1011417</c:v>
                </c:pt>
                <c:pt idx="39">
                  <c:v>1.0994627</c:v>
                </c:pt>
                <c:pt idx="40">
                  <c:v>1.1009479</c:v>
                </c:pt>
                <c:pt idx="41">
                  <c:v>1.1014656</c:v>
                </c:pt>
                <c:pt idx="42">
                  <c:v>1.098235</c:v>
                </c:pt>
                <c:pt idx="43">
                  <c:v>1.0985845</c:v>
                </c:pt>
                <c:pt idx="44">
                  <c:v>1.0960096</c:v>
                </c:pt>
                <c:pt idx="45">
                  <c:v>1.0941821</c:v>
                </c:pt>
                <c:pt idx="46">
                  <c:v>1.0955216</c:v>
                </c:pt>
                <c:pt idx="47">
                  <c:v>1.0968874</c:v>
                </c:pt>
                <c:pt idx="48">
                  <c:v>1.0912646</c:v>
                </c:pt>
                <c:pt idx="49">
                  <c:v>1.0935993</c:v>
                </c:pt>
                <c:pt idx="50">
                  <c:v>1.0913999</c:v>
                </c:pt>
                <c:pt idx="51">
                  <c:v>1.0899763</c:v>
                </c:pt>
                <c:pt idx="52">
                  <c:v>1.0894822</c:v>
                </c:pt>
                <c:pt idx="53">
                  <c:v>1.0915493</c:v>
                </c:pt>
                <c:pt idx="54">
                  <c:v>1.0879683</c:v>
                </c:pt>
                <c:pt idx="55">
                  <c:v>1.087366</c:v>
                </c:pt>
                <c:pt idx="56">
                  <c:v>1.0843079</c:v>
                </c:pt>
                <c:pt idx="57">
                  <c:v>1.0846611</c:v>
                </c:pt>
                <c:pt idx="58">
                  <c:v>1.0815785</c:v>
                </c:pt>
                <c:pt idx="59">
                  <c:v>1.079381</c:v>
                </c:pt>
                <c:pt idx="60">
                  <c:v>1.0772309</c:v>
                </c:pt>
                <c:pt idx="61">
                  <c:v>1.0767633</c:v>
                </c:pt>
                <c:pt idx="62">
                  <c:v>1.0756861</c:v>
                </c:pt>
                <c:pt idx="63">
                  <c:v>1.0754321</c:v>
                </c:pt>
                <c:pt idx="64">
                  <c:v>1.0710955</c:v>
                </c:pt>
                <c:pt idx="65">
                  <c:v>1.0714277</c:v>
                </c:pt>
                <c:pt idx="66">
                  <c:v>1.0702008</c:v>
                </c:pt>
                <c:pt idx="67">
                  <c:v>1.0733268</c:v>
                </c:pt>
                <c:pt idx="68">
                  <c:v>1.072016</c:v>
                </c:pt>
                <c:pt idx="69">
                  <c:v>1.0689801</c:v>
                </c:pt>
                <c:pt idx="70">
                  <c:v>1.065436</c:v>
                </c:pt>
                <c:pt idx="71">
                  <c:v>1.0592459</c:v>
                </c:pt>
                <c:pt idx="72">
                  <c:v>1.060418</c:v>
                </c:pt>
                <c:pt idx="73">
                  <c:v>1.061414</c:v>
                </c:pt>
                <c:pt idx="74">
                  <c:v>1.0603101</c:v>
                </c:pt>
                <c:pt idx="75">
                  <c:v>1.0576499</c:v>
                </c:pt>
                <c:pt idx="76">
                  <c:v>1.0563835</c:v>
                </c:pt>
                <c:pt idx="77">
                  <c:v>1.0547159</c:v>
                </c:pt>
                <c:pt idx="78">
                  <c:v>1.0524076</c:v>
                </c:pt>
                <c:pt idx="79">
                  <c:v>1.0487522</c:v>
                </c:pt>
                <c:pt idx="80">
                  <c:v>1.0466619</c:v>
                </c:pt>
                <c:pt idx="81">
                  <c:v>1.0411469</c:v>
                </c:pt>
                <c:pt idx="82">
                  <c:v>1.0424639</c:v>
                </c:pt>
                <c:pt idx="83">
                  <c:v>1.0426539</c:v>
                </c:pt>
                <c:pt idx="84">
                  <c:v>1.0332838</c:v>
                </c:pt>
                <c:pt idx="85">
                  <c:v>1.0313294</c:v>
                </c:pt>
                <c:pt idx="86">
                  <c:v>1.0357631</c:v>
                </c:pt>
                <c:pt idx="87">
                  <c:v>1.029726</c:v>
                </c:pt>
                <c:pt idx="88">
                  <c:v>1.0258126</c:v>
                </c:pt>
                <c:pt idx="89">
                  <c:v>1.0237734</c:v>
                </c:pt>
                <c:pt idx="90">
                  <c:v>1.0190388</c:v>
                </c:pt>
                <c:pt idx="91">
                  <c:v>1.0153109</c:v>
                </c:pt>
                <c:pt idx="92">
                  <c:v>1.0123762</c:v>
                </c:pt>
                <c:pt idx="93">
                  <c:v>1.0113888</c:v>
                </c:pt>
                <c:pt idx="94">
                  <c:v>1.006573</c:v>
                </c:pt>
                <c:pt idx="95">
                  <c:v>1.0019207</c:v>
                </c:pt>
                <c:pt idx="96">
                  <c:v>1.0000793</c:v>
                </c:pt>
                <c:pt idx="97">
                  <c:v>0.99632674</c:v>
                </c:pt>
                <c:pt idx="98">
                  <c:v>0.99072385</c:v>
                </c:pt>
                <c:pt idx="99">
                  <c:v>0.98383081</c:v>
                </c:pt>
                <c:pt idx="100">
                  <c:v>0.97703314</c:v>
                </c:pt>
                <c:pt idx="101">
                  <c:v>0.97314882</c:v>
                </c:pt>
                <c:pt idx="102">
                  <c:v>0.96464998</c:v>
                </c:pt>
                <c:pt idx="103">
                  <c:v>0.95797956</c:v>
                </c:pt>
                <c:pt idx="104">
                  <c:v>0.95027947</c:v>
                </c:pt>
                <c:pt idx="105">
                  <c:v>0.94543958</c:v>
                </c:pt>
                <c:pt idx="106">
                  <c:v>0.93769288</c:v>
                </c:pt>
                <c:pt idx="107">
                  <c:v>0.92809844</c:v>
                </c:pt>
                <c:pt idx="108">
                  <c:v>0.91985071</c:v>
                </c:pt>
                <c:pt idx="109">
                  <c:v>0.91050839</c:v>
                </c:pt>
                <c:pt idx="110">
                  <c:v>0.90212274</c:v>
                </c:pt>
                <c:pt idx="111">
                  <c:v>0.89356112</c:v>
                </c:pt>
                <c:pt idx="112">
                  <c:v>0.88665855</c:v>
                </c:pt>
                <c:pt idx="113">
                  <c:v>0.87248927</c:v>
                </c:pt>
                <c:pt idx="114">
                  <c:v>0.86437488</c:v>
                </c:pt>
                <c:pt idx="115">
                  <c:v>0.85664344</c:v>
                </c:pt>
                <c:pt idx="116">
                  <c:v>0.84693801</c:v>
                </c:pt>
                <c:pt idx="117">
                  <c:v>0.83976251</c:v>
                </c:pt>
                <c:pt idx="118">
                  <c:v>0.82858235</c:v>
                </c:pt>
                <c:pt idx="119">
                  <c:v>0.82529837</c:v>
                </c:pt>
              </c:numCache>
            </c:numRef>
          </c:yVal>
        </c:ser>
        <c:ser>
          <c:idx val="20"/>
          <c:order val="20"/>
          <c:tx>
            <c:v>Batch2_cell_027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46</c:v>
                </c:pt>
                <c:pt idx="12">
                  <c:v>51</c:v>
                </c:pt>
                <c:pt idx="13">
                  <c:v>55</c:v>
                </c:pt>
                <c:pt idx="14">
                  <c:v>59</c:v>
                </c:pt>
                <c:pt idx="15">
                  <c:v>63</c:v>
                </c:pt>
                <c:pt idx="16">
                  <c:v>67</c:v>
                </c:pt>
                <c:pt idx="17">
                  <c:v>71</c:v>
                </c:pt>
                <c:pt idx="18">
                  <c:v>75</c:v>
                </c:pt>
                <c:pt idx="19">
                  <c:v>80</c:v>
                </c:pt>
                <c:pt idx="20">
                  <c:v>84</c:v>
                </c:pt>
                <c:pt idx="21">
                  <c:v>88</c:v>
                </c:pt>
                <c:pt idx="22">
                  <c:v>92</c:v>
                </c:pt>
                <c:pt idx="23">
                  <c:v>96</c:v>
                </c:pt>
                <c:pt idx="24">
                  <c:v>100</c:v>
                </c:pt>
                <c:pt idx="25">
                  <c:v>104</c:v>
                </c:pt>
                <c:pt idx="26">
                  <c:v>108</c:v>
                </c:pt>
                <c:pt idx="27">
                  <c:v>113</c:v>
                </c:pt>
                <c:pt idx="28">
                  <c:v>117</c:v>
                </c:pt>
                <c:pt idx="29">
                  <c:v>121</c:v>
                </c:pt>
                <c:pt idx="30">
                  <c:v>125</c:v>
                </c:pt>
                <c:pt idx="31">
                  <c:v>129</c:v>
                </c:pt>
                <c:pt idx="32">
                  <c:v>133</c:v>
                </c:pt>
                <c:pt idx="33">
                  <c:v>137</c:v>
                </c:pt>
                <c:pt idx="34">
                  <c:v>142</c:v>
                </c:pt>
                <c:pt idx="35">
                  <c:v>146</c:v>
                </c:pt>
                <c:pt idx="36">
                  <c:v>150</c:v>
                </c:pt>
                <c:pt idx="37">
                  <c:v>154</c:v>
                </c:pt>
                <c:pt idx="38">
                  <c:v>158</c:v>
                </c:pt>
                <c:pt idx="39">
                  <c:v>162</c:v>
                </c:pt>
                <c:pt idx="40">
                  <c:v>166</c:v>
                </c:pt>
                <c:pt idx="41">
                  <c:v>171</c:v>
                </c:pt>
                <c:pt idx="42">
                  <c:v>175</c:v>
                </c:pt>
                <c:pt idx="43">
                  <c:v>179</c:v>
                </c:pt>
                <c:pt idx="44">
                  <c:v>183</c:v>
                </c:pt>
                <c:pt idx="45">
                  <c:v>187</c:v>
                </c:pt>
                <c:pt idx="46">
                  <c:v>191</c:v>
                </c:pt>
                <c:pt idx="47">
                  <c:v>195</c:v>
                </c:pt>
                <c:pt idx="48">
                  <c:v>199</c:v>
                </c:pt>
                <c:pt idx="49">
                  <c:v>204</c:v>
                </c:pt>
                <c:pt idx="50">
                  <c:v>208</c:v>
                </c:pt>
                <c:pt idx="51">
                  <c:v>212</c:v>
                </c:pt>
                <c:pt idx="52">
                  <c:v>216</c:v>
                </c:pt>
                <c:pt idx="53">
                  <c:v>220</c:v>
                </c:pt>
                <c:pt idx="54">
                  <c:v>224</c:v>
                </c:pt>
                <c:pt idx="55">
                  <c:v>228</c:v>
                </c:pt>
                <c:pt idx="56">
                  <c:v>233</c:v>
                </c:pt>
                <c:pt idx="57">
                  <c:v>237</c:v>
                </c:pt>
                <c:pt idx="58">
                  <c:v>241</c:v>
                </c:pt>
                <c:pt idx="59">
                  <c:v>245</c:v>
                </c:pt>
                <c:pt idx="60">
                  <c:v>249</c:v>
                </c:pt>
                <c:pt idx="61">
                  <c:v>253</c:v>
                </c:pt>
                <c:pt idx="62">
                  <c:v>257</c:v>
                </c:pt>
                <c:pt idx="63">
                  <c:v>261</c:v>
                </c:pt>
                <c:pt idx="64">
                  <c:v>266</c:v>
                </c:pt>
                <c:pt idx="65">
                  <c:v>270</c:v>
                </c:pt>
                <c:pt idx="66">
                  <c:v>274</c:v>
                </c:pt>
                <c:pt idx="67">
                  <c:v>278</c:v>
                </c:pt>
                <c:pt idx="68">
                  <c:v>282</c:v>
                </c:pt>
                <c:pt idx="69">
                  <c:v>286</c:v>
                </c:pt>
                <c:pt idx="70">
                  <c:v>290</c:v>
                </c:pt>
                <c:pt idx="71">
                  <c:v>295</c:v>
                </c:pt>
                <c:pt idx="72">
                  <c:v>299</c:v>
                </c:pt>
                <c:pt idx="73">
                  <c:v>303</c:v>
                </c:pt>
                <c:pt idx="74">
                  <c:v>307</c:v>
                </c:pt>
                <c:pt idx="75">
                  <c:v>311</c:v>
                </c:pt>
                <c:pt idx="76">
                  <c:v>315</c:v>
                </c:pt>
                <c:pt idx="77">
                  <c:v>319</c:v>
                </c:pt>
                <c:pt idx="78">
                  <c:v>323</c:v>
                </c:pt>
                <c:pt idx="79">
                  <c:v>328</c:v>
                </c:pt>
                <c:pt idx="80">
                  <c:v>332</c:v>
                </c:pt>
                <c:pt idx="81">
                  <c:v>336</c:v>
                </c:pt>
                <c:pt idx="82">
                  <c:v>340</c:v>
                </c:pt>
                <c:pt idx="83">
                  <c:v>344</c:v>
                </c:pt>
                <c:pt idx="84">
                  <c:v>348</c:v>
                </c:pt>
                <c:pt idx="85">
                  <c:v>352</c:v>
                </c:pt>
                <c:pt idx="86">
                  <c:v>357</c:v>
                </c:pt>
                <c:pt idx="87">
                  <c:v>361</c:v>
                </c:pt>
                <c:pt idx="88">
                  <c:v>365</c:v>
                </c:pt>
                <c:pt idx="89">
                  <c:v>369</c:v>
                </c:pt>
                <c:pt idx="90">
                  <c:v>373</c:v>
                </c:pt>
                <c:pt idx="91">
                  <c:v>377</c:v>
                </c:pt>
                <c:pt idx="92">
                  <c:v>381</c:v>
                </c:pt>
                <c:pt idx="93">
                  <c:v>386</c:v>
                </c:pt>
                <c:pt idx="94">
                  <c:v>390</c:v>
                </c:pt>
                <c:pt idx="95">
                  <c:v>394</c:v>
                </c:pt>
                <c:pt idx="96">
                  <c:v>398</c:v>
                </c:pt>
                <c:pt idx="97">
                  <c:v>402</c:v>
                </c:pt>
                <c:pt idx="98">
                  <c:v>406</c:v>
                </c:pt>
                <c:pt idx="99">
                  <c:v>410</c:v>
                </c:pt>
                <c:pt idx="100">
                  <c:v>414</c:v>
                </c:pt>
                <c:pt idx="101">
                  <c:v>419</c:v>
                </c:pt>
                <c:pt idx="102">
                  <c:v>423</c:v>
                </c:pt>
                <c:pt idx="103">
                  <c:v>427</c:v>
                </c:pt>
                <c:pt idx="104">
                  <c:v>431</c:v>
                </c:pt>
                <c:pt idx="105">
                  <c:v>435</c:v>
                </c:pt>
                <c:pt idx="106">
                  <c:v>439</c:v>
                </c:pt>
                <c:pt idx="107">
                  <c:v>443</c:v>
                </c:pt>
                <c:pt idx="108">
                  <c:v>448</c:v>
                </c:pt>
                <c:pt idx="109">
                  <c:v>452</c:v>
                </c:pt>
                <c:pt idx="110">
                  <c:v>456</c:v>
                </c:pt>
                <c:pt idx="111">
                  <c:v>460</c:v>
                </c:pt>
                <c:pt idx="112">
                  <c:v>464</c:v>
                </c:pt>
                <c:pt idx="113">
                  <c:v>468</c:v>
                </c:pt>
                <c:pt idx="114">
                  <c:v>472</c:v>
                </c:pt>
                <c:pt idx="115">
                  <c:v>476</c:v>
                </c:pt>
                <c:pt idx="116">
                  <c:v>481</c:v>
                </c:pt>
                <c:pt idx="117">
                  <c:v>485</c:v>
                </c:pt>
                <c:pt idx="118">
                  <c:v>489</c:v>
                </c:pt>
                <c:pt idx="119">
                  <c:v>493</c:v>
                </c:pt>
              </c:numCache>
            </c:numRef>
          </c:xVal>
          <c:yVal>
            <c:numRef>
              <c:f>'Chart Data'!$AP$2:$AP$121</c:f>
              <c:numCache>
                <c:formatCode>General</c:formatCode>
                <c:ptCount val="120"/>
                <c:pt idx="0">
                  <c:v>1.0919615</c:v>
                </c:pt>
                <c:pt idx="1">
                  <c:v>1.0947001</c:v>
                </c:pt>
                <c:pt idx="2">
                  <c:v>1.096252</c:v>
                </c:pt>
                <c:pt idx="3">
                  <c:v>1.0957111</c:v>
                </c:pt>
                <c:pt idx="4">
                  <c:v>1.0958723</c:v>
                </c:pt>
                <c:pt idx="5">
                  <c:v>1.0966641</c:v>
                </c:pt>
                <c:pt idx="6">
                  <c:v>1.098649</c:v>
                </c:pt>
                <c:pt idx="7">
                  <c:v>1.0974637</c:v>
                </c:pt>
                <c:pt idx="8">
                  <c:v>1.0991896</c:v>
                </c:pt>
                <c:pt idx="9">
                  <c:v>1.0964156</c:v>
                </c:pt>
                <c:pt idx="10">
                  <c:v>1.0988187</c:v>
                </c:pt>
                <c:pt idx="11">
                  <c:v>1.0984509</c:v>
                </c:pt>
                <c:pt idx="12">
                  <c:v>1.0957532</c:v>
                </c:pt>
                <c:pt idx="13">
                  <c:v>1.0979104</c:v>
                </c:pt>
                <c:pt idx="14">
                  <c:v>1.0973638</c:v>
                </c:pt>
                <c:pt idx="15">
                  <c:v>1.0973518</c:v>
                </c:pt>
                <c:pt idx="16">
                  <c:v>1.0980629</c:v>
                </c:pt>
                <c:pt idx="17">
                  <c:v>1.1000837</c:v>
                </c:pt>
                <c:pt idx="18">
                  <c:v>1.1016716</c:v>
                </c:pt>
                <c:pt idx="19">
                  <c:v>1.1012908</c:v>
                </c:pt>
                <c:pt idx="20">
                  <c:v>1.1014913</c:v>
                </c:pt>
                <c:pt idx="21">
                  <c:v>1.1018224</c:v>
                </c:pt>
                <c:pt idx="22">
                  <c:v>1.1035295</c:v>
                </c:pt>
                <c:pt idx="23">
                  <c:v>1.1033741</c:v>
                </c:pt>
                <c:pt idx="24">
                  <c:v>1.1031471</c:v>
                </c:pt>
                <c:pt idx="25">
                  <c:v>1.1069155</c:v>
                </c:pt>
                <c:pt idx="26">
                  <c:v>1.1028425</c:v>
                </c:pt>
                <c:pt idx="27">
                  <c:v>1.1053663</c:v>
                </c:pt>
                <c:pt idx="28">
                  <c:v>1.1052996</c:v>
                </c:pt>
                <c:pt idx="29">
                  <c:v>1.1058097</c:v>
                </c:pt>
                <c:pt idx="30">
                  <c:v>1.1072853</c:v>
                </c:pt>
                <c:pt idx="31">
                  <c:v>1.1068689</c:v>
                </c:pt>
                <c:pt idx="32">
                  <c:v>1.1045114</c:v>
                </c:pt>
                <c:pt idx="33">
                  <c:v>1.1051782</c:v>
                </c:pt>
                <c:pt idx="34">
                  <c:v>1.1075536</c:v>
                </c:pt>
                <c:pt idx="35">
                  <c:v>1.1081393</c:v>
                </c:pt>
                <c:pt idx="36">
                  <c:v>1.1090425</c:v>
                </c:pt>
                <c:pt idx="37">
                  <c:v>1.1057137</c:v>
                </c:pt>
                <c:pt idx="38">
                  <c:v>1.108623</c:v>
                </c:pt>
                <c:pt idx="39">
                  <c:v>1.1085728</c:v>
                </c:pt>
                <c:pt idx="40">
                  <c:v>1.1087065</c:v>
                </c:pt>
                <c:pt idx="41">
                  <c:v>1.1093363</c:v>
                </c:pt>
                <c:pt idx="42">
                  <c:v>1.1103828</c:v>
                </c:pt>
                <c:pt idx="43">
                  <c:v>1.1081051</c:v>
                </c:pt>
                <c:pt idx="44">
                  <c:v>1.1084112</c:v>
                </c:pt>
                <c:pt idx="45">
                  <c:v>1.1088353</c:v>
                </c:pt>
                <c:pt idx="46">
                  <c:v>1.1079925</c:v>
                </c:pt>
                <c:pt idx="47">
                  <c:v>1.1089886</c:v>
                </c:pt>
                <c:pt idx="48">
                  <c:v>1.1069498</c:v>
                </c:pt>
                <c:pt idx="49">
                  <c:v>1.1088789</c:v>
                </c:pt>
                <c:pt idx="50">
                  <c:v>1.1076871</c:v>
                </c:pt>
                <c:pt idx="51">
                  <c:v>1.1085324</c:v>
                </c:pt>
                <c:pt idx="52">
                  <c:v>1.1071424</c:v>
                </c:pt>
                <c:pt idx="53">
                  <c:v>1.1070147</c:v>
                </c:pt>
                <c:pt idx="54">
                  <c:v>1.1065539</c:v>
                </c:pt>
                <c:pt idx="55">
                  <c:v>1.1046867</c:v>
                </c:pt>
                <c:pt idx="56">
                  <c:v>1.1049316</c:v>
                </c:pt>
                <c:pt idx="57">
                  <c:v>1.1045164</c:v>
                </c:pt>
                <c:pt idx="58">
                  <c:v>1.1013137</c:v>
                </c:pt>
                <c:pt idx="59">
                  <c:v>1.1022534</c:v>
                </c:pt>
                <c:pt idx="60">
                  <c:v>1.1014881</c:v>
                </c:pt>
                <c:pt idx="61">
                  <c:v>1.1004781</c:v>
                </c:pt>
                <c:pt idx="62">
                  <c:v>1.1003485</c:v>
                </c:pt>
                <c:pt idx="63">
                  <c:v>1.1010104</c:v>
                </c:pt>
                <c:pt idx="64">
                  <c:v>1.1025565</c:v>
                </c:pt>
                <c:pt idx="65">
                  <c:v>1.1022424</c:v>
                </c:pt>
                <c:pt idx="66">
                  <c:v>1.1005195</c:v>
                </c:pt>
                <c:pt idx="67">
                  <c:v>1.100989</c:v>
                </c:pt>
                <c:pt idx="68">
                  <c:v>1.0957152</c:v>
                </c:pt>
                <c:pt idx="69">
                  <c:v>1.0962503</c:v>
                </c:pt>
                <c:pt idx="70">
                  <c:v>1.0974921</c:v>
                </c:pt>
                <c:pt idx="71">
                  <c:v>1.0964235</c:v>
                </c:pt>
                <c:pt idx="72">
                  <c:v>1.0950954</c:v>
                </c:pt>
                <c:pt idx="73">
                  <c:v>1.0941573</c:v>
                </c:pt>
                <c:pt idx="74">
                  <c:v>1.092628</c:v>
                </c:pt>
                <c:pt idx="75">
                  <c:v>1.09226</c:v>
                </c:pt>
                <c:pt idx="76">
                  <c:v>1.0905579</c:v>
                </c:pt>
                <c:pt idx="77">
                  <c:v>1.0875199</c:v>
                </c:pt>
                <c:pt idx="78">
                  <c:v>1.0869995</c:v>
                </c:pt>
                <c:pt idx="79">
                  <c:v>1.0879864</c:v>
                </c:pt>
                <c:pt idx="80">
                  <c:v>1.0837592</c:v>
                </c:pt>
                <c:pt idx="81">
                  <c:v>1.0819764</c:v>
                </c:pt>
                <c:pt idx="82">
                  <c:v>1.0809751</c:v>
                </c:pt>
                <c:pt idx="83">
                  <c:v>1.0814614</c:v>
                </c:pt>
                <c:pt idx="84">
                  <c:v>1.0807004</c:v>
                </c:pt>
                <c:pt idx="85">
                  <c:v>1.0798849</c:v>
                </c:pt>
                <c:pt idx="86">
                  <c:v>1.073198</c:v>
                </c:pt>
                <c:pt idx="87">
                  <c:v>1.0704225</c:v>
                </c:pt>
                <c:pt idx="88">
                  <c:v>1.0681497</c:v>
                </c:pt>
                <c:pt idx="89">
                  <c:v>1.0671787</c:v>
                </c:pt>
                <c:pt idx="90">
                  <c:v>1.064979</c:v>
                </c:pt>
                <c:pt idx="91">
                  <c:v>1.0629834</c:v>
                </c:pt>
                <c:pt idx="92">
                  <c:v>1.0594782</c:v>
                </c:pt>
                <c:pt idx="93">
                  <c:v>1.0531867</c:v>
                </c:pt>
                <c:pt idx="94">
                  <c:v>1.0491891</c:v>
                </c:pt>
                <c:pt idx="95">
                  <c:v>1.0453677</c:v>
                </c:pt>
                <c:pt idx="96">
                  <c:v>1.0399933</c:v>
                </c:pt>
                <c:pt idx="97">
                  <c:v>1.0345004</c:v>
                </c:pt>
                <c:pt idx="98">
                  <c:v>1.0307796</c:v>
                </c:pt>
                <c:pt idx="99">
                  <c:v>1.0243376</c:v>
                </c:pt>
                <c:pt idx="100">
                  <c:v>1.0165823</c:v>
                </c:pt>
                <c:pt idx="101">
                  <c:v>1.0069816</c:v>
                </c:pt>
                <c:pt idx="102">
                  <c:v>0.99960506</c:v>
                </c:pt>
                <c:pt idx="103">
                  <c:v>0.99382424</c:v>
                </c:pt>
                <c:pt idx="104">
                  <c:v>0.98556417</c:v>
                </c:pt>
                <c:pt idx="105">
                  <c:v>0.97389776</c:v>
                </c:pt>
                <c:pt idx="106">
                  <c:v>0.96929473</c:v>
                </c:pt>
                <c:pt idx="107">
                  <c:v>0.95713472</c:v>
                </c:pt>
                <c:pt idx="108">
                  <c:v>0.94704181</c:v>
                </c:pt>
                <c:pt idx="109">
                  <c:v>0.93752092</c:v>
                </c:pt>
                <c:pt idx="110">
                  <c:v>0.92737126</c:v>
                </c:pt>
                <c:pt idx="111">
                  <c:v>0.91624832</c:v>
                </c:pt>
                <c:pt idx="112">
                  <c:v>0.9065302</c:v>
                </c:pt>
                <c:pt idx="113">
                  <c:v>0.8973701</c:v>
                </c:pt>
                <c:pt idx="114">
                  <c:v>0.88532841</c:v>
                </c:pt>
                <c:pt idx="115">
                  <c:v>0.87113202</c:v>
                </c:pt>
                <c:pt idx="116">
                  <c:v>0.85707498</c:v>
                </c:pt>
                <c:pt idx="117">
                  <c:v>0.84907347</c:v>
                </c:pt>
                <c:pt idx="118">
                  <c:v>0.83639216</c:v>
                </c:pt>
                <c:pt idx="119">
                  <c:v>0.8266983</c:v>
                </c:pt>
              </c:numCache>
            </c:numRef>
          </c:yVal>
        </c:ser>
        <c:ser>
          <c:idx val="21"/>
          <c:order val="21"/>
          <c:tx>
            <c:v>Batch2_cell_028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35</c:v>
                </c:pt>
                <c:pt idx="10">
                  <c:v>39</c:v>
                </c:pt>
                <c:pt idx="11">
                  <c:v>43</c:v>
                </c:pt>
                <c:pt idx="12">
                  <c:v>47</c:v>
                </c:pt>
                <c:pt idx="13">
                  <c:v>51</c:v>
                </c:pt>
                <c:pt idx="14">
                  <c:v>55</c:v>
                </c:pt>
                <c:pt idx="15">
                  <c:v>58</c:v>
                </c:pt>
                <c:pt idx="16">
                  <c:v>62</c:v>
                </c:pt>
                <c:pt idx="17">
                  <c:v>66</c:v>
                </c:pt>
                <c:pt idx="18">
                  <c:v>70</c:v>
                </c:pt>
                <c:pt idx="19">
                  <c:v>74</c:v>
                </c:pt>
                <c:pt idx="20">
                  <c:v>77</c:v>
                </c:pt>
                <c:pt idx="21">
                  <c:v>81</c:v>
                </c:pt>
                <c:pt idx="22">
                  <c:v>85</c:v>
                </c:pt>
                <c:pt idx="23">
                  <c:v>89</c:v>
                </c:pt>
                <c:pt idx="24">
                  <c:v>93</c:v>
                </c:pt>
                <c:pt idx="25">
                  <c:v>97</c:v>
                </c:pt>
                <c:pt idx="26">
                  <c:v>100</c:v>
                </c:pt>
                <c:pt idx="27">
                  <c:v>104</c:v>
                </c:pt>
                <c:pt idx="28">
                  <c:v>108</c:v>
                </c:pt>
                <c:pt idx="29">
                  <c:v>112</c:v>
                </c:pt>
                <c:pt idx="30">
                  <c:v>116</c:v>
                </c:pt>
                <c:pt idx="31">
                  <c:v>120</c:v>
                </c:pt>
                <c:pt idx="32">
                  <c:v>123</c:v>
                </c:pt>
                <c:pt idx="33">
                  <c:v>127</c:v>
                </c:pt>
                <c:pt idx="34">
                  <c:v>131</c:v>
                </c:pt>
                <c:pt idx="35">
                  <c:v>135</c:v>
                </c:pt>
                <c:pt idx="36">
                  <c:v>139</c:v>
                </c:pt>
                <c:pt idx="37">
                  <c:v>142</c:v>
                </c:pt>
                <c:pt idx="38">
                  <c:v>146</c:v>
                </c:pt>
                <c:pt idx="39">
                  <c:v>150</c:v>
                </c:pt>
                <c:pt idx="40">
                  <c:v>154</c:v>
                </c:pt>
                <c:pt idx="41">
                  <c:v>158</c:v>
                </c:pt>
                <c:pt idx="42">
                  <c:v>162</c:v>
                </c:pt>
                <c:pt idx="43">
                  <c:v>165</c:v>
                </c:pt>
                <c:pt idx="44">
                  <c:v>169</c:v>
                </c:pt>
                <c:pt idx="45">
                  <c:v>173</c:v>
                </c:pt>
                <c:pt idx="46">
                  <c:v>177</c:v>
                </c:pt>
                <c:pt idx="47">
                  <c:v>181</c:v>
                </c:pt>
                <c:pt idx="48">
                  <c:v>185</c:v>
                </c:pt>
                <c:pt idx="49">
                  <c:v>188</c:v>
                </c:pt>
                <c:pt idx="50">
                  <c:v>192</c:v>
                </c:pt>
                <c:pt idx="51">
                  <c:v>196</c:v>
                </c:pt>
                <c:pt idx="52">
                  <c:v>200</c:v>
                </c:pt>
                <c:pt idx="53">
                  <c:v>204</c:v>
                </c:pt>
                <c:pt idx="54">
                  <c:v>207</c:v>
                </c:pt>
                <c:pt idx="55">
                  <c:v>211</c:v>
                </c:pt>
                <c:pt idx="56">
                  <c:v>215</c:v>
                </c:pt>
                <c:pt idx="57">
                  <c:v>219</c:v>
                </c:pt>
                <c:pt idx="58">
                  <c:v>223</c:v>
                </c:pt>
                <c:pt idx="59">
                  <c:v>227</c:v>
                </c:pt>
                <c:pt idx="60">
                  <c:v>230</c:v>
                </c:pt>
                <c:pt idx="61">
                  <c:v>234</c:v>
                </c:pt>
                <c:pt idx="62">
                  <c:v>238</c:v>
                </c:pt>
                <c:pt idx="63">
                  <c:v>242</c:v>
                </c:pt>
                <c:pt idx="64">
                  <c:v>246</c:v>
                </c:pt>
                <c:pt idx="65">
                  <c:v>250</c:v>
                </c:pt>
                <c:pt idx="66">
                  <c:v>253</c:v>
                </c:pt>
                <c:pt idx="67">
                  <c:v>257</c:v>
                </c:pt>
                <c:pt idx="68">
                  <c:v>261</c:v>
                </c:pt>
                <c:pt idx="69">
                  <c:v>265</c:v>
                </c:pt>
                <c:pt idx="70">
                  <c:v>269</c:v>
                </c:pt>
                <c:pt idx="71">
                  <c:v>272</c:v>
                </c:pt>
                <c:pt idx="72">
                  <c:v>276</c:v>
                </c:pt>
                <c:pt idx="73">
                  <c:v>280</c:v>
                </c:pt>
                <c:pt idx="74">
                  <c:v>284</c:v>
                </c:pt>
                <c:pt idx="75">
                  <c:v>288</c:v>
                </c:pt>
                <c:pt idx="76">
                  <c:v>292</c:v>
                </c:pt>
                <c:pt idx="77">
                  <c:v>295</c:v>
                </c:pt>
                <c:pt idx="78">
                  <c:v>299</c:v>
                </c:pt>
                <c:pt idx="79">
                  <c:v>303</c:v>
                </c:pt>
                <c:pt idx="80">
                  <c:v>307</c:v>
                </c:pt>
                <c:pt idx="81">
                  <c:v>311</c:v>
                </c:pt>
                <c:pt idx="82">
                  <c:v>315</c:v>
                </c:pt>
                <c:pt idx="83">
                  <c:v>318</c:v>
                </c:pt>
                <c:pt idx="84">
                  <c:v>322</c:v>
                </c:pt>
                <c:pt idx="85">
                  <c:v>326</c:v>
                </c:pt>
                <c:pt idx="86">
                  <c:v>330</c:v>
                </c:pt>
                <c:pt idx="87">
                  <c:v>334</c:v>
                </c:pt>
                <c:pt idx="88">
                  <c:v>337</c:v>
                </c:pt>
                <c:pt idx="89">
                  <c:v>341</c:v>
                </c:pt>
                <c:pt idx="90">
                  <c:v>345</c:v>
                </c:pt>
                <c:pt idx="91">
                  <c:v>349</c:v>
                </c:pt>
                <c:pt idx="92">
                  <c:v>353</c:v>
                </c:pt>
                <c:pt idx="93">
                  <c:v>357</c:v>
                </c:pt>
                <c:pt idx="94">
                  <c:v>360</c:v>
                </c:pt>
                <c:pt idx="95">
                  <c:v>364</c:v>
                </c:pt>
                <c:pt idx="96">
                  <c:v>368</c:v>
                </c:pt>
                <c:pt idx="97">
                  <c:v>372</c:v>
                </c:pt>
                <c:pt idx="98">
                  <c:v>376</c:v>
                </c:pt>
                <c:pt idx="99">
                  <c:v>380</c:v>
                </c:pt>
                <c:pt idx="100">
                  <c:v>383</c:v>
                </c:pt>
                <c:pt idx="101">
                  <c:v>387</c:v>
                </c:pt>
                <c:pt idx="102">
                  <c:v>391</c:v>
                </c:pt>
                <c:pt idx="103">
                  <c:v>395</c:v>
                </c:pt>
                <c:pt idx="104">
                  <c:v>399</c:v>
                </c:pt>
                <c:pt idx="105">
                  <c:v>402</c:v>
                </c:pt>
                <c:pt idx="106">
                  <c:v>406</c:v>
                </c:pt>
                <c:pt idx="107">
                  <c:v>410</c:v>
                </c:pt>
                <c:pt idx="108">
                  <c:v>414</c:v>
                </c:pt>
                <c:pt idx="109">
                  <c:v>418</c:v>
                </c:pt>
                <c:pt idx="110">
                  <c:v>422</c:v>
                </c:pt>
                <c:pt idx="111">
                  <c:v>425</c:v>
                </c:pt>
                <c:pt idx="112">
                  <c:v>429</c:v>
                </c:pt>
                <c:pt idx="113">
                  <c:v>433</c:v>
                </c:pt>
                <c:pt idx="114">
                  <c:v>437</c:v>
                </c:pt>
                <c:pt idx="115">
                  <c:v>441</c:v>
                </c:pt>
                <c:pt idx="116">
                  <c:v>445</c:v>
                </c:pt>
                <c:pt idx="117">
                  <c:v>448</c:v>
                </c:pt>
                <c:pt idx="118">
                  <c:v>452</c:v>
                </c:pt>
                <c:pt idx="119">
                  <c:v>456</c:v>
                </c:pt>
              </c:numCache>
            </c:numRef>
          </c:xVal>
          <c:yVal>
            <c:numRef>
              <c:f>'Chart Data'!$AR$2:$AR$121</c:f>
              <c:numCache>
                <c:formatCode>General</c:formatCode>
                <c:ptCount val="120"/>
                <c:pt idx="0">
                  <c:v>1.0873438</c:v>
                </c:pt>
                <c:pt idx="1">
                  <c:v>1.0911843</c:v>
                </c:pt>
                <c:pt idx="2">
                  <c:v>1.0921518</c:v>
                </c:pt>
                <c:pt idx="3">
                  <c:v>1.0931131</c:v>
                </c:pt>
                <c:pt idx="4">
                  <c:v>1.0928208</c:v>
                </c:pt>
                <c:pt idx="5">
                  <c:v>1.0933824</c:v>
                </c:pt>
                <c:pt idx="6">
                  <c:v>1.0943826</c:v>
                </c:pt>
                <c:pt idx="7">
                  <c:v>1.0953703</c:v>
                </c:pt>
                <c:pt idx="8">
                  <c:v>1.0949453</c:v>
                </c:pt>
                <c:pt idx="9">
                  <c:v>1.0952986</c:v>
                </c:pt>
                <c:pt idx="10">
                  <c:v>1.0954338</c:v>
                </c:pt>
                <c:pt idx="11">
                  <c:v>1.0960766</c:v>
                </c:pt>
                <c:pt idx="12">
                  <c:v>1.09574</c:v>
                </c:pt>
                <c:pt idx="13">
                  <c:v>1.0902233</c:v>
                </c:pt>
                <c:pt idx="14">
                  <c:v>1.0922098</c:v>
                </c:pt>
                <c:pt idx="15">
                  <c:v>1.0946201</c:v>
                </c:pt>
                <c:pt idx="16">
                  <c:v>1.0934638</c:v>
                </c:pt>
                <c:pt idx="17">
                  <c:v>1.0948454</c:v>
                </c:pt>
                <c:pt idx="18">
                  <c:v>1.0945927</c:v>
                </c:pt>
                <c:pt idx="19">
                  <c:v>1.0958602</c:v>
                </c:pt>
                <c:pt idx="20">
                  <c:v>1.097821</c:v>
                </c:pt>
                <c:pt idx="21">
                  <c:v>1.098767</c:v>
                </c:pt>
                <c:pt idx="22">
                  <c:v>1.0974194</c:v>
                </c:pt>
                <c:pt idx="23">
                  <c:v>1.0968033</c:v>
                </c:pt>
                <c:pt idx="24">
                  <c:v>1.0988554</c:v>
                </c:pt>
                <c:pt idx="25">
                  <c:v>1.0984979</c:v>
                </c:pt>
                <c:pt idx="26">
                  <c:v>1.0995919</c:v>
                </c:pt>
                <c:pt idx="27">
                  <c:v>1.0997601</c:v>
                </c:pt>
                <c:pt idx="28">
                  <c:v>1.0976019</c:v>
                </c:pt>
                <c:pt idx="29">
                  <c:v>1.0997238</c:v>
                </c:pt>
                <c:pt idx="30">
                  <c:v>1.0976593</c:v>
                </c:pt>
                <c:pt idx="31">
                  <c:v>1.0972892</c:v>
                </c:pt>
                <c:pt idx="32">
                  <c:v>1.0995182</c:v>
                </c:pt>
                <c:pt idx="33">
                  <c:v>1.0997368</c:v>
                </c:pt>
                <c:pt idx="34">
                  <c:v>1.0936784</c:v>
                </c:pt>
                <c:pt idx="35">
                  <c:v>1.0970793</c:v>
                </c:pt>
                <c:pt idx="36">
                  <c:v>1.0976676</c:v>
                </c:pt>
                <c:pt idx="37">
                  <c:v>1.098475</c:v>
                </c:pt>
                <c:pt idx="38">
                  <c:v>1.0962856</c:v>
                </c:pt>
                <c:pt idx="39">
                  <c:v>1.0958449</c:v>
                </c:pt>
                <c:pt idx="40">
                  <c:v>1.0959415</c:v>
                </c:pt>
                <c:pt idx="41">
                  <c:v>1.095665</c:v>
                </c:pt>
                <c:pt idx="42">
                  <c:v>1.0957991</c:v>
                </c:pt>
                <c:pt idx="43">
                  <c:v>1.0950944</c:v>
                </c:pt>
                <c:pt idx="44">
                  <c:v>1.0949131</c:v>
                </c:pt>
                <c:pt idx="45">
                  <c:v>1.0953788</c:v>
                </c:pt>
                <c:pt idx="46">
                  <c:v>1.0942565</c:v>
                </c:pt>
                <c:pt idx="47">
                  <c:v>1.0923653</c:v>
                </c:pt>
                <c:pt idx="48">
                  <c:v>1.0913953</c:v>
                </c:pt>
                <c:pt idx="49">
                  <c:v>1.0927389</c:v>
                </c:pt>
                <c:pt idx="50">
                  <c:v>1.0912384</c:v>
                </c:pt>
                <c:pt idx="51">
                  <c:v>1.0878464</c:v>
                </c:pt>
                <c:pt idx="52">
                  <c:v>1.0892394</c:v>
                </c:pt>
                <c:pt idx="53">
                  <c:v>1.0863155</c:v>
                </c:pt>
                <c:pt idx="54">
                  <c:v>1.0881327</c:v>
                </c:pt>
                <c:pt idx="55">
                  <c:v>1.0868262</c:v>
                </c:pt>
                <c:pt idx="56">
                  <c:v>1.0876901</c:v>
                </c:pt>
                <c:pt idx="57">
                  <c:v>1.0848702</c:v>
                </c:pt>
                <c:pt idx="58">
                  <c:v>1.0830412</c:v>
                </c:pt>
                <c:pt idx="59">
                  <c:v>1.0813322</c:v>
                </c:pt>
                <c:pt idx="60">
                  <c:v>1.0811949</c:v>
                </c:pt>
                <c:pt idx="61">
                  <c:v>1.0762168</c:v>
                </c:pt>
                <c:pt idx="62">
                  <c:v>1.0773627</c:v>
                </c:pt>
                <c:pt idx="63">
                  <c:v>1.0772879</c:v>
                </c:pt>
                <c:pt idx="64">
                  <c:v>1.075974</c:v>
                </c:pt>
                <c:pt idx="65">
                  <c:v>1.0737319</c:v>
                </c:pt>
                <c:pt idx="66">
                  <c:v>1.0718844</c:v>
                </c:pt>
                <c:pt idx="67">
                  <c:v>1.0722748</c:v>
                </c:pt>
                <c:pt idx="68">
                  <c:v>1.0735453</c:v>
                </c:pt>
                <c:pt idx="69">
                  <c:v>1.0706397</c:v>
                </c:pt>
                <c:pt idx="70">
                  <c:v>1.0713502</c:v>
                </c:pt>
                <c:pt idx="71">
                  <c:v>1.0654091</c:v>
                </c:pt>
                <c:pt idx="72">
                  <c:v>1.0611662</c:v>
                </c:pt>
                <c:pt idx="73">
                  <c:v>1.0625716</c:v>
                </c:pt>
                <c:pt idx="74">
                  <c:v>1.060855</c:v>
                </c:pt>
                <c:pt idx="75">
                  <c:v>1.0608692</c:v>
                </c:pt>
                <c:pt idx="76">
                  <c:v>1.0601592</c:v>
                </c:pt>
                <c:pt idx="77">
                  <c:v>1.0571567</c:v>
                </c:pt>
                <c:pt idx="78">
                  <c:v>1.0573796</c:v>
                </c:pt>
                <c:pt idx="79">
                  <c:v>1.0526429</c:v>
                </c:pt>
                <c:pt idx="80">
                  <c:v>1.0526284</c:v>
                </c:pt>
                <c:pt idx="81">
                  <c:v>1.0460128</c:v>
                </c:pt>
                <c:pt idx="82">
                  <c:v>1.0450271</c:v>
                </c:pt>
                <c:pt idx="83">
                  <c:v>1.0444185</c:v>
                </c:pt>
                <c:pt idx="84">
                  <c:v>1.0445606</c:v>
                </c:pt>
                <c:pt idx="85">
                  <c:v>1.0382997</c:v>
                </c:pt>
                <c:pt idx="86">
                  <c:v>1.0346806</c:v>
                </c:pt>
                <c:pt idx="87">
                  <c:v>1.033703</c:v>
                </c:pt>
                <c:pt idx="88">
                  <c:v>1.0333349</c:v>
                </c:pt>
                <c:pt idx="89">
                  <c:v>1.0282428</c:v>
                </c:pt>
                <c:pt idx="90">
                  <c:v>1.0263292</c:v>
                </c:pt>
                <c:pt idx="91">
                  <c:v>1.0197748</c:v>
                </c:pt>
                <c:pt idx="92">
                  <c:v>1.0175143</c:v>
                </c:pt>
                <c:pt idx="93">
                  <c:v>1.0125192</c:v>
                </c:pt>
                <c:pt idx="94">
                  <c:v>1.0128634</c:v>
                </c:pt>
                <c:pt idx="95">
                  <c:v>1.0086299</c:v>
                </c:pt>
                <c:pt idx="96">
                  <c:v>1.0045109</c:v>
                </c:pt>
                <c:pt idx="97">
                  <c:v>0.99997824</c:v>
                </c:pt>
                <c:pt idx="98">
                  <c:v>0.99608231</c:v>
                </c:pt>
                <c:pt idx="99">
                  <c:v>0.9929049</c:v>
                </c:pt>
                <c:pt idx="100">
                  <c:v>0.98521757</c:v>
                </c:pt>
                <c:pt idx="101">
                  <c:v>0.97590685</c:v>
                </c:pt>
                <c:pt idx="102">
                  <c:v>0.9703505</c:v>
                </c:pt>
                <c:pt idx="103">
                  <c:v>0.96825856</c:v>
                </c:pt>
                <c:pt idx="104">
                  <c:v>0.95661163</c:v>
                </c:pt>
                <c:pt idx="105">
                  <c:v>0.95423859</c:v>
                </c:pt>
                <c:pt idx="106">
                  <c:v>0.94668323</c:v>
                </c:pt>
                <c:pt idx="107">
                  <c:v>0.93925422</c:v>
                </c:pt>
                <c:pt idx="108">
                  <c:v>0.93159091</c:v>
                </c:pt>
                <c:pt idx="109">
                  <c:v>0.92010945</c:v>
                </c:pt>
                <c:pt idx="110">
                  <c:v>0.91380626</c:v>
                </c:pt>
                <c:pt idx="111">
                  <c:v>0.90734017</c:v>
                </c:pt>
                <c:pt idx="112">
                  <c:v>0.89631021</c:v>
                </c:pt>
                <c:pt idx="113">
                  <c:v>0.88702685</c:v>
                </c:pt>
                <c:pt idx="114">
                  <c:v>0.87717742</c:v>
                </c:pt>
                <c:pt idx="115">
                  <c:v>0.86672354</c:v>
                </c:pt>
                <c:pt idx="116">
                  <c:v>0.85599351</c:v>
                </c:pt>
                <c:pt idx="117">
                  <c:v>0.84810567</c:v>
                </c:pt>
                <c:pt idx="118">
                  <c:v>0.84028369</c:v>
                </c:pt>
                <c:pt idx="119">
                  <c:v>0.82741743</c:v>
                </c:pt>
              </c:numCache>
            </c:numRef>
          </c:yVal>
        </c:ser>
        <c:ser>
          <c:idx val="22"/>
          <c:order val="22"/>
          <c:tx>
            <c:v>Batch2_cell_029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103</c:v>
                </c:pt>
                <c:pt idx="27">
                  <c:v>107</c:v>
                </c:pt>
                <c:pt idx="28">
                  <c:v>111</c:v>
                </c:pt>
                <c:pt idx="29">
                  <c:v>115</c:v>
                </c:pt>
                <c:pt idx="30">
                  <c:v>119</c:v>
                </c:pt>
                <c:pt idx="31">
                  <c:v>123</c:v>
                </c:pt>
                <c:pt idx="32">
                  <c:v>127</c:v>
                </c:pt>
                <c:pt idx="33">
                  <c:v>131</c:v>
                </c:pt>
                <c:pt idx="34">
                  <c:v>135</c:v>
                </c:pt>
                <c:pt idx="35">
                  <c:v>139</c:v>
                </c:pt>
                <c:pt idx="36">
                  <c:v>143</c:v>
                </c:pt>
                <c:pt idx="37">
                  <c:v>147</c:v>
                </c:pt>
                <c:pt idx="38">
                  <c:v>151</c:v>
                </c:pt>
                <c:pt idx="39">
                  <c:v>155</c:v>
                </c:pt>
                <c:pt idx="40">
                  <c:v>159</c:v>
                </c:pt>
                <c:pt idx="41">
                  <c:v>163</c:v>
                </c:pt>
                <c:pt idx="42">
                  <c:v>167</c:v>
                </c:pt>
                <c:pt idx="43">
                  <c:v>170</c:v>
                </c:pt>
                <c:pt idx="44">
                  <c:v>174</c:v>
                </c:pt>
                <c:pt idx="45">
                  <c:v>178</c:v>
                </c:pt>
                <c:pt idx="46">
                  <c:v>182</c:v>
                </c:pt>
                <c:pt idx="47">
                  <c:v>186</c:v>
                </c:pt>
                <c:pt idx="48">
                  <c:v>190</c:v>
                </c:pt>
                <c:pt idx="49">
                  <c:v>194</c:v>
                </c:pt>
                <c:pt idx="50">
                  <c:v>198</c:v>
                </c:pt>
                <c:pt idx="51">
                  <c:v>202</c:v>
                </c:pt>
                <c:pt idx="52">
                  <c:v>206</c:v>
                </c:pt>
                <c:pt idx="53">
                  <c:v>210</c:v>
                </c:pt>
                <c:pt idx="54">
                  <c:v>214</c:v>
                </c:pt>
                <c:pt idx="55">
                  <c:v>218</c:v>
                </c:pt>
                <c:pt idx="56">
                  <c:v>222</c:v>
                </c:pt>
                <c:pt idx="57">
                  <c:v>226</c:v>
                </c:pt>
                <c:pt idx="58">
                  <c:v>230</c:v>
                </c:pt>
                <c:pt idx="59">
                  <c:v>234</c:v>
                </c:pt>
                <c:pt idx="60">
                  <c:v>237</c:v>
                </c:pt>
                <c:pt idx="61">
                  <c:v>241</c:v>
                </c:pt>
                <c:pt idx="62">
                  <c:v>245</c:v>
                </c:pt>
                <c:pt idx="63">
                  <c:v>249</c:v>
                </c:pt>
                <c:pt idx="64">
                  <c:v>253</c:v>
                </c:pt>
                <c:pt idx="65">
                  <c:v>257</c:v>
                </c:pt>
                <c:pt idx="66">
                  <c:v>261</c:v>
                </c:pt>
                <c:pt idx="67">
                  <c:v>265</c:v>
                </c:pt>
                <c:pt idx="68">
                  <c:v>269</c:v>
                </c:pt>
                <c:pt idx="69">
                  <c:v>273</c:v>
                </c:pt>
                <c:pt idx="70">
                  <c:v>277</c:v>
                </c:pt>
                <c:pt idx="71">
                  <c:v>281</c:v>
                </c:pt>
                <c:pt idx="72">
                  <c:v>285</c:v>
                </c:pt>
                <c:pt idx="73">
                  <c:v>289</c:v>
                </c:pt>
                <c:pt idx="74">
                  <c:v>293</c:v>
                </c:pt>
                <c:pt idx="75">
                  <c:v>297</c:v>
                </c:pt>
                <c:pt idx="76">
                  <c:v>301</c:v>
                </c:pt>
                <c:pt idx="77">
                  <c:v>304</c:v>
                </c:pt>
                <c:pt idx="78">
                  <c:v>308</c:v>
                </c:pt>
                <c:pt idx="79">
                  <c:v>312</c:v>
                </c:pt>
                <c:pt idx="80">
                  <c:v>316</c:v>
                </c:pt>
                <c:pt idx="81">
                  <c:v>320</c:v>
                </c:pt>
                <c:pt idx="82">
                  <c:v>324</c:v>
                </c:pt>
                <c:pt idx="83">
                  <c:v>328</c:v>
                </c:pt>
                <c:pt idx="84">
                  <c:v>332</c:v>
                </c:pt>
                <c:pt idx="85">
                  <c:v>336</c:v>
                </c:pt>
                <c:pt idx="86">
                  <c:v>340</c:v>
                </c:pt>
                <c:pt idx="87">
                  <c:v>344</c:v>
                </c:pt>
                <c:pt idx="88">
                  <c:v>348</c:v>
                </c:pt>
                <c:pt idx="89">
                  <c:v>352</c:v>
                </c:pt>
                <c:pt idx="90">
                  <c:v>356</c:v>
                </c:pt>
                <c:pt idx="91">
                  <c:v>360</c:v>
                </c:pt>
                <c:pt idx="92">
                  <c:v>364</c:v>
                </c:pt>
                <c:pt idx="93">
                  <c:v>368</c:v>
                </c:pt>
                <c:pt idx="94">
                  <c:v>371</c:v>
                </c:pt>
                <c:pt idx="95">
                  <c:v>375</c:v>
                </c:pt>
                <c:pt idx="96">
                  <c:v>379</c:v>
                </c:pt>
                <c:pt idx="97">
                  <c:v>383</c:v>
                </c:pt>
                <c:pt idx="98">
                  <c:v>387</c:v>
                </c:pt>
                <c:pt idx="99">
                  <c:v>391</c:v>
                </c:pt>
                <c:pt idx="100">
                  <c:v>395</c:v>
                </c:pt>
                <c:pt idx="101">
                  <c:v>399</c:v>
                </c:pt>
                <c:pt idx="102">
                  <c:v>403</c:v>
                </c:pt>
                <c:pt idx="103">
                  <c:v>407</c:v>
                </c:pt>
                <c:pt idx="104">
                  <c:v>411</c:v>
                </c:pt>
                <c:pt idx="105">
                  <c:v>415</c:v>
                </c:pt>
                <c:pt idx="106">
                  <c:v>419</c:v>
                </c:pt>
                <c:pt idx="107">
                  <c:v>423</c:v>
                </c:pt>
                <c:pt idx="108">
                  <c:v>427</c:v>
                </c:pt>
                <c:pt idx="109">
                  <c:v>431</c:v>
                </c:pt>
                <c:pt idx="110">
                  <c:v>435</c:v>
                </c:pt>
                <c:pt idx="111">
                  <c:v>438</c:v>
                </c:pt>
                <c:pt idx="112">
                  <c:v>442</c:v>
                </c:pt>
                <c:pt idx="113">
                  <c:v>446</c:v>
                </c:pt>
                <c:pt idx="114">
                  <c:v>450</c:v>
                </c:pt>
                <c:pt idx="115">
                  <c:v>454</c:v>
                </c:pt>
                <c:pt idx="116">
                  <c:v>458</c:v>
                </c:pt>
                <c:pt idx="117">
                  <c:v>462</c:v>
                </c:pt>
                <c:pt idx="118">
                  <c:v>466</c:v>
                </c:pt>
                <c:pt idx="119">
                  <c:v>470</c:v>
                </c:pt>
              </c:numCache>
            </c:numRef>
          </c:xVal>
          <c:yVal>
            <c:numRef>
              <c:f>'Chart Data'!$AT$2:$AT$121</c:f>
              <c:numCache>
                <c:formatCode>General</c:formatCode>
                <c:ptCount val="120"/>
                <c:pt idx="0">
                  <c:v>1.1018348</c:v>
                </c:pt>
                <c:pt idx="1">
                  <c:v>1.1027535</c:v>
                </c:pt>
                <c:pt idx="2">
                  <c:v>1.1037036</c:v>
                </c:pt>
                <c:pt idx="3">
                  <c:v>1.1068796</c:v>
                </c:pt>
                <c:pt idx="4">
                  <c:v>1.1070685</c:v>
                </c:pt>
                <c:pt idx="5">
                  <c:v>1.1070621</c:v>
                </c:pt>
                <c:pt idx="6">
                  <c:v>1.1078712</c:v>
                </c:pt>
                <c:pt idx="7">
                  <c:v>1.1089512</c:v>
                </c:pt>
                <c:pt idx="8">
                  <c:v>1.1083096</c:v>
                </c:pt>
                <c:pt idx="9">
                  <c:v>1.1089592</c:v>
                </c:pt>
                <c:pt idx="10">
                  <c:v>1.1085356</c:v>
                </c:pt>
                <c:pt idx="11">
                  <c:v>1.1103942</c:v>
                </c:pt>
                <c:pt idx="12">
                  <c:v>1.1062931</c:v>
                </c:pt>
                <c:pt idx="13">
                  <c:v>1.1083454</c:v>
                </c:pt>
                <c:pt idx="14">
                  <c:v>1.1084884</c:v>
                </c:pt>
                <c:pt idx="15">
                  <c:v>1.1107107</c:v>
                </c:pt>
                <c:pt idx="16">
                  <c:v>1.1104395</c:v>
                </c:pt>
                <c:pt idx="17">
                  <c:v>1.1103039</c:v>
                </c:pt>
                <c:pt idx="18">
                  <c:v>1.1125247</c:v>
                </c:pt>
                <c:pt idx="19">
                  <c:v>1.1131485</c:v>
                </c:pt>
                <c:pt idx="20">
                  <c:v>1.1151431</c:v>
                </c:pt>
                <c:pt idx="21">
                  <c:v>1.1153805</c:v>
                </c:pt>
                <c:pt idx="22">
                  <c:v>1.1152713</c:v>
                </c:pt>
                <c:pt idx="23">
                  <c:v>1.1165975</c:v>
                </c:pt>
                <c:pt idx="24">
                  <c:v>1.115382</c:v>
                </c:pt>
                <c:pt idx="25">
                  <c:v>1.1159806</c:v>
                </c:pt>
                <c:pt idx="26">
                  <c:v>1.1172252</c:v>
                </c:pt>
                <c:pt idx="27">
                  <c:v>1.116503</c:v>
                </c:pt>
                <c:pt idx="28">
                  <c:v>1.1157856</c:v>
                </c:pt>
                <c:pt idx="29">
                  <c:v>1.1184536</c:v>
                </c:pt>
                <c:pt idx="30">
                  <c:v>1.1165107</c:v>
                </c:pt>
                <c:pt idx="31">
                  <c:v>1.117108</c:v>
                </c:pt>
                <c:pt idx="32">
                  <c:v>1.1171623</c:v>
                </c:pt>
                <c:pt idx="33">
                  <c:v>1.114226</c:v>
                </c:pt>
                <c:pt idx="34">
                  <c:v>1.1172994</c:v>
                </c:pt>
                <c:pt idx="35">
                  <c:v>1.1165625</c:v>
                </c:pt>
                <c:pt idx="36">
                  <c:v>1.1194701</c:v>
                </c:pt>
                <c:pt idx="37">
                  <c:v>1.1180371</c:v>
                </c:pt>
                <c:pt idx="38">
                  <c:v>1.1182427</c:v>
                </c:pt>
                <c:pt idx="39">
                  <c:v>1.1189648</c:v>
                </c:pt>
                <c:pt idx="40">
                  <c:v>1.120221</c:v>
                </c:pt>
                <c:pt idx="41">
                  <c:v>1.1207631</c:v>
                </c:pt>
                <c:pt idx="42">
                  <c:v>1.1181872</c:v>
                </c:pt>
                <c:pt idx="43">
                  <c:v>1.1210933</c:v>
                </c:pt>
                <c:pt idx="44">
                  <c:v>1.1167524</c:v>
                </c:pt>
                <c:pt idx="45">
                  <c:v>1.1190538</c:v>
                </c:pt>
                <c:pt idx="46">
                  <c:v>1.1207153</c:v>
                </c:pt>
                <c:pt idx="47">
                  <c:v>1.1188253</c:v>
                </c:pt>
                <c:pt idx="48">
                  <c:v>1.1206564</c:v>
                </c:pt>
                <c:pt idx="49">
                  <c:v>1.1186624</c:v>
                </c:pt>
                <c:pt idx="50">
                  <c:v>1.1167185</c:v>
                </c:pt>
                <c:pt idx="51">
                  <c:v>1.1183817</c:v>
                </c:pt>
                <c:pt idx="52">
                  <c:v>1.1175176</c:v>
                </c:pt>
                <c:pt idx="53">
                  <c:v>1.1174024</c:v>
                </c:pt>
                <c:pt idx="54">
                  <c:v>1.1162397</c:v>
                </c:pt>
                <c:pt idx="55">
                  <c:v>1.1138062</c:v>
                </c:pt>
                <c:pt idx="56">
                  <c:v>1.1169589</c:v>
                </c:pt>
                <c:pt idx="57">
                  <c:v>1.115829</c:v>
                </c:pt>
                <c:pt idx="58">
                  <c:v>1.112862</c:v>
                </c:pt>
                <c:pt idx="59">
                  <c:v>1.1122035</c:v>
                </c:pt>
                <c:pt idx="60">
                  <c:v>1.1121931</c:v>
                </c:pt>
                <c:pt idx="61">
                  <c:v>1.112009</c:v>
                </c:pt>
                <c:pt idx="62">
                  <c:v>1.1096339</c:v>
                </c:pt>
                <c:pt idx="63">
                  <c:v>1.1098025</c:v>
                </c:pt>
                <c:pt idx="64">
                  <c:v>1.1091678</c:v>
                </c:pt>
                <c:pt idx="65">
                  <c:v>1.1112574</c:v>
                </c:pt>
                <c:pt idx="66">
                  <c:v>1.1114827</c:v>
                </c:pt>
                <c:pt idx="67">
                  <c:v>1.1099733</c:v>
                </c:pt>
                <c:pt idx="68">
                  <c:v>1.1065989</c:v>
                </c:pt>
                <c:pt idx="69">
                  <c:v>1.1076473</c:v>
                </c:pt>
                <c:pt idx="70">
                  <c:v>1.1059941</c:v>
                </c:pt>
                <c:pt idx="71">
                  <c:v>1.1075627</c:v>
                </c:pt>
                <c:pt idx="72">
                  <c:v>1.1064289</c:v>
                </c:pt>
                <c:pt idx="73">
                  <c:v>1.1045471</c:v>
                </c:pt>
                <c:pt idx="74">
                  <c:v>1.1032583</c:v>
                </c:pt>
                <c:pt idx="75">
                  <c:v>1.0997341</c:v>
                </c:pt>
                <c:pt idx="76">
                  <c:v>1.0967313</c:v>
                </c:pt>
                <c:pt idx="77">
                  <c:v>1.0933707</c:v>
                </c:pt>
                <c:pt idx="78">
                  <c:v>1.093015</c:v>
                </c:pt>
                <c:pt idx="79">
                  <c:v>1.0962933</c:v>
                </c:pt>
                <c:pt idx="80">
                  <c:v>1.096766</c:v>
                </c:pt>
                <c:pt idx="81">
                  <c:v>1.0887129</c:v>
                </c:pt>
                <c:pt idx="82">
                  <c:v>1.0864887</c:v>
                </c:pt>
                <c:pt idx="83">
                  <c:v>1.0866792</c:v>
                </c:pt>
                <c:pt idx="84">
                  <c:v>1.0839503</c:v>
                </c:pt>
                <c:pt idx="85">
                  <c:v>1.0840834</c:v>
                </c:pt>
                <c:pt idx="86">
                  <c:v>1.0838629</c:v>
                </c:pt>
                <c:pt idx="87">
                  <c:v>1.0750389</c:v>
                </c:pt>
                <c:pt idx="88">
                  <c:v>1.0730407</c:v>
                </c:pt>
                <c:pt idx="89">
                  <c:v>1.0711086</c:v>
                </c:pt>
                <c:pt idx="90">
                  <c:v>1.0682647</c:v>
                </c:pt>
                <c:pt idx="91">
                  <c:v>1.0660808</c:v>
                </c:pt>
                <c:pt idx="92">
                  <c:v>1.0616255</c:v>
                </c:pt>
                <c:pt idx="93">
                  <c:v>1.0552208</c:v>
                </c:pt>
                <c:pt idx="94">
                  <c:v>1.054376</c:v>
                </c:pt>
                <c:pt idx="95">
                  <c:v>1.0473675</c:v>
                </c:pt>
                <c:pt idx="96">
                  <c:v>1.0422633</c:v>
                </c:pt>
                <c:pt idx="97">
                  <c:v>1.0374706</c:v>
                </c:pt>
                <c:pt idx="98">
                  <c:v>1.0308501</c:v>
                </c:pt>
                <c:pt idx="99">
                  <c:v>1.0242091</c:v>
                </c:pt>
                <c:pt idx="100">
                  <c:v>1.019503</c:v>
                </c:pt>
                <c:pt idx="101">
                  <c:v>1.0126865</c:v>
                </c:pt>
                <c:pt idx="102">
                  <c:v>1.001953</c:v>
                </c:pt>
                <c:pt idx="103">
                  <c:v>0.99463892</c:v>
                </c:pt>
                <c:pt idx="104">
                  <c:v>0.98398483</c:v>
                </c:pt>
                <c:pt idx="105">
                  <c:v>0.9775793</c:v>
                </c:pt>
                <c:pt idx="106">
                  <c:v>0.96817786</c:v>
                </c:pt>
                <c:pt idx="107">
                  <c:v>0.9594636</c:v>
                </c:pt>
                <c:pt idx="108">
                  <c:v>0.94665444</c:v>
                </c:pt>
                <c:pt idx="109">
                  <c:v>0.93859577</c:v>
                </c:pt>
                <c:pt idx="110">
                  <c:v>0.92887455</c:v>
                </c:pt>
                <c:pt idx="111">
                  <c:v>0.91503525</c:v>
                </c:pt>
                <c:pt idx="112">
                  <c:v>0.90654212</c:v>
                </c:pt>
                <c:pt idx="113">
                  <c:v>0.8955645</c:v>
                </c:pt>
                <c:pt idx="114">
                  <c:v>0.88541383</c:v>
                </c:pt>
                <c:pt idx="115">
                  <c:v>0.87228739</c:v>
                </c:pt>
                <c:pt idx="116">
                  <c:v>0.86257231</c:v>
                </c:pt>
                <c:pt idx="117">
                  <c:v>0.8512848</c:v>
                </c:pt>
                <c:pt idx="118">
                  <c:v>0.83426458</c:v>
                </c:pt>
                <c:pt idx="119">
                  <c:v>0.82541627</c:v>
                </c:pt>
              </c:numCache>
            </c:numRef>
          </c:yVal>
        </c:ser>
        <c:ser>
          <c:idx val="23"/>
          <c:order val="23"/>
          <c:tx>
            <c:v>Batch2_cell_030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15</c:v>
                </c:pt>
                <c:pt idx="5">
                  <c:v>19</c:v>
                </c:pt>
                <c:pt idx="6">
                  <c:v>23</c:v>
                </c:pt>
                <c:pt idx="7">
                  <c:v>26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41</c:v>
                </c:pt>
                <c:pt idx="12">
                  <c:v>44</c:v>
                </c:pt>
                <c:pt idx="13">
                  <c:v>48</c:v>
                </c:pt>
                <c:pt idx="14">
                  <c:v>51</c:v>
                </c:pt>
                <c:pt idx="15">
                  <c:v>55</c:v>
                </c:pt>
                <c:pt idx="16">
                  <c:v>59</c:v>
                </c:pt>
                <c:pt idx="17">
                  <c:v>62</c:v>
                </c:pt>
                <c:pt idx="18">
                  <c:v>66</c:v>
                </c:pt>
                <c:pt idx="19">
                  <c:v>69</c:v>
                </c:pt>
                <c:pt idx="20">
                  <c:v>73</c:v>
                </c:pt>
                <c:pt idx="21">
                  <c:v>77</c:v>
                </c:pt>
                <c:pt idx="22">
                  <c:v>80</c:v>
                </c:pt>
                <c:pt idx="23">
                  <c:v>84</c:v>
                </c:pt>
                <c:pt idx="24">
                  <c:v>87</c:v>
                </c:pt>
                <c:pt idx="25">
                  <c:v>91</c:v>
                </c:pt>
                <c:pt idx="26">
                  <c:v>95</c:v>
                </c:pt>
                <c:pt idx="27">
                  <c:v>98</c:v>
                </c:pt>
                <c:pt idx="28">
                  <c:v>102</c:v>
                </c:pt>
                <c:pt idx="29">
                  <c:v>105</c:v>
                </c:pt>
                <c:pt idx="30">
                  <c:v>109</c:v>
                </c:pt>
                <c:pt idx="31">
                  <c:v>112</c:v>
                </c:pt>
                <c:pt idx="32">
                  <c:v>116</c:v>
                </c:pt>
                <c:pt idx="33">
                  <c:v>120</c:v>
                </c:pt>
                <c:pt idx="34">
                  <c:v>123</c:v>
                </c:pt>
                <c:pt idx="35">
                  <c:v>127</c:v>
                </c:pt>
                <c:pt idx="36">
                  <c:v>130</c:v>
                </c:pt>
                <c:pt idx="37">
                  <c:v>134</c:v>
                </c:pt>
                <c:pt idx="38">
                  <c:v>138</c:v>
                </c:pt>
                <c:pt idx="39">
                  <c:v>141</c:v>
                </c:pt>
                <c:pt idx="40">
                  <c:v>145</c:v>
                </c:pt>
                <c:pt idx="41">
                  <c:v>148</c:v>
                </c:pt>
                <c:pt idx="42">
                  <c:v>152</c:v>
                </c:pt>
                <c:pt idx="43">
                  <c:v>156</c:v>
                </c:pt>
                <c:pt idx="44">
                  <c:v>159</c:v>
                </c:pt>
                <c:pt idx="45">
                  <c:v>163</c:v>
                </c:pt>
                <c:pt idx="46">
                  <c:v>166</c:v>
                </c:pt>
                <c:pt idx="47">
                  <c:v>170</c:v>
                </c:pt>
                <c:pt idx="48">
                  <c:v>174</c:v>
                </c:pt>
                <c:pt idx="49">
                  <c:v>177</c:v>
                </c:pt>
                <c:pt idx="50">
                  <c:v>181</c:v>
                </c:pt>
                <c:pt idx="51">
                  <c:v>184</c:v>
                </c:pt>
                <c:pt idx="52">
                  <c:v>188</c:v>
                </c:pt>
                <c:pt idx="53">
                  <c:v>192</c:v>
                </c:pt>
                <c:pt idx="54">
                  <c:v>195</c:v>
                </c:pt>
                <c:pt idx="55">
                  <c:v>199</c:v>
                </c:pt>
                <c:pt idx="56">
                  <c:v>202</c:v>
                </c:pt>
                <c:pt idx="57">
                  <c:v>206</c:v>
                </c:pt>
                <c:pt idx="58">
                  <c:v>210</c:v>
                </c:pt>
                <c:pt idx="59">
                  <c:v>213</c:v>
                </c:pt>
                <c:pt idx="60">
                  <c:v>217</c:v>
                </c:pt>
                <c:pt idx="61">
                  <c:v>220</c:v>
                </c:pt>
                <c:pt idx="62">
                  <c:v>224</c:v>
                </c:pt>
                <c:pt idx="63">
                  <c:v>228</c:v>
                </c:pt>
                <c:pt idx="64">
                  <c:v>231</c:v>
                </c:pt>
                <c:pt idx="65">
                  <c:v>235</c:v>
                </c:pt>
                <c:pt idx="66">
                  <c:v>238</c:v>
                </c:pt>
                <c:pt idx="67">
                  <c:v>242</c:v>
                </c:pt>
                <c:pt idx="68">
                  <c:v>246</c:v>
                </c:pt>
                <c:pt idx="69">
                  <c:v>249</c:v>
                </c:pt>
                <c:pt idx="70">
                  <c:v>253</c:v>
                </c:pt>
                <c:pt idx="71">
                  <c:v>256</c:v>
                </c:pt>
                <c:pt idx="72">
                  <c:v>260</c:v>
                </c:pt>
                <c:pt idx="73">
                  <c:v>264</c:v>
                </c:pt>
                <c:pt idx="74">
                  <c:v>267</c:v>
                </c:pt>
                <c:pt idx="75">
                  <c:v>271</c:v>
                </c:pt>
                <c:pt idx="76">
                  <c:v>274</c:v>
                </c:pt>
                <c:pt idx="77">
                  <c:v>278</c:v>
                </c:pt>
                <c:pt idx="78">
                  <c:v>282</c:v>
                </c:pt>
                <c:pt idx="79">
                  <c:v>285</c:v>
                </c:pt>
                <c:pt idx="80">
                  <c:v>289</c:v>
                </c:pt>
                <c:pt idx="81">
                  <c:v>292</c:v>
                </c:pt>
                <c:pt idx="82">
                  <c:v>296</c:v>
                </c:pt>
                <c:pt idx="83">
                  <c:v>300</c:v>
                </c:pt>
                <c:pt idx="84">
                  <c:v>303</c:v>
                </c:pt>
                <c:pt idx="85">
                  <c:v>307</c:v>
                </c:pt>
                <c:pt idx="86">
                  <c:v>310</c:v>
                </c:pt>
                <c:pt idx="87">
                  <c:v>314</c:v>
                </c:pt>
                <c:pt idx="88">
                  <c:v>318</c:v>
                </c:pt>
                <c:pt idx="89">
                  <c:v>321</c:v>
                </c:pt>
                <c:pt idx="90">
                  <c:v>325</c:v>
                </c:pt>
                <c:pt idx="91">
                  <c:v>328</c:v>
                </c:pt>
                <c:pt idx="92">
                  <c:v>332</c:v>
                </c:pt>
                <c:pt idx="93">
                  <c:v>335</c:v>
                </c:pt>
                <c:pt idx="94">
                  <c:v>339</c:v>
                </c:pt>
                <c:pt idx="95">
                  <c:v>343</c:v>
                </c:pt>
                <c:pt idx="96">
                  <c:v>346</c:v>
                </c:pt>
                <c:pt idx="97">
                  <c:v>350</c:v>
                </c:pt>
                <c:pt idx="98">
                  <c:v>353</c:v>
                </c:pt>
                <c:pt idx="99">
                  <c:v>357</c:v>
                </c:pt>
                <c:pt idx="100">
                  <c:v>361</c:v>
                </c:pt>
                <c:pt idx="101">
                  <c:v>364</c:v>
                </c:pt>
                <c:pt idx="102">
                  <c:v>368</c:v>
                </c:pt>
                <c:pt idx="103">
                  <c:v>371</c:v>
                </c:pt>
                <c:pt idx="104">
                  <c:v>375</c:v>
                </c:pt>
                <c:pt idx="105">
                  <c:v>379</c:v>
                </c:pt>
                <c:pt idx="106">
                  <c:v>382</c:v>
                </c:pt>
                <c:pt idx="107">
                  <c:v>386</c:v>
                </c:pt>
                <c:pt idx="108">
                  <c:v>389</c:v>
                </c:pt>
                <c:pt idx="109">
                  <c:v>393</c:v>
                </c:pt>
                <c:pt idx="110">
                  <c:v>397</c:v>
                </c:pt>
                <c:pt idx="111">
                  <c:v>400</c:v>
                </c:pt>
                <c:pt idx="112">
                  <c:v>404</c:v>
                </c:pt>
                <c:pt idx="113">
                  <c:v>407</c:v>
                </c:pt>
                <c:pt idx="114">
                  <c:v>411</c:v>
                </c:pt>
                <c:pt idx="115">
                  <c:v>415</c:v>
                </c:pt>
                <c:pt idx="116">
                  <c:v>418</c:v>
                </c:pt>
                <c:pt idx="117">
                  <c:v>422</c:v>
                </c:pt>
                <c:pt idx="118">
                  <c:v>425</c:v>
                </c:pt>
                <c:pt idx="119">
                  <c:v>429</c:v>
                </c:pt>
              </c:numCache>
            </c:numRef>
          </c:xVal>
          <c:yVal>
            <c:numRef>
              <c:f>'Chart Data'!$AV$2:$AV$121</c:f>
              <c:numCache>
                <c:formatCode>General</c:formatCode>
                <c:ptCount val="120"/>
                <c:pt idx="0">
                  <c:v>1.0946058</c:v>
                </c:pt>
                <c:pt idx="1">
                  <c:v>1.0959653</c:v>
                </c:pt>
                <c:pt idx="2">
                  <c:v>1.0982414</c:v>
                </c:pt>
                <c:pt idx="3">
                  <c:v>1.0973027</c:v>
                </c:pt>
                <c:pt idx="4">
                  <c:v>1.0970798</c:v>
                </c:pt>
                <c:pt idx="5">
                  <c:v>1.0956377</c:v>
                </c:pt>
                <c:pt idx="6">
                  <c:v>1.0960753</c:v>
                </c:pt>
                <c:pt idx="7">
                  <c:v>1.0962615</c:v>
                </c:pt>
                <c:pt idx="8">
                  <c:v>1.0940311</c:v>
                </c:pt>
                <c:pt idx="9">
                  <c:v>1.0959004</c:v>
                </c:pt>
                <c:pt idx="10">
                  <c:v>1.0967003</c:v>
                </c:pt>
                <c:pt idx="11">
                  <c:v>1.0943079</c:v>
                </c:pt>
                <c:pt idx="12">
                  <c:v>1.0973544</c:v>
                </c:pt>
                <c:pt idx="13">
                  <c:v>1.0937331</c:v>
                </c:pt>
                <c:pt idx="14">
                  <c:v>1.0960521</c:v>
                </c:pt>
                <c:pt idx="15">
                  <c:v>1.0887929</c:v>
                </c:pt>
                <c:pt idx="16">
                  <c:v>1.0875216</c:v>
                </c:pt>
                <c:pt idx="17">
                  <c:v>1.089581</c:v>
                </c:pt>
                <c:pt idx="18">
                  <c:v>1.0879631</c:v>
                </c:pt>
                <c:pt idx="19">
                  <c:v>1.0898182</c:v>
                </c:pt>
                <c:pt idx="20">
                  <c:v>1.0896624</c:v>
                </c:pt>
                <c:pt idx="21">
                  <c:v>1.0909957</c:v>
                </c:pt>
                <c:pt idx="22">
                  <c:v>1.0912896</c:v>
                </c:pt>
                <c:pt idx="23">
                  <c:v>1.0921787</c:v>
                </c:pt>
                <c:pt idx="24">
                  <c:v>1.0896951</c:v>
                </c:pt>
                <c:pt idx="25">
                  <c:v>1.0927135</c:v>
                </c:pt>
                <c:pt idx="26">
                  <c:v>1.0906773</c:v>
                </c:pt>
                <c:pt idx="27">
                  <c:v>1.0890605</c:v>
                </c:pt>
                <c:pt idx="28">
                  <c:v>1.0909277</c:v>
                </c:pt>
                <c:pt idx="29">
                  <c:v>1.0911268</c:v>
                </c:pt>
                <c:pt idx="30">
                  <c:v>1.0913467</c:v>
                </c:pt>
                <c:pt idx="31">
                  <c:v>1.0916524</c:v>
                </c:pt>
                <c:pt idx="32">
                  <c:v>1.091163</c:v>
                </c:pt>
                <c:pt idx="33">
                  <c:v>1.0912784</c:v>
                </c:pt>
                <c:pt idx="34">
                  <c:v>1.0887474</c:v>
                </c:pt>
                <c:pt idx="35">
                  <c:v>1.0876619</c:v>
                </c:pt>
                <c:pt idx="36">
                  <c:v>1.0891629</c:v>
                </c:pt>
                <c:pt idx="37">
                  <c:v>1.0895605</c:v>
                </c:pt>
                <c:pt idx="38">
                  <c:v>1.0891701</c:v>
                </c:pt>
                <c:pt idx="39">
                  <c:v>1.0859771</c:v>
                </c:pt>
                <c:pt idx="40">
                  <c:v>1.084806</c:v>
                </c:pt>
                <c:pt idx="41">
                  <c:v>1.0828151</c:v>
                </c:pt>
                <c:pt idx="42">
                  <c:v>1.0779932</c:v>
                </c:pt>
                <c:pt idx="43">
                  <c:v>1.0793709</c:v>
                </c:pt>
                <c:pt idx="44">
                  <c:v>1.0782372</c:v>
                </c:pt>
                <c:pt idx="45">
                  <c:v>1.0787437</c:v>
                </c:pt>
                <c:pt idx="46">
                  <c:v>1.0829012</c:v>
                </c:pt>
                <c:pt idx="47">
                  <c:v>1.0794239</c:v>
                </c:pt>
                <c:pt idx="48">
                  <c:v>1.0802933</c:v>
                </c:pt>
                <c:pt idx="49">
                  <c:v>1.0776089</c:v>
                </c:pt>
                <c:pt idx="50">
                  <c:v>1.0799232</c:v>
                </c:pt>
                <c:pt idx="51">
                  <c:v>1.0804627</c:v>
                </c:pt>
                <c:pt idx="52">
                  <c:v>1.0782009</c:v>
                </c:pt>
                <c:pt idx="53">
                  <c:v>1.0789104</c:v>
                </c:pt>
                <c:pt idx="54">
                  <c:v>1.0767848</c:v>
                </c:pt>
                <c:pt idx="55">
                  <c:v>1.076847</c:v>
                </c:pt>
                <c:pt idx="56">
                  <c:v>1.076075</c:v>
                </c:pt>
                <c:pt idx="57">
                  <c:v>1.0734448</c:v>
                </c:pt>
                <c:pt idx="58">
                  <c:v>1.0749403</c:v>
                </c:pt>
                <c:pt idx="59">
                  <c:v>1.0750457</c:v>
                </c:pt>
                <c:pt idx="60">
                  <c:v>1.078588</c:v>
                </c:pt>
                <c:pt idx="61">
                  <c:v>1.0759629</c:v>
                </c:pt>
                <c:pt idx="62">
                  <c:v>1.0750022</c:v>
                </c:pt>
                <c:pt idx="63">
                  <c:v>1.0718369</c:v>
                </c:pt>
                <c:pt idx="64">
                  <c:v>1.0695142</c:v>
                </c:pt>
                <c:pt idx="65">
                  <c:v>1.0686636</c:v>
                </c:pt>
                <c:pt idx="66">
                  <c:v>1.0684472</c:v>
                </c:pt>
                <c:pt idx="67">
                  <c:v>1.069759</c:v>
                </c:pt>
                <c:pt idx="68">
                  <c:v>1.0664666</c:v>
                </c:pt>
                <c:pt idx="69">
                  <c:v>1.0679122</c:v>
                </c:pt>
                <c:pt idx="70">
                  <c:v>1.0642904</c:v>
                </c:pt>
                <c:pt idx="71">
                  <c:v>1.0661105</c:v>
                </c:pt>
                <c:pt idx="72">
                  <c:v>1.062673</c:v>
                </c:pt>
                <c:pt idx="73">
                  <c:v>1.0604666</c:v>
                </c:pt>
                <c:pt idx="74">
                  <c:v>1.0573779</c:v>
                </c:pt>
                <c:pt idx="75">
                  <c:v>1.0557858</c:v>
                </c:pt>
                <c:pt idx="76">
                  <c:v>1.0531195</c:v>
                </c:pt>
                <c:pt idx="77">
                  <c:v>1.0532503</c:v>
                </c:pt>
                <c:pt idx="78">
                  <c:v>1.0524588</c:v>
                </c:pt>
                <c:pt idx="79">
                  <c:v>1.0477195</c:v>
                </c:pt>
                <c:pt idx="80">
                  <c:v>1.0473267</c:v>
                </c:pt>
                <c:pt idx="81">
                  <c:v>1.0459222</c:v>
                </c:pt>
                <c:pt idx="82">
                  <c:v>1.0431195</c:v>
                </c:pt>
                <c:pt idx="83">
                  <c:v>1.0433856</c:v>
                </c:pt>
                <c:pt idx="84">
                  <c:v>1.039814</c:v>
                </c:pt>
                <c:pt idx="85">
                  <c:v>1.037263</c:v>
                </c:pt>
                <c:pt idx="86">
                  <c:v>1.0352112</c:v>
                </c:pt>
                <c:pt idx="87">
                  <c:v>1.0295966</c:v>
                </c:pt>
                <c:pt idx="88">
                  <c:v>1.0288662</c:v>
                </c:pt>
                <c:pt idx="89">
                  <c:v>1.0269201</c:v>
                </c:pt>
                <c:pt idx="90">
                  <c:v>1.0247756</c:v>
                </c:pt>
                <c:pt idx="91">
                  <c:v>1.0208699</c:v>
                </c:pt>
                <c:pt idx="92">
                  <c:v>1.0180655</c:v>
                </c:pt>
                <c:pt idx="93">
                  <c:v>1.0171206</c:v>
                </c:pt>
                <c:pt idx="94">
                  <c:v>1.0152042</c:v>
                </c:pt>
                <c:pt idx="95">
                  <c:v>1.0113206</c:v>
                </c:pt>
                <c:pt idx="96">
                  <c:v>1.0081159</c:v>
                </c:pt>
                <c:pt idx="97">
                  <c:v>1.0021665</c:v>
                </c:pt>
                <c:pt idx="98">
                  <c:v>0.99893928</c:v>
                </c:pt>
                <c:pt idx="99">
                  <c:v>0.99519622</c:v>
                </c:pt>
                <c:pt idx="100">
                  <c:v>0.98809528</c:v>
                </c:pt>
                <c:pt idx="101">
                  <c:v>0.98883349</c:v>
                </c:pt>
                <c:pt idx="102">
                  <c:v>0.98070538</c:v>
                </c:pt>
                <c:pt idx="103">
                  <c:v>0.97699535</c:v>
                </c:pt>
                <c:pt idx="104">
                  <c:v>0.97092134</c:v>
                </c:pt>
                <c:pt idx="105">
                  <c:v>0.96262866</c:v>
                </c:pt>
                <c:pt idx="106">
                  <c:v>0.95850289</c:v>
                </c:pt>
                <c:pt idx="107">
                  <c:v>0.9515714</c:v>
                </c:pt>
                <c:pt idx="108">
                  <c:v>0.9480173</c:v>
                </c:pt>
                <c:pt idx="109">
                  <c:v>0.93761402</c:v>
                </c:pt>
                <c:pt idx="110">
                  <c:v>0.92745918</c:v>
                </c:pt>
                <c:pt idx="111">
                  <c:v>0.92035419</c:v>
                </c:pt>
                <c:pt idx="112">
                  <c:v>0.90603638</c:v>
                </c:pt>
                <c:pt idx="113">
                  <c:v>0.89392489</c:v>
                </c:pt>
                <c:pt idx="114">
                  <c:v>0.88595706</c:v>
                </c:pt>
                <c:pt idx="115">
                  <c:v>0.87162644</c:v>
                </c:pt>
                <c:pt idx="116">
                  <c:v>0.8615194</c:v>
                </c:pt>
                <c:pt idx="117">
                  <c:v>0.85065597</c:v>
                </c:pt>
                <c:pt idx="118">
                  <c:v>0.84018499</c:v>
                </c:pt>
                <c:pt idx="119">
                  <c:v>0.82665932</c:v>
                </c:pt>
              </c:numCache>
            </c:numRef>
          </c:yVal>
        </c:ser>
        <c:ser>
          <c:idx val="24"/>
          <c:order val="24"/>
          <c:tx>
            <c:v>Batch2_cell_031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31</c:v>
                </c:pt>
                <c:pt idx="9">
                  <c:v>35</c:v>
                </c:pt>
                <c:pt idx="10">
                  <c:v>38</c:v>
                </c:pt>
                <c:pt idx="11">
                  <c:v>42</c:v>
                </c:pt>
                <c:pt idx="12">
                  <c:v>46</c:v>
                </c:pt>
                <c:pt idx="13">
                  <c:v>50</c:v>
                </c:pt>
                <c:pt idx="14">
                  <c:v>53</c:v>
                </c:pt>
                <c:pt idx="15">
                  <c:v>57</c:v>
                </c:pt>
                <c:pt idx="16">
                  <c:v>61</c:v>
                </c:pt>
                <c:pt idx="17">
                  <c:v>65</c:v>
                </c:pt>
                <c:pt idx="18">
                  <c:v>68</c:v>
                </c:pt>
                <c:pt idx="19">
                  <c:v>72</c:v>
                </c:pt>
                <c:pt idx="20">
                  <c:v>76</c:v>
                </c:pt>
                <c:pt idx="21">
                  <c:v>80</c:v>
                </c:pt>
                <c:pt idx="22">
                  <c:v>83</c:v>
                </c:pt>
                <c:pt idx="23">
                  <c:v>87</c:v>
                </c:pt>
                <c:pt idx="24">
                  <c:v>91</c:v>
                </c:pt>
                <c:pt idx="25">
                  <c:v>94</c:v>
                </c:pt>
                <c:pt idx="26">
                  <c:v>98</c:v>
                </c:pt>
                <c:pt idx="27">
                  <c:v>102</c:v>
                </c:pt>
                <c:pt idx="28">
                  <c:v>106</c:v>
                </c:pt>
                <c:pt idx="29">
                  <c:v>109</c:v>
                </c:pt>
                <c:pt idx="30">
                  <c:v>113</c:v>
                </c:pt>
                <c:pt idx="31">
                  <c:v>117</c:v>
                </c:pt>
                <c:pt idx="32">
                  <c:v>121</c:v>
                </c:pt>
                <c:pt idx="33">
                  <c:v>124</c:v>
                </c:pt>
                <c:pt idx="34">
                  <c:v>128</c:v>
                </c:pt>
                <c:pt idx="35">
                  <c:v>132</c:v>
                </c:pt>
                <c:pt idx="36">
                  <c:v>136</c:v>
                </c:pt>
                <c:pt idx="37">
                  <c:v>139</c:v>
                </c:pt>
                <c:pt idx="38">
                  <c:v>143</c:v>
                </c:pt>
                <c:pt idx="39">
                  <c:v>147</c:v>
                </c:pt>
                <c:pt idx="40">
                  <c:v>151</c:v>
                </c:pt>
                <c:pt idx="41">
                  <c:v>154</c:v>
                </c:pt>
                <c:pt idx="42">
                  <c:v>158</c:v>
                </c:pt>
                <c:pt idx="43">
                  <c:v>162</c:v>
                </c:pt>
                <c:pt idx="44">
                  <c:v>166</c:v>
                </c:pt>
                <c:pt idx="45">
                  <c:v>169</c:v>
                </c:pt>
                <c:pt idx="46">
                  <c:v>173</c:v>
                </c:pt>
                <c:pt idx="47">
                  <c:v>177</c:v>
                </c:pt>
                <c:pt idx="48">
                  <c:v>180</c:v>
                </c:pt>
                <c:pt idx="49">
                  <c:v>184</c:v>
                </c:pt>
                <c:pt idx="50">
                  <c:v>188</c:v>
                </c:pt>
                <c:pt idx="51">
                  <c:v>192</c:v>
                </c:pt>
                <c:pt idx="52">
                  <c:v>195</c:v>
                </c:pt>
                <c:pt idx="53">
                  <c:v>199</c:v>
                </c:pt>
                <c:pt idx="54">
                  <c:v>203</c:v>
                </c:pt>
                <c:pt idx="55">
                  <c:v>207</c:v>
                </c:pt>
                <c:pt idx="56">
                  <c:v>210</c:v>
                </c:pt>
                <c:pt idx="57">
                  <c:v>214</c:v>
                </c:pt>
                <c:pt idx="58">
                  <c:v>218</c:v>
                </c:pt>
                <c:pt idx="59">
                  <c:v>222</c:v>
                </c:pt>
                <c:pt idx="60">
                  <c:v>225</c:v>
                </c:pt>
                <c:pt idx="61">
                  <c:v>229</c:v>
                </c:pt>
                <c:pt idx="62">
                  <c:v>233</c:v>
                </c:pt>
                <c:pt idx="63">
                  <c:v>237</c:v>
                </c:pt>
                <c:pt idx="64">
                  <c:v>240</c:v>
                </c:pt>
                <c:pt idx="65">
                  <c:v>244</c:v>
                </c:pt>
                <c:pt idx="66">
                  <c:v>248</c:v>
                </c:pt>
                <c:pt idx="67">
                  <c:v>252</c:v>
                </c:pt>
                <c:pt idx="68">
                  <c:v>255</c:v>
                </c:pt>
                <c:pt idx="69">
                  <c:v>259</c:v>
                </c:pt>
                <c:pt idx="70">
                  <c:v>263</c:v>
                </c:pt>
                <c:pt idx="71">
                  <c:v>267</c:v>
                </c:pt>
                <c:pt idx="72">
                  <c:v>270</c:v>
                </c:pt>
                <c:pt idx="73">
                  <c:v>274</c:v>
                </c:pt>
                <c:pt idx="74">
                  <c:v>278</c:v>
                </c:pt>
                <c:pt idx="75">
                  <c:v>281</c:v>
                </c:pt>
                <c:pt idx="76">
                  <c:v>285</c:v>
                </c:pt>
                <c:pt idx="77">
                  <c:v>289</c:v>
                </c:pt>
                <c:pt idx="78">
                  <c:v>293</c:v>
                </c:pt>
                <c:pt idx="79">
                  <c:v>296</c:v>
                </c:pt>
                <c:pt idx="80">
                  <c:v>300</c:v>
                </c:pt>
                <c:pt idx="81">
                  <c:v>304</c:v>
                </c:pt>
                <c:pt idx="82">
                  <c:v>308</c:v>
                </c:pt>
                <c:pt idx="83">
                  <c:v>311</c:v>
                </c:pt>
                <c:pt idx="84">
                  <c:v>315</c:v>
                </c:pt>
                <c:pt idx="85">
                  <c:v>319</c:v>
                </c:pt>
                <c:pt idx="86">
                  <c:v>323</c:v>
                </c:pt>
                <c:pt idx="87">
                  <c:v>326</c:v>
                </c:pt>
                <c:pt idx="88">
                  <c:v>330</c:v>
                </c:pt>
                <c:pt idx="89">
                  <c:v>334</c:v>
                </c:pt>
                <c:pt idx="90">
                  <c:v>338</c:v>
                </c:pt>
                <c:pt idx="91">
                  <c:v>341</c:v>
                </c:pt>
                <c:pt idx="92">
                  <c:v>345</c:v>
                </c:pt>
                <c:pt idx="93">
                  <c:v>349</c:v>
                </c:pt>
                <c:pt idx="94">
                  <c:v>353</c:v>
                </c:pt>
                <c:pt idx="95">
                  <c:v>356</c:v>
                </c:pt>
                <c:pt idx="96">
                  <c:v>360</c:v>
                </c:pt>
                <c:pt idx="97">
                  <c:v>364</c:v>
                </c:pt>
                <c:pt idx="98">
                  <c:v>367</c:v>
                </c:pt>
                <c:pt idx="99">
                  <c:v>371</c:v>
                </c:pt>
                <c:pt idx="100">
                  <c:v>375</c:v>
                </c:pt>
                <c:pt idx="101">
                  <c:v>379</c:v>
                </c:pt>
                <c:pt idx="102">
                  <c:v>382</c:v>
                </c:pt>
                <c:pt idx="103">
                  <c:v>386</c:v>
                </c:pt>
                <c:pt idx="104">
                  <c:v>390</c:v>
                </c:pt>
                <c:pt idx="105">
                  <c:v>394</c:v>
                </c:pt>
                <c:pt idx="106">
                  <c:v>397</c:v>
                </c:pt>
                <c:pt idx="107">
                  <c:v>401</c:v>
                </c:pt>
                <c:pt idx="108">
                  <c:v>405</c:v>
                </c:pt>
                <c:pt idx="109">
                  <c:v>409</c:v>
                </c:pt>
                <c:pt idx="110">
                  <c:v>412</c:v>
                </c:pt>
                <c:pt idx="111">
                  <c:v>416</c:v>
                </c:pt>
                <c:pt idx="112">
                  <c:v>420</c:v>
                </c:pt>
                <c:pt idx="113">
                  <c:v>424</c:v>
                </c:pt>
                <c:pt idx="114">
                  <c:v>427</c:v>
                </c:pt>
                <c:pt idx="115">
                  <c:v>431</c:v>
                </c:pt>
                <c:pt idx="116">
                  <c:v>435</c:v>
                </c:pt>
                <c:pt idx="117">
                  <c:v>439</c:v>
                </c:pt>
                <c:pt idx="118">
                  <c:v>442</c:v>
                </c:pt>
                <c:pt idx="119">
                  <c:v>446</c:v>
                </c:pt>
              </c:numCache>
            </c:numRef>
          </c:xVal>
          <c:yVal>
            <c:numRef>
              <c:f>'Chart Data'!$AX$2:$AX$121</c:f>
              <c:numCache>
                <c:formatCode>General</c:formatCode>
                <c:ptCount val="120"/>
                <c:pt idx="0">
                  <c:v>1.0979669</c:v>
                </c:pt>
                <c:pt idx="1">
                  <c:v>1.0977141</c:v>
                </c:pt>
                <c:pt idx="2">
                  <c:v>1.0994262</c:v>
                </c:pt>
                <c:pt idx="3">
                  <c:v>1.0990098</c:v>
                </c:pt>
                <c:pt idx="4">
                  <c:v>1.0979431</c:v>
                </c:pt>
                <c:pt idx="5">
                  <c:v>1.0994477</c:v>
                </c:pt>
                <c:pt idx="6">
                  <c:v>1.09843</c:v>
                </c:pt>
                <c:pt idx="7">
                  <c:v>1.0989217</c:v>
                </c:pt>
                <c:pt idx="8">
                  <c:v>1.0976735</c:v>
                </c:pt>
                <c:pt idx="9">
                  <c:v>1.0980144</c:v>
                </c:pt>
                <c:pt idx="10">
                  <c:v>1.0970917</c:v>
                </c:pt>
                <c:pt idx="11">
                  <c:v>1.0958333</c:v>
                </c:pt>
                <c:pt idx="12">
                  <c:v>1.0977051</c:v>
                </c:pt>
                <c:pt idx="13">
                  <c:v>1.0986207</c:v>
                </c:pt>
                <c:pt idx="14">
                  <c:v>1.1016773</c:v>
                </c:pt>
                <c:pt idx="15">
                  <c:v>1.101916</c:v>
                </c:pt>
                <c:pt idx="16">
                  <c:v>1.1027592</c:v>
                </c:pt>
                <c:pt idx="17">
                  <c:v>1.100206</c:v>
                </c:pt>
                <c:pt idx="18">
                  <c:v>1.1028194</c:v>
                </c:pt>
                <c:pt idx="19">
                  <c:v>1.101663</c:v>
                </c:pt>
                <c:pt idx="20">
                  <c:v>1.1010752</c:v>
                </c:pt>
                <c:pt idx="21">
                  <c:v>1.1006758</c:v>
                </c:pt>
                <c:pt idx="22">
                  <c:v>1.1007559</c:v>
                </c:pt>
                <c:pt idx="23">
                  <c:v>1.1026031</c:v>
                </c:pt>
                <c:pt idx="24">
                  <c:v>1.1018101</c:v>
                </c:pt>
                <c:pt idx="25">
                  <c:v>1.1010679</c:v>
                </c:pt>
                <c:pt idx="26">
                  <c:v>1.1010823</c:v>
                </c:pt>
                <c:pt idx="27">
                  <c:v>1.1017852</c:v>
                </c:pt>
                <c:pt idx="28">
                  <c:v>1.1008782</c:v>
                </c:pt>
                <c:pt idx="29">
                  <c:v>1.100265</c:v>
                </c:pt>
                <c:pt idx="30">
                  <c:v>1.1001934</c:v>
                </c:pt>
                <c:pt idx="31">
                  <c:v>1.1005174</c:v>
                </c:pt>
                <c:pt idx="32">
                  <c:v>1.1004362</c:v>
                </c:pt>
                <c:pt idx="33">
                  <c:v>1.0996722</c:v>
                </c:pt>
                <c:pt idx="34">
                  <c:v>1.0981996</c:v>
                </c:pt>
                <c:pt idx="35">
                  <c:v>1.0994738</c:v>
                </c:pt>
                <c:pt idx="36">
                  <c:v>1.0993999</c:v>
                </c:pt>
                <c:pt idx="37">
                  <c:v>1.0991683</c:v>
                </c:pt>
                <c:pt idx="38">
                  <c:v>1.095329</c:v>
                </c:pt>
                <c:pt idx="39">
                  <c:v>1.0953944</c:v>
                </c:pt>
                <c:pt idx="40">
                  <c:v>1.0962628</c:v>
                </c:pt>
                <c:pt idx="41">
                  <c:v>1.0944747</c:v>
                </c:pt>
                <c:pt idx="42">
                  <c:v>1.0952381</c:v>
                </c:pt>
                <c:pt idx="43">
                  <c:v>1.0930196</c:v>
                </c:pt>
                <c:pt idx="44">
                  <c:v>1.0939494</c:v>
                </c:pt>
                <c:pt idx="45">
                  <c:v>1.0919873</c:v>
                </c:pt>
                <c:pt idx="46">
                  <c:v>1.0913284</c:v>
                </c:pt>
                <c:pt idx="47">
                  <c:v>1.0893724</c:v>
                </c:pt>
                <c:pt idx="48">
                  <c:v>1.0889599</c:v>
                </c:pt>
                <c:pt idx="49">
                  <c:v>1.0877222</c:v>
                </c:pt>
                <c:pt idx="50">
                  <c:v>1.0867107</c:v>
                </c:pt>
                <c:pt idx="51">
                  <c:v>1.0885624</c:v>
                </c:pt>
                <c:pt idx="52">
                  <c:v>1.0852401</c:v>
                </c:pt>
                <c:pt idx="53">
                  <c:v>1.0849876</c:v>
                </c:pt>
                <c:pt idx="54">
                  <c:v>1.0819236</c:v>
                </c:pt>
                <c:pt idx="55">
                  <c:v>1.0833175</c:v>
                </c:pt>
                <c:pt idx="56">
                  <c:v>1.0798452</c:v>
                </c:pt>
                <c:pt idx="57">
                  <c:v>1.0817095</c:v>
                </c:pt>
                <c:pt idx="58">
                  <c:v>1.0773408</c:v>
                </c:pt>
                <c:pt idx="59">
                  <c:v>1.0755935</c:v>
                </c:pt>
                <c:pt idx="60">
                  <c:v>1.0779316</c:v>
                </c:pt>
                <c:pt idx="61">
                  <c:v>1.0753814</c:v>
                </c:pt>
                <c:pt idx="62">
                  <c:v>1.0746678</c:v>
                </c:pt>
                <c:pt idx="63">
                  <c:v>1.0734811</c:v>
                </c:pt>
                <c:pt idx="64">
                  <c:v>1.072594</c:v>
                </c:pt>
                <c:pt idx="65">
                  <c:v>1.0710126</c:v>
                </c:pt>
                <c:pt idx="66">
                  <c:v>1.0688287</c:v>
                </c:pt>
                <c:pt idx="67">
                  <c:v>1.0646871</c:v>
                </c:pt>
                <c:pt idx="68">
                  <c:v>1.0660278</c:v>
                </c:pt>
                <c:pt idx="69">
                  <c:v>1.0654258</c:v>
                </c:pt>
                <c:pt idx="70">
                  <c:v>1.0610502</c:v>
                </c:pt>
                <c:pt idx="71">
                  <c:v>1.0616224</c:v>
                </c:pt>
                <c:pt idx="72">
                  <c:v>1.0606728</c:v>
                </c:pt>
                <c:pt idx="73">
                  <c:v>1.052129</c:v>
                </c:pt>
                <c:pt idx="74">
                  <c:v>1.054433</c:v>
                </c:pt>
                <c:pt idx="75">
                  <c:v>1.055024</c:v>
                </c:pt>
                <c:pt idx="76">
                  <c:v>1.0523483</c:v>
                </c:pt>
                <c:pt idx="77">
                  <c:v>1.049859</c:v>
                </c:pt>
                <c:pt idx="78">
                  <c:v>1.0489014</c:v>
                </c:pt>
                <c:pt idx="79">
                  <c:v>1.0486155</c:v>
                </c:pt>
                <c:pt idx="80">
                  <c:v>1.0433917</c:v>
                </c:pt>
                <c:pt idx="81">
                  <c:v>1.0416629</c:v>
                </c:pt>
                <c:pt idx="82">
                  <c:v>1.0379947</c:v>
                </c:pt>
                <c:pt idx="83">
                  <c:v>1.0355244</c:v>
                </c:pt>
                <c:pt idx="84">
                  <c:v>1.0362253</c:v>
                </c:pt>
                <c:pt idx="85">
                  <c:v>1.0319387</c:v>
                </c:pt>
                <c:pt idx="86">
                  <c:v>1.0308623</c:v>
                </c:pt>
                <c:pt idx="87">
                  <c:v>1.0267624</c:v>
                </c:pt>
                <c:pt idx="88">
                  <c:v>1.026366</c:v>
                </c:pt>
                <c:pt idx="89">
                  <c:v>1.0227629</c:v>
                </c:pt>
                <c:pt idx="90">
                  <c:v>1.019569</c:v>
                </c:pt>
                <c:pt idx="91">
                  <c:v>1.0178329</c:v>
                </c:pt>
                <c:pt idx="92">
                  <c:v>1.014058</c:v>
                </c:pt>
                <c:pt idx="93">
                  <c:v>1.0109701</c:v>
                </c:pt>
                <c:pt idx="94">
                  <c:v>1.0068184</c:v>
                </c:pt>
                <c:pt idx="95">
                  <c:v>1.0048698</c:v>
                </c:pt>
                <c:pt idx="96">
                  <c:v>0.99875057</c:v>
                </c:pt>
                <c:pt idx="97">
                  <c:v>0.99807674</c:v>
                </c:pt>
                <c:pt idx="98">
                  <c:v>0.99400246</c:v>
                </c:pt>
                <c:pt idx="99">
                  <c:v>0.98932087</c:v>
                </c:pt>
                <c:pt idx="100">
                  <c:v>0.98491299</c:v>
                </c:pt>
                <c:pt idx="101">
                  <c:v>0.97842765</c:v>
                </c:pt>
                <c:pt idx="102">
                  <c:v>0.97440886</c:v>
                </c:pt>
                <c:pt idx="103">
                  <c:v>0.968265</c:v>
                </c:pt>
                <c:pt idx="104">
                  <c:v>0.95912248</c:v>
                </c:pt>
                <c:pt idx="105">
                  <c:v>0.95566916</c:v>
                </c:pt>
                <c:pt idx="106">
                  <c:v>0.94827378</c:v>
                </c:pt>
                <c:pt idx="107">
                  <c:v>0.94253546</c:v>
                </c:pt>
                <c:pt idx="108">
                  <c:v>0.93007004</c:v>
                </c:pt>
                <c:pt idx="109">
                  <c:v>0.92227674</c:v>
                </c:pt>
                <c:pt idx="110">
                  <c:v>0.91387886</c:v>
                </c:pt>
                <c:pt idx="111">
                  <c:v>0.90408647</c:v>
                </c:pt>
                <c:pt idx="112">
                  <c:v>0.89300263</c:v>
                </c:pt>
                <c:pt idx="113">
                  <c:v>0.88220996</c:v>
                </c:pt>
                <c:pt idx="114">
                  <c:v>0.87539566</c:v>
                </c:pt>
                <c:pt idx="115">
                  <c:v>0.86239344</c:v>
                </c:pt>
                <c:pt idx="116">
                  <c:v>0.8530426</c:v>
                </c:pt>
                <c:pt idx="117">
                  <c:v>0.84388834</c:v>
                </c:pt>
                <c:pt idx="118">
                  <c:v>0.83500743</c:v>
                </c:pt>
                <c:pt idx="119">
                  <c:v>0.82528561</c:v>
                </c:pt>
              </c:numCache>
            </c:numRef>
          </c:yVal>
        </c:ser>
        <c:ser>
          <c:idx val="25"/>
          <c:order val="25"/>
          <c:tx>
            <c:v>Batch2_cell_032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29</c:v>
                </c:pt>
                <c:pt idx="5">
                  <c:v>36</c:v>
                </c:pt>
                <c:pt idx="6">
                  <c:v>43</c:v>
                </c:pt>
                <c:pt idx="7">
                  <c:v>50</c:v>
                </c:pt>
                <c:pt idx="8">
                  <c:v>57</c:v>
                </c:pt>
                <c:pt idx="9">
                  <c:v>64</c:v>
                </c:pt>
                <c:pt idx="10">
                  <c:v>71</c:v>
                </c:pt>
                <c:pt idx="11">
                  <c:v>78</c:v>
                </c:pt>
                <c:pt idx="12">
                  <c:v>85</c:v>
                </c:pt>
                <c:pt idx="13">
                  <c:v>92</c:v>
                </c:pt>
                <c:pt idx="14">
                  <c:v>99</c:v>
                </c:pt>
                <c:pt idx="15">
                  <c:v>106</c:v>
                </c:pt>
                <c:pt idx="16">
                  <c:v>113</c:v>
                </c:pt>
                <c:pt idx="17">
                  <c:v>120</c:v>
                </c:pt>
                <c:pt idx="18">
                  <c:v>127</c:v>
                </c:pt>
                <c:pt idx="19">
                  <c:v>134</c:v>
                </c:pt>
                <c:pt idx="20">
                  <c:v>141</c:v>
                </c:pt>
                <c:pt idx="21">
                  <c:v>148</c:v>
                </c:pt>
                <c:pt idx="22">
                  <c:v>155</c:v>
                </c:pt>
                <c:pt idx="23">
                  <c:v>162</c:v>
                </c:pt>
                <c:pt idx="24">
                  <c:v>169</c:v>
                </c:pt>
                <c:pt idx="25">
                  <c:v>176</c:v>
                </c:pt>
                <c:pt idx="26">
                  <c:v>183</c:v>
                </c:pt>
                <c:pt idx="27">
                  <c:v>190</c:v>
                </c:pt>
                <c:pt idx="28">
                  <c:v>197</c:v>
                </c:pt>
                <c:pt idx="29">
                  <c:v>204</c:v>
                </c:pt>
                <c:pt idx="30">
                  <c:v>211</c:v>
                </c:pt>
                <c:pt idx="31">
                  <c:v>218</c:v>
                </c:pt>
                <c:pt idx="32">
                  <c:v>225</c:v>
                </c:pt>
                <c:pt idx="33">
                  <c:v>232</c:v>
                </c:pt>
                <c:pt idx="34">
                  <c:v>239</c:v>
                </c:pt>
                <c:pt idx="35">
                  <c:v>246</c:v>
                </c:pt>
                <c:pt idx="36">
                  <c:v>253</c:v>
                </c:pt>
                <c:pt idx="37">
                  <c:v>260</c:v>
                </c:pt>
                <c:pt idx="38">
                  <c:v>267</c:v>
                </c:pt>
                <c:pt idx="39">
                  <c:v>274</c:v>
                </c:pt>
                <c:pt idx="40">
                  <c:v>281</c:v>
                </c:pt>
                <c:pt idx="41">
                  <c:v>288</c:v>
                </c:pt>
                <c:pt idx="42">
                  <c:v>295</c:v>
                </c:pt>
                <c:pt idx="43">
                  <c:v>302</c:v>
                </c:pt>
                <c:pt idx="44">
                  <c:v>309</c:v>
                </c:pt>
                <c:pt idx="45">
                  <c:v>316</c:v>
                </c:pt>
                <c:pt idx="46">
                  <c:v>323</c:v>
                </c:pt>
                <c:pt idx="47">
                  <c:v>330</c:v>
                </c:pt>
                <c:pt idx="48">
                  <c:v>337</c:v>
                </c:pt>
                <c:pt idx="49">
                  <c:v>344</c:v>
                </c:pt>
                <c:pt idx="50">
                  <c:v>351</c:v>
                </c:pt>
                <c:pt idx="51">
                  <c:v>358</c:v>
                </c:pt>
                <c:pt idx="52">
                  <c:v>365</c:v>
                </c:pt>
                <c:pt idx="53">
                  <c:v>372</c:v>
                </c:pt>
                <c:pt idx="54">
                  <c:v>379</c:v>
                </c:pt>
                <c:pt idx="55">
                  <c:v>386</c:v>
                </c:pt>
                <c:pt idx="56">
                  <c:v>393</c:v>
                </c:pt>
                <c:pt idx="57">
                  <c:v>400</c:v>
                </c:pt>
                <c:pt idx="58">
                  <c:v>407</c:v>
                </c:pt>
                <c:pt idx="59">
                  <c:v>414</c:v>
                </c:pt>
                <c:pt idx="60">
                  <c:v>421</c:v>
                </c:pt>
                <c:pt idx="61">
                  <c:v>428</c:v>
                </c:pt>
                <c:pt idx="62">
                  <c:v>435</c:v>
                </c:pt>
                <c:pt idx="63">
                  <c:v>442</c:v>
                </c:pt>
                <c:pt idx="64">
                  <c:v>449</c:v>
                </c:pt>
                <c:pt idx="65">
                  <c:v>456</c:v>
                </c:pt>
                <c:pt idx="66">
                  <c:v>463</c:v>
                </c:pt>
                <c:pt idx="67">
                  <c:v>470</c:v>
                </c:pt>
                <c:pt idx="68">
                  <c:v>477</c:v>
                </c:pt>
                <c:pt idx="69">
                  <c:v>484</c:v>
                </c:pt>
                <c:pt idx="70">
                  <c:v>491</c:v>
                </c:pt>
                <c:pt idx="71">
                  <c:v>498</c:v>
                </c:pt>
                <c:pt idx="72">
                  <c:v>505</c:v>
                </c:pt>
                <c:pt idx="73">
                  <c:v>512</c:v>
                </c:pt>
                <c:pt idx="74">
                  <c:v>519</c:v>
                </c:pt>
                <c:pt idx="75">
                  <c:v>526</c:v>
                </c:pt>
                <c:pt idx="76">
                  <c:v>533</c:v>
                </c:pt>
                <c:pt idx="77">
                  <c:v>540</c:v>
                </c:pt>
                <c:pt idx="78">
                  <c:v>547</c:v>
                </c:pt>
                <c:pt idx="79">
                  <c:v>554</c:v>
                </c:pt>
                <c:pt idx="80">
                  <c:v>561</c:v>
                </c:pt>
                <c:pt idx="81">
                  <c:v>568</c:v>
                </c:pt>
                <c:pt idx="82">
                  <c:v>575</c:v>
                </c:pt>
                <c:pt idx="83">
                  <c:v>582</c:v>
                </c:pt>
                <c:pt idx="84">
                  <c:v>589</c:v>
                </c:pt>
                <c:pt idx="85">
                  <c:v>596</c:v>
                </c:pt>
                <c:pt idx="86">
                  <c:v>603</c:v>
                </c:pt>
                <c:pt idx="87">
                  <c:v>610</c:v>
                </c:pt>
                <c:pt idx="88">
                  <c:v>617</c:v>
                </c:pt>
                <c:pt idx="89">
                  <c:v>624</c:v>
                </c:pt>
                <c:pt idx="90">
                  <c:v>631</c:v>
                </c:pt>
                <c:pt idx="91">
                  <c:v>638</c:v>
                </c:pt>
                <c:pt idx="92">
                  <c:v>645</c:v>
                </c:pt>
                <c:pt idx="93">
                  <c:v>652</c:v>
                </c:pt>
                <c:pt idx="94">
                  <c:v>659</c:v>
                </c:pt>
                <c:pt idx="95">
                  <c:v>666</c:v>
                </c:pt>
                <c:pt idx="96">
                  <c:v>673</c:v>
                </c:pt>
                <c:pt idx="97">
                  <c:v>680</c:v>
                </c:pt>
                <c:pt idx="98">
                  <c:v>687</c:v>
                </c:pt>
                <c:pt idx="99">
                  <c:v>694</c:v>
                </c:pt>
                <c:pt idx="100">
                  <c:v>701</c:v>
                </c:pt>
                <c:pt idx="101">
                  <c:v>708</c:v>
                </c:pt>
                <c:pt idx="102">
                  <c:v>715</c:v>
                </c:pt>
                <c:pt idx="103">
                  <c:v>722</c:v>
                </c:pt>
                <c:pt idx="104">
                  <c:v>729</c:v>
                </c:pt>
                <c:pt idx="105">
                  <c:v>736</c:v>
                </c:pt>
                <c:pt idx="106">
                  <c:v>743</c:v>
                </c:pt>
                <c:pt idx="107">
                  <c:v>750</c:v>
                </c:pt>
                <c:pt idx="108">
                  <c:v>757</c:v>
                </c:pt>
                <c:pt idx="109">
                  <c:v>764</c:v>
                </c:pt>
                <c:pt idx="110">
                  <c:v>771</c:v>
                </c:pt>
                <c:pt idx="111">
                  <c:v>778</c:v>
                </c:pt>
                <c:pt idx="112">
                  <c:v>785</c:v>
                </c:pt>
                <c:pt idx="113">
                  <c:v>792</c:v>
                </c:pt>
                <c:pt idx="114">
                  <c:v>799</c:v>
                </c:pt>
                <c:pt idx="115">
                  <c:v>806</c:v>
                </c:pt>
                <c:pt idx="116">
                  <c:v>813</c:v>
                </c:pt>
                <c:pt idx="117">
                  <c:v>820</c:v>
                </c:pt>
                <c:pt idx="118">
                  <c:v>827</c:v>
                </c:pt>
                <c:pt idx="119">
                  <c:v>834</c:v>
                </c:pt>
              </c:numCache>
            </c:numRef>
          </c:xVal>
          <c:yVal>
            <c:numRef>
              <c:f>'Chart Data'!$AZ$2:$AZ$121</c:f>
              <c:numCache>
                <c:formatCode>General</c:formatCode>
                <c:ptCount val="120"/>
                <c:pt idx="0">
                  <c:v>1.0884297</c:v>
                </c:pt>
                <c:pt idx="1">
                  <c:v>1.0880455</c:v>
                </c:pt>
                <c:pt idx="2">
                  <c:v>1.0926653</c:v>
                </c:pt>
                <c:pt idx="3">
                  <c:v>1.0928694</c:v>
                </c:pt>
                <c:pt idx="4">
                  <c:v>1.0919389</c:v>
                </c:pt>
                <c:pt idx="5">
                  <c:v>1.0919</c:v>
                </c:pt>
                <c:pt idx="6">
                  <c:v>1.0917089</c:v>
                </c:pt>
                <c:pt idx="7">
                  <c:v>1.0924355</c:v>
                </c:pt>
                <c:pt idx="8">
                  <c:v>1.0916988</c:v>
                </c:pt>
                <c:pt idx="9">
                  <c:v>1.0897017</c:v>
                </c:pt>
                <c:pt idx="10">
                  <c:v>1.0791935</c:v>
                </c:pt>
                <c:pt idx="11">
                  <c:v>1.0872271</c:v>
                </c:pt>
                <c:pt idx="12">
                  <c:v>1.0874205</c:v>
                </c:pt>
                <c:pt idx="13">
                  <c:v>1.0877174</c:v>
                </c:pt>
                <c:pt idx="14">
                  <c:v>1.0882854</c:v>
                </c:pt>
                <c:pt idx="15">
                  <c:v>1.0883371</c:v>
                </c:pt>
                <c:pt idx="16">
                  <c:v>1.0872139</c:v>
                </c:pt>
                <c:pt idx="17">
                  <c:v>1.0877212</c:v>
                </c:pt>
                <c:pt idx="18">
                  <c:v>1.0897975</c:v>
                </c:pt>
                <c:pt idx="19">
                  <c:v>1.0884863</c:v>
                </c:pt>
                <c:pt idx="20">
                  <c:v>1.087925</c:v>
                </c:pt>
                <c:pt idx="21">
                  <c:v>1.0896941</c:v>
                </c:pt>
                <c:pt idx="22">
                  <c:v>1.0889539</c:v>
                </c:pt>
                <c:pt idx="23">
                  <c:v>1.0880491</c:v>
                </c:pt>
                <c:pt idx="24">
                  <c:v>1.087675</c:v>
                </c:pt>
                <c:pt idx="25">
                  <c:v>1.0868517</c:v>
                </c:pt>
                <c:pt idx="26">
                  <c:v>1.0880747</c:v>
                </c:pt>
                <c:pt idx="27">
                  <c:v>1.0856462</c:v>
                </c:pt>
                <c:pt idx="28">
                  <c:v>1.0845065</c:v>
                </c:pt>
                <c:pt idx="29">
                  <c:v>1.087311</c:v>
                </c:pt>
                <c:pt idx="30">
                  <c:v>1.087162</c:v>
                </c:pt>
                <c:pt idx="31">
                  <c:v>1.0853819</c:v>
                </c:pt>
                <c:pt idx="32">
                  <c:v>1.0843132</c:v>
                </c:pt>
                <c:pt idx="33">
                  <c:v>1.0851959</c:v>
                </c:pt>
                <c:pt idx="34">
                  <c:v>1.0866054</c:v>
                </c:pt>
                <c:pt idx="35">
                  <c:v>1.0869557</c:v>
                </c:pt>
                <c:pt idx="36">
                  <c:v>1.0855966</c:v>
                </c:pt>
                <c:pt idx="37">
                  <c:v>1.0838535</c:v>
                </c:pt>
                <c:pt idx="38">
                  <c:v>1.085601</c:v>
                </c:pt>
                <c:pt idx="39">
                  <c:v>1.0832033</c:v>
                </c:pt>
                <c:pt idx="40">
                  <c:v>1.0834315</c:v>
                </c:pt>
                <c:pt idx="41">
                  <c:v>1.0821379</c:v>
                </c:pt>
                <c:pt idx="42">
                  <c:v>1.082715</c:v>
                </c:pt>
                <c:pt idx="43">
                  <c:v>1.0827585</c:v>
                </c:pt>
                <c:pt idx="44">
                  <c:v>1.0818746</c:v>
                </c:pt>
                <c:pt idx="45">
                  <c:v>1.0835668</c:v>
                </c:pt>
                <c:pt idx="46">
                  <c:v>1.0815773</c:v>
                </c:pt>
                <c:pt idx="47">
                  <c:v>1.0792577</c:v>
                </c:pt>
                <c:pt idx="48">
                  <c:v>1.0768398</c:v>
                </c:pt>
                <c:pt idx="49">
                  <c:v>1.0755146</c:v>
                </c:pt>
                <c:pt idx="50">
                  <c:v>1.0744935</c:v>
                </c:pt>
                <c:pt idx="51">
                  <c:v>1.0735554</c:v>
                </c:pt>
                <c:pt idx="52">
                  <c:v>1.0727756</c:v>
                </c:pt>
                <c:pt idx="53">
                  <c:v>1.0716684</c:v>
                </c:pt>
                <c:pt idx="54">
                  <c:v>1.0731868</c:v>
                </c:pt>
                <c:pt idx="55">
                  <c:v>1.0752125</c:v>
                </c:pt>
                <c:pt idx="56">
                  <c:v>1.0753257</c:v>
                </c:pt>
                <c:pt idx="57">
                  <c:v>1.0719291</c:v>
                </c:pt>
                <c:pt idx="58">
                  <c:v>1.066422</c:v>
                </c:pt>
                <c:pt idx="59">
                  <c:v>1.0713766</c:v>
                </c:pt>
                <c:pt idx="60">
                  <c:v>1.0706912</c:v>
                </c:pt>
                <c:pt idx="61">
                  <c:v>1.0707079</c:v>
                </c:pt>
                <c:pt idx="62">
                  <c:v>1.0686718</c:v>
                </c:pt>
                <c:pt idx="63">
                  <c:v>1.0678586</c:v>
                </c:pt>
                <c:pt idx="64">
                  <c:v>1.0678754</c:v>
                </c:pt>
                <c:pt idx="65">
                  <c:v>1.0638815</c:v>
                </c:pt>
                <c:pt idx="66">
                  <c:v>1.0615664</c:v>
                </c:pt>
                <c:pt idx="67">
                  <c:v>1.0627457</c:v>
                </c:pt>
                <c:pt idx="68">
                  <c:v>1.0628874</c:v>
                </c:pt>
                <c:pt idx="69">
                  <c:v>1.0608472</c:v>
                </c:pt>
                <c:pt idx="70">
                  <c:v>1.059516</c:v>
                </c:pt>
                <c:pt idx="71">
                  <c:v>1.059291</c:v>
                </c:pt>
                <c:pt idx="72">
                  <c:v>1.0579921</c:v>
                </c:pt>
                <c:pt idx="73">
                  <c:v>1.0550476</c:v>
                </c:pt>
                <c:pt idx="74">
                  <c:v>1.0554696</c:v>
                </c:pt>
                <c:pt idx="75">
                  <c:v>1.0528398</c:v>
                </c:pt>
                <c:pt idx="76">
                  <c:v>1.0525646</c:v>
                </c:pt>
                <c:pt idx="77">
                  <c:v>1.0491787</c:v>
                </c:pt>
                <c:pt idx="78">
                  <c:v>1.0485898</c:v>
                </c:pt>
                <c:pt idx="79">
                  <c:v>1.0488853</c:v>
                </c:pt>
                <c:pt idx="80">
                  <c:v>1.0464431</c:v>
                </c:pt>
                <c:pt idx="81">
                  <c:v>1.0417207</c:v>
                </c:pt>
                <c:pt idx="82">
                  <c:v>1.0415148</c:v>
                </c:pt>
                <c:pt idx="83">
                  <c:v>1.0384812</c:v>
                </c:pt>
                <c:pt idx="84">
                  <c:v>1.0379702</c:v>
                </c:pt>
                <c:pt idx="85">
                  <c:v>1.0352495</c:v>
                </c:pt>
                <c:pt idx="86">
                  <c:v>1.0300183</c:v>
                </c:pt>
                <c:pt idx="87">
                  <c:v>1.0324302</c:v>
                </c:pt>
                <c:pt idx="88">
                  <c:v>1.0305548</c:v>
                </c:pt>
                <c:pt idx="89">
                  <c:v>1.0261741</c:v>
                </c:pt>
                <c:pt idx="90">
                  <c:v>1.0246922</c:v>
                </c:pt>
                <c:pt idx="91">
                  <c:v>1.0220662</c:v>
                </c:pt>
                <c:pt idx="92">
                  <c:v>1.0192814</c:v>
                </c:pt>
                <c:pt idx="93">
                  <c:v>1.0167888</c:v>
                </c:pt>
                <c:pt idx="94">
                  <c:v>1.0124379</c:v>
                </c:pt>
                <c:pt idx="95">
                  <c:v>1.0112244</c:v>
                </c:pt>
                <c:pt idx="96">
                  <c:v>1.0044016</c:v>
                </c:pt>
                <c:pt idx="97">
                  <c:v>1.0035263</c:v>
                </c:pt>
                <c:pt idx="98">
                  <c:v>0.99873918</c:v>
                </c:pt>
                <c:pt idx="99">
                  <c:v>0.99540871</c:v>
                </c:pt>
                <c:pt idx="100">
                  <c:v>0.99121004</c:v>
                </c:pt>
                <c:pt idx="101">
                  <c:v>0.98655021</c:v>
                </c:pt>
                <c:pt idx="102">
                  <c:v>0.98422384</c:v>
                </c:pt>
                <c:pt idx="103">
                  <c:v>0.97593391</c:v>
                </c:pt>
                <c:pt idx="104">
                  <c:v>0.97193629</c:v>
                </c:pt>
                <c:pt idx="105">
                  <c:v>0.96748346</c:v>
                </c:pt>
                <c:pt idx="106">
                  <c:v>0.95929098</c:v>
                </c:pt>
                <c:pt idx="107">
                  <c:v>0.95619226</c:v>
                </c:pt>
                <c:pt idx="108">
                  <c:v>0.94800562</c:v>
                </c:pt>
                <c:pt idx="109">
                  <c:v>0.9411118</c:v>
                </c:pt>
                <c:pt idx="110">
                  <c:v>0.93470496</c:v>
                </c:pt>
                <c:pt idx="111">
                  <c:v>0.92473352</c:v>
                </c:pt>
                <c:pt idx="112">
                  <c:v>0.91266227</c:v>
                </c:pt>
                <c:pt idx="113">
                  <c:v>0.90624338</c:v>
                </c:pt>
                <c:pt idx="114">
                  <c:v>0.89542848</c:v>
                </c:pt>
                <c:pt idx="115">
                  <c:v>0.88033909</c:v>
                </c:pt>
                <c:pt idx="116">
                  <c:v>0.86812687</c:v>
                </c:pt>
                <c:pt idx="117">
                  <c:v>0.85472894</c:v>
                </c:pt>
                <c:pt idx="118">
                  <c:v>0.84175295</c:v>
                </c:pt>
                <c:pt idx="119">
                  <c:v>0.82744044</c:v>
                </c:pt>
              </c:numCache>
            </c:numRef>
          </c:yVal>
        </c:ser>
        <c:ser>
          <c:idx val="26"/>
          <c:order val="26"/>
          <c:tx>
            <c:v>Batch2_cell_033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Data'!$BA$2:$BA$121</c:f>
              <c:numCache>
                <c:formatCode>General</c:formatCode>
                <c:ptCount val="120"/>
                <c:pt idx="0">
                  <c:v>1</c:v>
                </c:pt>
                <c:pt idx="1">
                  <c:v>11</c:v>
                </c:pt>
                <c:pt idx="2">
                  <c:v>21</c:v>
                </c:pt>
                <c:pt idx="3">
                  <c:v>31</c:v>
                </c:pt>
                <c:pt idx="4">
                  <c:v>41</c:v>
                </c:pt>
                <c:pt idx="5">
                  <c:v>51</c:v>
                </c:pt>
                <c:pt idx="6">
                  <c:v>61</c:v>
                </c:pt>
                <c:pt idx="7">
                  <c:v>71</c:v>
                </c:pt>
                <c:pt idx="8">
                  <c:v>81</c:v>
                </c:pt>
                <c:pt idx="9">
                  <c:v>91</c:v>
                </c:pt>
                <c:pt idx="10">
                  <c:v>101</c:v>
                </c:pt>
                <c:pt idx="11">
                  <c:v>111</c:v>
                </c:pt>
                <c:pt idx="12">
                  <c:v>121</c:v>
                </c:pt>
                <c:pt idx="13">
                  <c:v>131</c:v>
                </c:pt>
                <c:pt idx="14">
                  <c:v>141</c:v>
                </c:pt>
                <c:pt idx="15">
                  <c:v>151</c:v>
                </c:pt>
                <c:pt idx="16">
                  <c:v>161</c:v>
                </c:pt>
                <c:pt idx="17">
                  <c:v>171</c:v>
                </c:pt>
                <c:pt idx="18">
                  <c:v>181</c:v>
                </c:pt>
                <c:pt idx="19">
                  <c:v>191</c:v>
                </c:pt>
                <c:pt idx="20">
                  <c:v>201</c:v>
                </c:pt>
                <c:pt idx="21">
                  <c:v>211</c:v>
                </c:pt>
                <c:pt idx="22">
                  <c:v>221</c:v>
                </c:pt>
                <c:pt idx="23">
                  <c:v>231</c:v>
                </c:pt>
                <c:pt idx="24">
                  <c:v>241</c:v>
                </c:pt>
                <c:pt idx="25">
                  <c:v>251</c:v>
                </c:pt>
                <c:pt idx="26">
                  <c:v>261</c:v>
                </c:pt>
                <c:pt idx="27">
                  <c:v>271</c:v>
                </c:pt>
                <c:pt idx="28">
                  <c:v>281</c:v>
                </c:pt>
                <c:pt idx="29">
                  <c:v>291</c:v>
                </c:pt>
                <c:pt idx="30">
                  <c:v>301</c:v>
                </c:pt>
                <c:pt idx="31">
                  <c:v>311</c:v>
                </c:pt>
                <c:pt idx="32">
                  <c:v>321</c:v>
                </c:pt>
                <c:pt idx="33">
                  <c:v>331</c:v>
                </c:pt>
                <c:pt idx="34">
                  <c:v>341</c:v>
                </c:pt>
                <c:pt idx="35">
                  <c:v>351</c:v>
                </c:pt>
                <c:pt idx="36">
                  <c:v>361</c:v>
                </c:pt>
                <c:pt idx="37">
                  <c:v>371</c:v>
                </c:pt>
                <c:pt idx="38">
                  <c:v>381</c:v>
                </c:pt>
                <c:pt idx="39">
                  <c:v>391</c:v>
                </c:pt>
                <c:pt idx="40">
                  <c:v>401</c:v>
                </c:pt>
                <c:pt idx="41">
                  <c:v>411</c:v>
                </c:pt>
                <c:pt idx="42">
                  <c:v>421</c:v>
                </c:pt>
                <c:pt idx="43">
                  <c:v>431</c:v>
                </c:pt>
                <c:pt idx="44">
                  <c:v>441</c:v>
                </c:pt>
                <c:pt idx="45">
                  <c:v>451</c:v>
                </c:pt>
                <c:pt idx="46">
                  <c:v>461</c:v>
                </c:pt>
                <c:pt idx="47">
                  <c:v>471</c:v>
                </c:pt>
                <c:pt idx="48">
                  <c:v>481</c:v>
                </c:pt>
                <c:pt idx="49">
                  <c:v>491</c:v>
                </c:pt>
                <c:pt idx="50">
                  <c:v>501</c:v>
                </c:pt>
                <c:pt idx="51">
                  <c:v>511</c:v>
                </c:pt>
                <c:pt idx="52">
                  <c:v>521</c:v>
                </c:pt>
                <c:pt idx="53">
                  <c:v>531</c:v>
                </c:pt>
                <c:pt idx="54">
                  <c:v>541</c:v>
                </c:pt>
                <c:pt idx="55">
                  <c:v>551</c:v>
                </c:pt>
                <c:pt idx="56">
                  <c:v>561</c:v>
                </c:pt>
                <c:pt idx="57">
                  <c:v>571</c:v>
                </c:pt>
                <c:pt idx="58">
                  <c:v>581</c:v>
                </c:pt>
                <c:pt idx="59">
                  <c:v>591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</c:numCache>
            </c:numRef>
          </c:xVal>
          <c:yVal>
            <c:numRef>
              <c:f>'Chart Data'!$BB$2:$BB$121</c:f>
              <c:numCache>
                <c:formatCode>General</c:formatCode>
                <c:ptCount val="120"/>
                <c:pt idx="0">
                  <c:v>1.0723264</c:v>
                </c:pt>
                <c:pt idx="1">
                  <c:v>1.074591</c:v>
                </c:pt>
                <c:pt idx="2">
                  <c:v>1.0745046</c:v>
                </c:pt>
                <c:pt idx="3">
                  <c:v>1.0740592</c:v>
                </c:pt>
                <c:pt idx="4">
                  <c:v>1.0738376</c:v>
                </c:pt>
                <c:pt idx="5">
                  <c:v>1.0734634</c:v>
                </c:pt>
                <c:pt idx="6">
                  <c:v>1.0731994</c:v>
                </c:pt>
                <c:pt idx="7">
                  <c:v>1.0726396</c:v>
                </c:pt>
                <c:pt idx="8">
                  <c:v>1.0664825</c:v>
                </c:pt>
                <c:pt idx="9">
                  <c:v>1.0682334</c:v>
                </c:pt>
                <c:pt idx="10">
                  <c:v>1.0687143</c:v>
                </c:pt>
                <c:pt idx="11">
                  <c:v>1.0687968</c:v>
                </c:pt>
                <c:pt idx="12">
                  <c:v>1.0686501</c:v>
                </c:pt>
                <c:pt idx="13">
                  <c:v>1.0684559</c:v>
                </c:pt>
                <c:pt idx="14">
                  <c:v>1.0680193</c:v>
                </c:pt>
                <c:pt idx="15">
                  <c:v>1.0677768</c:v>
                </c:pt>
                <c:pt idx="16">
                  <c:v>1.0674293</c:v>
                </c:pt>
                <c:pt idx="17">
                  <c:v>1.0669806</c:v>
                </c:pt>
                <c:pt idx="18">
                  <c:v>1.0669101</c:v>
                </c:pt>
                <c:pt idx="19">
                  <c:v>1.0665102</c:v>
                </c:pt>
                <c:pt idx="20">
                  <c:v>1.0662978</c:v>
                </c:pt>
                <c:pt idx="21">
                  <c:v>1.0659673</c:v>
                </c:pt>
                <c:pt idx="22">
                  <c:v>1.065547</c:v>
                </c:pt>
                <c:pt idx="23">
                  <c:v>1.0653043</c:v>
                </c:pt>
                <c:pt idx="24">
                  <c:v>1.0648615</c:v>
                </c:pt>
                <c:pt idx="25">
                  <c:v>1.0644345</c:v>
                </c:pt>
                <c:pt idx="26">
                  <c:v>1.0639913</c:v>
                </c:pt>
                <c:pt idx="27">
                  <c:v>1.0635769</c:v>
                </c:pt>
                <c:pt idx="28">
                  <c:v>1.0632975</c:v>
                </c:pt>
                <c:pt idx="29">
                  <c:v>1.0627652</c:v>
                </c:pt>
                <c:pt idx="30">
                  <c:v>1.0622692</c:v>
                </c:pt>
                <c:pt idx="31">
                  <c:v>1.0617665</c:v>
                </c:pt>
                <c:pt idx="32">
                  <c:v>1.0612513</c:v>
                </c:pt>
                <c:pt idx="33">
                  <c:v>1.060925</c:v>
                </c:pt>
                <c:pt idx="34">
                  <c:v>1.0603559</c:v>
                </c:pt>
                <c:pt idx="35">
                  <c:v>1.0598432</c:v>
                </c:pt>
                <c:pt idx="36">
                  <c:v>1.0592046</c:v>
                </c:pt>
                <c:pt idx="37">
                  <c:v>1.0588647</c:v>
                </c:pt>
                <c:pt idx="38">
                  <c:v>1.0586166</c:v>
                </c:pt>
                <c:pt idx="39">
                  <c:v>1.0579693</c:v>
                </c:pt>
                <c:pt idx="40">
                  <c:v>1.0575203</c:v>
                </c:pt>
                <c:pt idx="41">
                  <c:v>1.0569843</c:v>
                </c:pt>
                <c:pt idx="42">
                  <c:v>1.0566458</c:v>
                </c:pt>
                <c:pt idx="43">
                  <c:v>1.0562204</c:v>
                </c:pt>
                <c:pt idx="44">
                  <c:v>1.0554173</c:v>
                </c:pt>
                <c:pt idx="45">
                  <c:v>1.0549959</c:v>
                </c:pt>
                <c:pt idx="46">
                  <c:v>1.0545059</c:v>
                </c:pt>
                <c:pt idx="47">
                  <c:v>1.0540254</c:v>
                </c:pt>
                <c:pt idx="48">
                  <c:v>1.053287</c:v>
                </c:pt>
                <c:pt idx="49">
                  <c:v>1.0528527</c:v>
                </c:pt>
                <c:pt idx="50">
                  <c:v>1.052247</c:v>
                </c:pt>
                <c:pt idx="51">
                  <c:v>1.0517838</c:v>
                </c:pt>
                <c:pt idx="52">
                  <c:v>1.0510675</c:v>
                </c:pt>
                <c:pt idx="53">
                  <c:v>1.0505804</c:v>
                </c:pt>
                <c:pt idx="54">
                  <c:v>1.0498799</c:v>
                </c:pt>
                <c:pt idx="55">
                  <c:v>1.0493271</c:v>
                </c:pt>
                <c:pt idx="56">
                  <c:v>1.0487911</c:v>
                </c:pt>
                <c:pt idx="57">
                  <c:v>1.0480365</c:v>
                </c:pt>
                <c:pt idx="58">
                  <c:v>1.0474091</c:v>
                </c:pt>
                <c:pt idx="59">
                  <c:v>1.0469639</c:v>
                </c:pt>
                <c:pt idx="60">
                  <c:v>1.0464443</c:v>
                </c:pt>
                <c:pt idx="61">
                  <c:v>1.0460051</c:v>
                </c:pt>
                <c:pt idx="62">
                  <c:v>1.0452248</c:v>
                </c:pt>
                <c:pt idx="63">
                  <c:v>1.0447649</c:v>
                </c:pt>
                <c:pt idx="64">
                  <c:v>1.0441818</c:v>
                </c:pt>
                <c:pt idx="65">
                  <c:v>1.0435075</c:v>
                </c:pt>
                <c:pt idx="66">
                  <c:v>1.042847</c:v>
                </c:pt>
                <c:pt idx="67">
                  <c:v>1.042174</c:v>
                </c:pt>
                <c:pt idx="68">
                  <c:v>1.0414057</c:v>
                </c:pt>
                <c:pt idx="69">
                  <c:v>1.0408262</c:v>
                </c:pt>
                <c:pt idx="70">
                  <c:v>1.0401262</c:v>
                </c:pt>
                <c:pt idx="71">
                  <c:v>1.0393337</c:v>
                </c:pt>
                <c:pt idx="72">
                  <c:v>1.038651</c:v>
                </c:pt>
                <c:pt idx="73">
                  <c:v>1.0376612</c:v>
                </c:pt>
                <c:pt idx="74">
                  <c:v>1.0370387</c:v>
                </c:pt>
                <c:pt idx="75">
                  <c:v>1.0360883</c:v>
                </c:pt>
                <c:pt idx="76">
                  <c:v>1.0352875</c:v>
                </c:pt>
                <c:pt idx="77">
                  <c:v>1.0344013</c:v>
                </c:pt>
                <c:pt idx="78">
                  <c:v>1.0333296</c:v>
                </c:pt>
                <c:pt idx="79">
                  <c:v>1.0323613</c:v>
                </c:pt>
                <c:pt idx="80">
                  <c:v>1.031249</c:v>
                </c:pt>
                <c:pt idx="81">
                  <c:v>1.0303159</c:v>
                </c:pt>
                <c:pt idx="82">
                  <c:v>1.0291438</c:v>
                </c:pt>
                <c:pt idx="83">
                  <c:v>1.0279961</c:v>
                </c:pt>
                <c:pt idx="84">
                  <c:v>1.026795</c:v>
                </c:pt>
                <c:pt idx="85">
                  <c:v>1.025216</c:v>
                </c:pt>
                <c:pt idx="86">
                  <c:v>1.0236487</c:v>
                </c:pt>
                <c:pt idx="87">
                  <c:v>1.0222993</c:v>
                </c:pt>
                <c:pt idx="88">
                  <c:v>1.020454</c:v>
                </c:pt>
                <c:pt idx="89">
                  <c:v>1.0186779</c:v>
                </c:pt>
                <c:pt idx="90">
                  <c:v>1.0166204</c:v>
                </c:pt>
                <c:pt idx="91">
                  <c:v>1.0143951</c:v>
                </c:pt>
                <c:pt idx="92">
                  <c:v>1.0118027</c:v>
                </c:pt>
                <c:pt idx="93">
                  <c:v>1.0089043</c:v>
                </c:pt>
                <c:pt idx="94">
                  <c:v>1.0054801</c:v>
                </c:pt>
                <c:pt idx="95">
                  <c:v>1.001424</c:v>
                </c:pt>
                <c:pt idx="96">
                  <c:v>0.9966805</c:v>
                </c:pt>
                <c:pt idx="97">
                  <c:v>0.99144661</c:v>
                </c:pt>
                <c:pt idx="98">
                  <c:v>0.98590755</c:v>
                </c:pt>
                <c:pt idx="99">
                  <c:v>0.97993898</c:v>
                </c:pt>
                <c:pt idx="100">
                  <c:v>0.97394311</c:v>
                </c:pt>
                <c:pt idx="101">
                  <c:v>0.96791613</c:v>
                </c:pt>
                <c:pt idx="102">
                  <c:v>0.96192646</c:v>
                </c:pt>
                <c:pt idx="103">
                  <c:v>0.95600349</c:v>
                </c:pt>
                <c:pt idx="104">
                  <c:v>0.95048219</c:v>
                </c:pt>
                <c:pt idx="105">
                  <c:v>0.94435811</c:v>
                </c:pt>
                <c:pt idx="106">
                  <c:v>0.93847489</c:v>
                </c:pt>
                <c:pt idx="107">
                  <c:v>0.93253845</c:v>
                </c:pt>
                <c:pt idx="108">
                  <c:v>0.92609423</c:v>
                </c:pt>
                <c:pt idx="109">
                  <c:v>0.91931027</c:v>
                </c:pt>
                <c:pt idx="110">
                  <c:v>0.91206253</c:v>
                </c:pt>
                <c:pt idx="111">
                  <c:v>0.90467846</c:v>
                </c:pt>
                <c:pt idx="112">
                  <c:v>0.8966428</c:v>
                </c:pt>
                <c:pt idx="113">
                  <c:v>0.88826686</c:v>
                </c:pt>
                <c:pt idx="114">
                  <c:v>0.87932533</c:v>
                </c:pt>
                <c:pt idx="115">
                  <c:v>0.86985958</c:v>
                </c:pt>
                <c:pt idx="116">
                  <c:v>0.8594932</c:v>
                </c:pt>
                <c:pt idx="117">
                  <c:v>0.8482706</c:v>
                </c:pt>
                <c:pt idx="118">
                  <c:v>0.83709764</c:v>
                </c:pt>
                <c:pt idx="119">
                  <c:v>0.82506907</c:v>
                </c:pt>
              </c:numCache>
            </c:numRef>
          </c:yVal>
        </c:ser>
        <c:ser>
          <c:idx val="27"/>
          <c:order val="27"/>
          <c:tx>
            <c:v>Batch2_cell_034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Data'!$BC$2:$BC$121</c:f>
              <c:numCache>
                <c:formatCode>General</c:formatCode>
                <c:ptCount val="120"/>
                <c:pt idx="0">
                  <c:v>1</c:v>
                </c:pt>
                <c:pt idx="1">
                  <c:v>12</c:v>
                </c:pt>
                <c:pt idx="2">
                  <c:v>22</c:v>
                </c:pt>
                <c:pt idx="3">
                  <c:v>33</c:v>
                </c:pt>
                <c:pt idx="4">
                  <c:v>43</c:v>
                </c:pt>
                <c:pt idx="5">
                  <c:v>54</c:v>
                </c:pt>
                <c:pt idx="6">
                  <c:v>64</c:v>
                </c:pt>
                <c:pt idx="7">
                  <c:v>75</c:v>
                </c:pt>
                <c:pt idx="8">
                  <c:v>85</c:v>
                </c:pt>
                <c:pt idx="9">
                  <c:v>96</c:v>
                </c:pt>
                <c:pt idx="10">
                  <c:v>106</c:v>
                </c:pt>
                <c:pt idx="11">
                  <c:v>117</c:v>
                </c:pt>
                <c:pt idx="12">
                  <c:v>127</c:v>
                </c:pt>
                <c:pt idx="13">
                  <c:v>138</c:v>
                </c:pt>
                <c:pt idx="14">
                  <c:v>148</c:v>
                </c:pt>
                <c:pt idx="15">
                  <c:v>159</c:v>
                </c:pt>
                <c:pt idx="16">
                  <c:v>169</c:v>
                </c:pt>
                <c:pt idx="17">
                  <c:v>180</c:v>
                </c:pt>
                <c:pt idx="18">
                  <c:v>190</c:v>
                </c:pt>
                <c:pt idx="19">
                  <c:v>201</c:v>
                </c:pt>
                <c:pt idx="20">
                  <c:v>211</c:v>
                </c:pt>
                <c:pt idx="21">
                  <c:v>222</c:v>
                </c:pt>
                <c:pt idx="22">
                  <c:v>232</c:v>
                </c:pt>
                <c:pt idx="23">
                  <c:v>243</c:v>
                </c:pt>
                <c:pt idx="24">
                  <c:v>253</c:v>
                </c:pt>
                <c:pt idx="25">
                  <c:v>264</c:v>
                </c:pt>
                <c:pt idx="26">
                  <c:v>274</c:v>
                </c:pt>
                <c:pt idx="27">
                  <c:v>285</c:v>
                </c:pt>
                <c:pt idx="28">
                  <c:v>295</c:v>
                </c:pt>
                <c:pt idx="29">
                  <c:v>306</c:v>
                </c:pt>
                <c:pt idx="30">
                  <c:v>316</c:v>
                </c:pt>
                <c:pt idx="31">
                  <c:v>327</c:v>
                </c:pt>
                <c:pt idx="32">
                  <c:v>337</c:v>
                </c:pt>
                <c:pt idx="33">
                  <c:v>348</c:v>
                </c:pt>
                <c:pt idx="34">
                  <c:v>358</c:v>
                </c:pt>
                <c:pt idx="35">
                  <c:v>369</c:v>
                </c:pt>
                <c:pt idx="36">
                  <c:v>379</c:v>
                </c:pt>
                <c:pt idx="37">
                  <c:v>390</c:v>
                </c:pt>
                <c:pt idx="38">
                  <c:v>400</c:v>
                </c:pt>
                <c:pt idx="39">
                  <c:v>411</c:v>
                </c:pt>
                <c:pt idx="40">
                  <c:v>422</c:v>
                </c:pt>
                <c:pt idx="41">
                  <c:v>432</c:v>
                </c:pt>
                <c:pt idx="42">
                  <c:v>443</c:v>
                </c:pt>
                <c:pt idx="43">
                  <c:v>453</c:v>
                </c:pt>
                <c:pt idx="44">
                  <c:v>464</c:v>
                </c:pt>
                <c:pt idx="45">
                  <c:v>474</c:v>
                </c:pt>
                <c:pt idx="46">
                  <c:v>485</c:v>
                </c:pt>
                <c:pt idx="47">
                  <c:v>495</c:v>
                </c:pt>
                <c:pt idx="48">
                  <c:v>506</c:v>
                </c:pt>
                <c:pt idx="49">
                  <c:v>516</c:v>
                </c:pt>
                <c:pt idx="50">
                  <c:v>527</c:v>
                </c:pt>
                <c:pt idx="51">
                  <c:v>537</c:v>
                </c:pt>
                <c:pt idx="52">
                  <c:v>548</c:v>
                </c:pt>
                <c:pt idx="53">
                  <c:v>558</c:v>
                </c:pt>
                <c:pt idx="54">
                  <c:v>569</c:v>
                </c:pt>
                <c:pt idx="55">
                  <c:v>579</c:v>
                </c:pt>
                <c:pt idx="56">
                  <c:v>590</c:v>
                </c:pt>
                <c:pt idx="57">
                  <c:v>600</c:v>
                </c:pt>
                <c:pt idx="58">
                  <c:v>611</c:v>
                </c:pt>
                <c:pt idx="59">
                  <c:v>621</c:v>
                </c:pt>
                <c:pt idx="60">
                  <c:v>632</c:v>
                </c:pt>
                <c:pt idx="61">
                  <c:v>642</c:v>
                </c:pt>
                <c:pt idx="62">
                  <c:v>653</c:v>
                </c:pt>
                <c:pt idx="63">
                  <c:v>663</c:v>
                </c:pt>
                <c:pt idx="64">
                  <c:v>674</c:v>
                </c:pt>
                <c:pt idx="65">
                  <c:v>684</c:v>
                </c:pt>
                <c:pt idx="66">
                  <c:v>695</c:v>
                </c:pt>
                <c:pt idx="67">
                  <c:v>705</c:v>
                </c:pt>
                <c:pt idx="68">
                  <c:v>716</c:v>
                </c:pt>
                <c:pt idx="69">
                  <c:v>726</c:v>
                </c:pt>
                <c:pt idx="70">
                  <c:v>737</c:v>
                </c:pt>
                <c:pt idx="71">
                  <c:v>747</c:v>
                </c:pt>
                <c:pt idx="72">
                  <c:v>758</c:v>
                </c:pt>
                <c:pt idx="73">
                  <c:v>768</c:v>
                </c:pt>
                <c:pt idx="74">
                  <c:v>779</c:v>
                </c:pt>
                <c:pt idx="75">
                  <c:v>789</c:v>
                </c:pt>
                <c:pt idx="76">
                  <c:v>800</c:v>
                </c:pt>
                <c:pt idx="77">
                  <c:v>810</c:v>
                </c:pt>
                <c:pt idx="78">
                  <c:v>821</c:v>
                </c:pt>
                <c:pt idx="79">
                  <c:v>831</c:v>
                </c:pt>
                <c:pt idx="80">
                  <c:v>842</c:v>
                </c:pt>
                <c:pt idx="81">
                  <c:v>853</c:v>
                </c:pt>
                <c:pt idx="82">
                  <c:v>863</c:v>
                </c:pt>
                <c:pt idx="83">
                  <c:v>874</c:v>
                </c:pt>
                <c:pt idx="84">
                  <c:v>884</c:v>
                </c:pt>
                <c:pt idx="85">
                  <c:v>895</c:v>
                </c:pt>
                <c:pt idx="86">
                  <c:v>905</c:v>
                </c:pt>
                <c:pt idx="87">
                  <c:v>916</c:v>
                </c:pt>
                <c:pt idx="88">
                  <c:v>926</c:v>
                </c:pt>
                <c:pt idx="89">
                  <c:v>937</c:v>
                </c:pt>
                <c:pt idx="90">
                  <c:v>947</c:v>
                </c:pt>
                <c:pt idx="91">
                  <c:v>958</c:v>
                </c:pt>
                <c:pt idx="92">
                  <c:v>968</c:v>
                </c:pt>
                <c:pt idx="93">
                  <c:v>979</c:v>
                </c:pt>
                <c:pt idx="94">
                  <c:v>989</c:v>
                </c:pt>
                <c:pt idx="95">
                  <c:v>1000</c:v>
                </c:pt>
                <c:pt idx="96">
                  <c:v>1010</c:v>
                </c:pt>
                <c:pt idx="97">
                  <c:v>1021</c:v>
                </c:pt>
                <c:pt idx="98">
                  <c:v>1031</c:v>
                </c:pt>
                <c:pt idx="99">
                  <c:v>1042</c:v>
                </c:pt>
                <c:pt idx="100">
                  <c:v>1052</c:v>
                </c:pt>
                <c:pt idx="101">
                  <c:v>1063</c:v>
                </c:pt>
                <c:pt idx="102">
                  <c:v>1073</c:v>
                </c:pt>
                <c:pt idx="103">
                  <c:v>1084</c:v>
                </c:pt>
                <c:pt idx="104">
                  <c:v>1094</c:v>
                </c:pt>
                <c:pt idx="105">
                  <c:v>1105</c:v>
                </c:pt>
                <c:pt idx="106">
                  <c:v>1115</c:v>
                </c:pt>
                <c:pt idx="107">
                  <c:v>1126</c:v>
                </c:pt>
                <c:pt idx="108">
                  <c:v>1136</c:v>
                </c:pt>
                <c:pt idx="109">
                  <c:v>1147</c:v>
                </c:pt>
                <c:pt idx="110">
                  <c:v>1157</c:v>
                </c:pt>
                <c:pt idx="111">
                  <c:v>1168</c:v>
                </c:pt>
                <c:pt idx="112">
                  <c:v>1178</c:v>
                </c:pt>
                <c:pt idx="113">
                  <c:v>1189</c:v>
                </c:pt>
                <c:pt idx="114">
                  <c:v>1199</c:v>
                </c:pt>
                <c:pt idx="115">
                  <c:v>1210</c:v>
                </c:pt>
                <c:pt idx="116">
                  <c:v>1220</c:v>
                </c:pt>
                <c:pt idx="117">
                  <c:v>1231</c:v>
                </c:pt>
                <c:pt idx="118">
                  <c:v>1241</c:v>
                </c:pt>
                <c:pt idx="119">
                  <c:v>1252</c:v>
                </c:pt>
              </c:numCache>
            </c:numRef>
          </c:xVal>
          <c:yVal>
            <c:numRef>
              <c:f>'Chart Data'!$BD$2:$BD$121</c:f>
              <c:numCache>
                <c:formatCode>General</c:formatCode>
                <c:ptCount val="120"/>
                <c:pt idx="0">
                  <c:v>1.0663866</c:v>
                </c:pt>
                <c:pt idx="1">
                  <c:v>1.0685601</c:v>
                </c:pt>
                <c:pt idx="2">
                  <c:v>1.0687374</c:v>
                </c:pt>
                <c:pt idx="3">
                  <c:v>1.0686516</c:v>
                </c:pt>
                <c:pt idx="4">
                  <c:v>1.0684661</c:v>
                </c:pt>
                <c:pt idx="5">
                  <c:v>1.0680909</c:v>
                </c:pt>
                <c:pt idx="6">
                  <c:v>1.0678527</c:v>
                </c:pt>
                <c:pt idx="7">
                  <c:v>1.0674188</c:v>
                </c:pt>
                <c:pt idx="8">
                  <c:v>1.0638977</c:v>
                </c:pt>
                <c:pt idx="9">
                  <c:v>1.0643173</c:v>
                </c:pt>
                <c:pt idx="10">
                  <c:v>1.0642709</c:v>
                </c:pt>
                <c:pt idx="11">
                  <c:v>1.064358</c:v>
                </c:pt>
                <c:pt idx="12">
                  <c:v>1.0641464</c:v>
                </c:pt>
                <c:pt idx="13">
                  <c:v>1.0637176</c:v>
                </c:pt>
                <c:pt idx="14">
                  <c:v>1.0630116</c:v>
                </c:pt>
                <c:pt idx="15">
                  <c:v>1.0627164</c:v>
                </c:pt>
                <c:pt idx="16">
                  <c:v>1.0622864</c:v>
                </c:pt>
                <c:pt idx="17">
                  <c:v>1.061826</c:v>
                </c:pt>
                <c:pt idx="18">
                  <c:v>1.0614402</c:v>
                </c:pt>
                <c:pt idx="19">
                  <c:v>1.0611197</c:v>
                </c:pt>
                <c:pt idx="20">
                  <c:v>1.0605501</c:v>
                </c:pt>
                <c:pt idx="21">
                  <c:v>1.0602537</c:v>
                </c:pt>
                <c:pt idx="22">
                  <c:v>1.0597475</c:v>
                </c:pt>
                <c:pt idx="23">
                  <c:v>1.0593531</c:v>
                </c:pt>
                <c:pt idx="24">
                  <c:v>1.0592493</c:v>
                </c:pt>
                <c:pt idx="25">
                  <c:v>1.0584024</c:v>
                </c:pt>
                <c:pt idx="26">
                  <c:v>1.0579307</c:v>
                </c:pt>
                <c:pt idx="27">
                  <c:v>1.0575832</c:v>
                </c:pt>
                <c:pt idx="28">
                  <c:v>1.0570085</c:v>
                </c:pt>
                <c:pt idx="29">
                  <c:v>1.0564587</c:v>
                </c:pt>
                <c:pt idx="30">
                  <c:v>1.0559518</c:v>
                </c:pt>
                <c:pt idx="31">
                  <c:v>1.0556084</c:v>
                </c:pt>
                <c:pt idx="32">
                  <c:v>1.0549991</c:v>
                </c:pt>
                <c:pt idx="33">
                  <c:v>1.0546559</c:v>
                </c:pt>
                <c:pt idx="34">
                  <c:v>1.0542924</c:v>
                </c:pt>
                <c:pt idx="35">
                  <c:v>1.0536382</c:v>
                </c:pt>
                <c:pt idx="36">
                  <c:v>1.0532711</c:v>
                </c:pt>
                <c:pt idx="37">
                  <c:v>1.0529013</c:v>
                </c:pt>
                <c:pt idx="38">
                  <c:v>1.0522629</c:v>
                </c:pt>
                <c:pt idx="39">
                  <c:v>1.0517473</c:v>
                </c:pt>
                <c:pt idx="40">
                  <c:v>1.0511552</c:v>
                </c:pt>
                <c:pt idx="41">
                  <c:v>1.0506567</c:v>
                </c:pt>
                <c:pt idx="42">
                  <c:v>1.0503726</c:v>
                </c:pt>
                <c:pt idx="43">
                  <c:v>1.0496618</c:v>
                </c:pt>
                <c:pt idx="44">
                  <c:v>1.0490642</c:v>
                </c:pt>
                <c:pt idx="45">
                  <c:v>1.0483388</c:v>
                </c:pt>
                <c:pt idx="46">
                  <c:v>1.0478314</c:v>
                </c:pt>
                <c:pt idx="47">
                  <c:v>1.0472149</c:v>
                </c:pt>
                <c:pt idx="48">
                  <c:v>1.0465796</c:v>
                </c:pt>
                <c:pt idx="49">
                  <c:v>1.0461193</c:v>
                </c:pt>
                <c:pt idx="50">
                  <c:v>1.0455154</c:v>
                </c:pt>
                <c:pt idx="51">
                  <c:v>1.0449982</c:v>
                </c:pt>
                <c:pt idx="52">
                  <c:v>1.0442593</c:v>
                </c:pt>
                <c:pt idx="53">
                  <c:v>1.0437469</c:v>
                </c:pt>
                <c:pt idx="54">
                  <c:v>1.0431803</c:v>
                </c:pt>
                <c:pt idx="55">
                  <c:v>1.0424975</c:v>
                </c:pt>
                <c:pt idx="56">
                  <c:v>1.0417143</c:v>
                </c:pt>
                <c:pt idx="57">
                  <c:v>1.0414521</c:v>
                </c:pt>
                <c:pt idx="58">
                  <c:v>1.0404744</c:v>
                </c:pt>
                <c:pt idx="59">
                  <c:v>1.0399356</c:v>
                </c:pt>
                <c:pt idx="60">
                  <c:v>1.038958</c:v>
                </c:pt>
                <c:pt idx="61">
                  <c:v>1.0386289</c:v>
                </c:pt>
                <c:pt idx="62">
                  <c:v>1.0377957</c:v>
                </c:pt>
                <c:pt idx="63">
                  <c:v>1.0374415</c:v>
                </c:pt>
                <c:pt idx="64">
                  <c:v>1.0362772</c:v>
                </c:pt>
                <c:pt idx="65">
                  <c:v>1.0358727</c:v>
                </c:pt>
                <c:pt idx="66">
                  <c:v>1.0349109</c:v>
                </c:pt>
                <c:pt idx="67">
                  <c:v>1.0344129</c:v>
                </c:pt>
                <c:pt idx="68">
                  <c:v>1.0333695</c:v>
                </c:pt>
                <c:pt idx="69">
                  <c:v>1.0329214</c:v>
                </c:pt>
                <c:pt idx="70">
                  <c:v>1.0318669</c:v>
                </c:pt>
                <c:pt idx="71">
                  <c:v>1.0308968</c:v>
                </c:pt>
                <c:pt idx="72">
                  <c:v>1.0298822</c:v>
                </c:pt>
                <c:pt idx="73">
                  <c:v>1.0290663</c:v>
                </c:pt>
                <c:pt idx="74">
                  <c:v>1.0283393</c:v>
                </c:pt>
                <c:pt idx="75">
                  <c:v>1.0270777</c:v>
                </c:pt>
                <c:pt idx="76">
                  <c:v>1.026155</c:v>
                </c:pt>
                <c:pt idx="77">
                  <c:v>1.0250815</c:v>
                </c:pt>
                <c:pt idx="78">
                  <c:v>1.0238869</c:v>
                </c:pt>
                <c:pt idx="79">
                  <c:v>1.0228599</c:v>
                </c:pt>
                <c:pt idx="80">
                  <c:v>1.0216078</c:v>
                </c:pt>
                <c:pt idx="81">
                  <c:v>1.0200369</c:v>
                </c:pt>
                <c:pt idx="82">
                  <c:v>1.0189517</c:v>
                </c:pt>
                <c:pt idx="83">
                  <c:v>1.0174413</c:v>
                </c:pt>
                <c:pt idx="84">
                  <c:v>1.0159152</c:v>
                </c:pt>
                <c:pt idx="85">
                  <c:v>1.0143398</c:v>
                </c:pt>
                <c:pt idx="86">
                  <c:v>1.0125381</c:v>
                </c:pt>
                <c:pt idx="87">
                  <c:v>1.0107647</c:v>
                </c:pt>
                <c:pt idx="88">
                  <c:v>1.0087357</c:v>
                </c:pt>
                <c:pt idx="89">
                  <c:v>1.0066592</c:v>
                </c:pt>
                <c:pt idx="90">
                  <c:v>1.0043441</c:v>
                </c:pt>
                <c:pt idx="91">
                  <c:v>1.0017015</c:v>
                </c:pt>
                <c:pt idx="92">
                  <c:v>0.99886137</c:v>
                </c:pt>
                <c:pt idx="93">
                  <c:v>0.99579585</c:v>
                </c:pt>
                <c:pt idx="94">
                  <c:v>0.9923932</c:v>
                </c:pt>
                <c:pt idx="95">
                  <c:v>0.98858601</c:v>
                </c:pt>
                <c:pt idx="96">
                  <c:v>0.98463076</c:v>
                </c:pt>
                <c:pt idx="97">
                  <c:v>0.97990155</c:v>
                </c:pt>
                <c:pt idx="98">
                  <c:v>0.97505808</c:v>
                </c:pt>
                <c:pt idx="99">
                  <c:v>0.96972978</c:v>
                </c:pt>
                <c:pt idx="100">
                  <c:v>0.96404779</c:v>
                </c:pt>
                <c:pt idx="101">
                  <c:v>0.95764005</c:v>
                </c:pt>
                <c:pt idx="102">
                  <c:v>0.9519366</c:v>
                </c:pt>
                <c:pt idx="103">
                  <c:v>0.94541019</c:v>
                </c:pt>
                <c:pt idx="104">
                  <c:v>0.93965173</c:v>
                </c:pt>
                <c:pt idx="105">
                  <c:v>0.93321663</c:v>
                </c:pt>
                <c:pt idx="106">
                  <c:v>0.92722148</c:v>
                </c:pt>
                <c:pt idx="107">
                  <c:v>0.9204753</c:v>
                </c:pt>
                <c:pt idx="108">
                  <c:v>0.91407591</c:v>
                </c:pt>
                <c:pt idx="109">
                  <c:v>0.9067136</c:v>
                </c:pt>
                <c:pt idx="110">
                  <c:v>0.89988697</c:v>
                </c:pt>
                <c:pt idx="111">
                  <c:v>0.89241439</c:v>
                </c:pt>
                <c:pt idx="112">
                  <c:v>0.88544708</c:v>
                </c:pt>
                <c:pt idx="113">
                  <c:v>0.87757862</c:v>
                </c:pt>
                <c:pt idx="114">
                  <c:v>0.87047189</c:v>
                </c:pt>
                <c:pt idx="115">
                  <c:v>0.8618108</c:v>
                </c:pt>
                <c:pt idx="116">
                  <c:v>0.85390651</c:v>
                </c:pt>
                <c:pt idx="117">
                  <c:v>0.84445965</c:v>
                </c:pt>
                <c:pt idx="118">
                  <c:v>0.83584845</c:v>
                </c:pt>
                <c:pt idx="119">
                  <c:v>0.82562441</c:v>
                </c:pt>
              </c:numCache>
            </c:numRef>
          </c:yVal>
        </c:ser>
        <c:ser>
          <c:idx val="28"/>
          <c:order val="28"/>
          <c:tx>
            <c:v>Batch2_cell_041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51</c:v>
                </c:pt>
                <c:pt idx="14">
                  <c:v>55</c:v>
                </c:pt>
                <c:pt idx="15">
                  <c:v>59</c:v>
                </c:pt>
                <c:pt idx="16">
                  <c:v>63</c:v>
                </c:pt>
                <c:pt idx="17">
                  <c:v>67</c:v>
                </c:pt>
                <c:pt idx="18">
                  <c:v>71</c:v>
                </c:pt>
                <c:pt idx="19">
                  <c:v>75</c:v>
                </c:pt>
                <c:pt idx="20">
                  <c:v>79</c:v>
                </c:pt>
                <c:pt idx="21">
                  <c:v>83</c:v>
                </c:pt>
                <c:pt idx="22">
                  <c:v>86</c:v>
                </c:pt>
                <c:pt idx="23">
                  <c:v>90</c:v>
                </c:pt>
                <c:pt idx="24">
                  <c:v>94</c:v>
                </c:pt>
                <c:pt idx="25">
                  <c:v>98</c:v>
                </c:pt>
                <c:pt idx="26">
                  <c:v>102</c:v>
                </c:pt>
                <c:pt idx="27">
                  <c:v>106</c:v>
                </c:pt>
                <c:pt idx="28">
                  <c:v>110</c:v>
                </c:pt>
                <c:pt idx="29">
                  <c:v>114</c:v>
                </c:pt>
                <c:pt idx="30">
                  <c:v>117</c:v>
                </c:pt>
                <c:pt idx="31">
                  <c:v>121</c:v>
                </c:pt>
                <c:pt idx="32">
                  <c:v>125</c:v>
                </c:pt>
                <c:pt idx="33">
                  <c:v>129</c:v>
                </c:pt>
                <c:pt idx="34">
                  <c:v>133</c:v>
                </c:pt>
                <c:pt idx="35">
                  <c:v>137</c:v>
                </c:pt>
                <c:pt idx="36">
                  <c:v>141</c:v>
                </c:pt>
                <c:pt idx="37">
                  <c:v>145</c:v>
                </c:pt>
                <c:pt idx="38">
                  <c:v>149</c:v>
                </c:pt>
                <c:pt idx="39">
                  <c:v>152</c:v>
                </c:pt>
                <c:pt idx="40">
                  <c:v>156</c:v>
                </c:pt>
                <c:pt idx="41">
                  <c:v>160</c:v>
                </c:pt>
                <c:pt idx="42">
                  <c:v>164</c:v>
                </c:pt>
                <c:pt idx="43">
                  <c:v>168</c:v>
                </c:pt>
                <c:pt idx="44">
                  <c:v>172</c:v>
                </c:pt>
                <c:pt idx="45">
                  <c:v>176</c:v>
                </c:pt>
                <c:pt idx="46">
                  <c:v>180</c:v>
                </c:pt>
                <c:pt idx="47">
                  <c:v>183</c:v>
                </c:pt>
                <c:pt idx="48">
                  <c:v>187</c:v>
                </c:pt>
                <c:pt idx="49">
                  <c:v>191</c:v>
                </c:pt>
                <c:pt idx="50">
                  <c:v>195</c:v>
                </c:pt>
                <c:pt idx="51">
                  <c:v>199</c:v>
                </c:pt>
                <c:pt idx="52">
                  <c:v>203</c:v>
                </c:pt>
                <c:pt idx="53">
                  <c:v>207</c:v>
                </c:pt>
                <c:pt idx="54">
                  <c:v>211</c:v>
                </c:pt>
                <c:pt idx="55">
                  <c:v>215</c:v>
                </c:pt>
                <c:pt idx="56">
                  <c:v>218</c:v>
                </c:pt>
                <c:pt idx="57">
                  <c:v>222</c:v>
                </c:pt>
                <c:pt idx="58">
                  <c:v>226</c:v>
                </c:pt>
                <c:pt idx="59">
                  <c:v>230</c:v>
                </c:pt>
                <c:pt idx="60">
                  <c:v>234</c:v>
                </c:pt>
                <c:pt idx="61">
                  <c:v>238</c:v>
                </c:pt>
                <c:pt idx="62">
                  <c:v>242</c:v>
                </c:pt>
                <c:pt idx="63">
                  <c:v>246</c:v>
                </c:pt>
                <c:pt idx="64">
                  <c:v>249</c:v>
                </c:pt>
                <c:pt idx="65">
                  <c:v>253</c:v>
                </c:pt>
                <c:pt idx="66">
                  <c:v>257</c:v>
                </c:pt>
                <c:pt idx="67">
                  <c:v>261</c:v>
                </c:pt>
                <c:pt idx="68">
                  <c:v>265</c:v>
                </c:pt>
                <c:pt idx="69">
                  <c:v>269</c:v>
                </c:pt>
                <c:pt idx="70">
                  <c:v>273</c:v>
                </c:pt>
                <c:pt idx="71">
                  <c:v>277</c:v>
                </c:pt>
                <c:pt idx="72">
                  <c:v>281</c:v>
                </c:pt>
                <c:pt idx="73">
                  <c:v>284</c:v>
                </c:pt>
                <c:pt idx="74">
                  <c:v>288</c:v>
                </c:pt>
                <c:pt idx="75">
                  <c:v>292</c:v>
                </c:pt>
                <c:pt idx="76">
                  <c:v>296</c:v>
                </c:pt>
                <c:pt idx="77">
                  <c:v>300</c:v>
                </c:pt>
                <c:pt idx="78">
                  <c:v>304</c:v>
                </c:pt>
                <c:pt idx="79">
                  <c:v>308</c:v>
                </c:pt>
                <c:pt idx="80">
                  <c:v>312</c:v>
                </c:pt>
                <c:pt idx="81">
                  <c:v>315</c:v>
                </c:pt>
                <c:pt idx="82">
                  <c:v>319</c:v>
                </c:pt>
                <c:pt idx="83">
                  <c:v>323</c:v>
                </c:pt>
                <c:pt idx="84">
                  <c:v>327</c:v>
                </c:pt>
                <c:pt idx="85">
                  <c:v>331</c:v>
                </c:pt>
                <c:pt idx="86">
                  <c:v>335</c:v>
                </c:pt>
                <c:pt idx="87">
                  <c:v>339</c:v>
                </c:pt>
                <c:pt idx="88">
                  <c:v>343</c:v>
                </c:pt>
                <c:pt idx="89">
                  <c:v>347</c:v>
                </c:pt>
                <c:pt idx="90">
                  <c:v>350</c:v>
                </c:pt>
                <c:pt idx="91">
                  <c:v>354</c:v>
                </c:pt>
                <c:pt idx="92">
                  <c:v>358</c:v>
                </c:pt>
                <c:pt idx="93">
                  <c:v>362</c:v>
                </c:pt>
                <c:pt idx="94">
                  <c:v>366</c:v>
                </c:pt>
                <c:pt idx="95">
                  <c:v>370</c:v>
                </c:pt>
                <c:pt idx="96">
                  <c:v>374</c:v>
                </c:pt>
                <c:pt idx="97">
                  <c:v>378</c:v>
                </c:pt>
                <c:pt idx="98">
                  <c:v>381</c:v>
                </c:pt>
                <c:pt idx="99">
                  <c:v>385</c:v>
                </c:pt>
                <c:pt idx="100">
                  <c:v>389</c:v>
                </c:pt>
                <c:pt idx="101">
                  <c:v>393</c:v>
                </c:pt>
                <c:pt idx="102">
                  <c:v>397</c:v>
                </c:pt>
                <c:pt idx="103">
                  <c:v>401</c:v>
                </c:pt>
                <c:pt idx="104">
                  <c:v>405</c:v>
                </c:pt>
                <c:pt idx="105">
                  <c:v>409</c:v>
                </c:pt>
                <c:pt idx="106">
                  <c:v>413</c:v>
                </c:pt>
                <c:pt idx="107">
                  <c:v>416</c:v>
                </c:pt>
                <c:pt idx="108">
                  <c:v>420</c:v>
                </c:pt>
                <c:pt idx="109">
                  <c:v>424</c:v>
                </c:pt>
                <c:pt idx="110">
                  <c:v>428</c:v>
                </c:pt>
                <c:pt idx="111">
                  <c:v>432</c:v>
                </c:pt>
                <c:pt idx="112">
                  <c:v>436</c:v>
                </c:pt>
                <c:pt idx="113">
                  <c:v>440</c:v>
                </c:pt>
                <c:pt idx="114">
                  <c:v>444</c:v>
                </c:pt>
                <c:pt idx="115">
                  <c:v>447</c:v>
                </c:pt>
                <c:pt idx="116">
                  <c:v>451</c:v>
                </c:pt>
                <c:pt idx="117">
                  <c:v>455</c:v>
                </c:pt>
                <c:pt idx="118">
                  <c:v>459</c:v>
                </c:pt>
                <c:pt idx="119">
                  <c:v>463</c:v>
                </c:pt>
              </c:numCache>
            </c:numRef>
          </c:xVal>
          <c:yVal>
            <c:numRef>
              <c:f>'Chart Data'!$BF$2:$BF$121</c:f>
              <c:numCache>
                <c:formatCode>General</c:formatCode>
                <c:ptCount val="120"/>
                <c:pt idx="0">
                  <c:v>1.1043886</c:v>
                </c:pt>
                <c:pt idx="1">
                  <c:v>1.1055639</c:v>
                </c:pt>
                <c:pt idx="2">
                  <c:v>1.1057193</c:v>
                </c:pt>
                <c:pt idx="3">
                  <c:v>1.1051569</c:v>
                </c:pt>
                <c:pt idx="4">
                  <c:v>1.1054517</c:v>
                </c:pt>
                <c:pt idx="5">
                  <c:v>1.1058697</c:v>
                </c:pt>
                <c:pt idx="6">
                  <c:v>1.1049302</c:v>
                </c:pt>
                <c:pt idx="7">
                  <c:v>1.1054144</c:v>
                </c:pt>
                <c:pt idx="8">
                  <c:v>1.1059666</c:v>
                </c:pt>
                <c:pt idx="9">
                  <c:v>1.1068497</c:v>
                </c:pt>
                <c:pt idx="10">
                  <c:v>1.1063092</c:v>
                </c:pt>
                <c:pt idx="11">
                  <c:v>1.1066501</c:v>
                </c:pt>
                <c:pt idx="12">
                  <c:v>1.1068463</c:v>
                </c:pt>
                <c:pt idx="13">
                  <c:v>1.1007246</c:v>
                </c:pt>
                <c:pt idx="14">
                  <c:v>1.1044279</c:v>
                </c:pt>
                <c:pt idx="15">
                  <c:v>1.1047741</c:v>
                </c:pt>
                <c:pt idx="16">
                  <c:v>1.1039531</c:v>
                </c:pt>
                <c:pt idx="17">
                  <c:v>1.1061385</c:v>
                </c:pt>
                <c:pt idx="18">
                  <c:v>1.1044286</c:v>
                </c:pt>
                <c:pt idx="19">
                  <c:v>1.1049522</c:v>
                </c:pt>
                <c:pt idx="20">
                  <c:v>1.1055967</c:v>
                </c:pt>
                <c:pt idx="21">
                  <c:v>1.1074066</c:v>
                </c:pt>
                <c:pt idx="22">
                  <c:v>1.1080863</c:v>
                </c:pt>
                <c:pt idx="23">
                  <c:v>1.1100254</c:v>
                </c:pt>
                <c:pt idx="24">
                  <c:v>1.1094612</c:v>
                </c:pt>
                <c:pt idx="25">
                  <c:v>1.1069193</c:v>
                </c:pt>
                <c:pt idx="26">
                  <c:v>1.1097858</c:v>
                </c:pt>
                <c:pt idx="27">
                  <c:v>1.1084971</c:v>
                </c:pt>
                <c:pt idx="28">
                  <c:v>1.1079637</c:v>
                </c:pt>
                <c:pt idx="29">
                  <c:v>1.1069368</c:v>
                </c:pt>
                <c:pt idx="30">
                  <c:v>1.1088923</c:v>
                </c:pt>
                <c:pt idx="31">
                  <c:v>1.1082149</c:v>
                </c:pt>
                <c:pt idx="32">
                  <c:v>1.1084632</c:v>
                </c:pt>
                <c:pt idx="33">
                  <c:v>1.1083964</c:v>
                </c:pt>
                <c:pt idx="34">
                  <c:v>1.1092162</c:v>
                </c:pt>
                <c:pt idx="35">
                  <c:v>1.1086211</c:v>
                </c:pt>
                <c:pt idx="36">
                  <c:v>1.1095049</c:v>
                </c:pt>
                <c:pt idx="37">
                  <c:v>1.1072066</c:v>
                </c:pt>
                <c:pt idx="38">
                  <c:v>1.1086739</c:v>
                </c:pt>
                <c:pt idx="39">
                  <c:v>1.1081238</c:v>
                </c:pt>
                <c:pt idx="40">
                  <c:v>1.1060058</c:v>
                </c:pt>
                <c:pt idx="41">
                  <c:v>1.1058923</c:v>
                </c:pt>
                <c:pt idx="42">
                  <c:v>1.1047215</c:v>
                </c:pt>
                <c:pt idx="43">
                  <c:v>1.1045784</c:v>
                </c:pt>
                <c:pt idx="44">
                  <c:v>1.1045444</c:v>
                </c:pt>
                <c:pt idx="45">
                  <c:v>1.1029788</c:v>
                </c:pt>
                <c:pt idx="46">
                  <c:v>1.104658</c:v>
                </c:pt>
                <c:pt idx="47">
                  <c:v>1.1031229</c:v>
                </c:pt>
                <c:pt idx="48">
                  <c:v>1.1022552</c:v>
                </c:pt>
                <c:pt idx="49">
                  <c:v>1.1015427</c:v>
                </c:pt>
                <c:pt idx="50">
                  <c:v>1.0998843</c:v>
                </c:pt>
                <c:pt idx="51">
                  <c:v>1.100651</c:v>
                </c:pt>
                <c:pt idx="52">
                  <c:v>1.1000382</c:v>
                </c:pt>
                <c:pt idx="53">
                  <c:v>1.0983871</c:v>
                </c:pt>
                <c:pt idx="54">
                  <c:v>1.0968816</c:v>
                </c:pt>
                <c:pt idx="55">
                  <c:v>1.0958931</c:v>
                </c:pt>
                <c:pt idx="56">
                  <c:v>1.0953237</c:v>
                </c:pt>
                <c:pt idx="57">
                  <c:v>1.0931001</c:v>
                </c:pt>
                <c:pt idx="58">
                  <c:v>1.0936403</c:v>
                </c:pt>
                <c:pt idx="59">
                  <c:v>1.0917445</c:v>
                </c:pt>
                <c:pt idx="60">
                  <c:v>1.0929515</c:v>
                </c:pt>
                <c:pt idx="61">
                  <c:v>1.0881615</c:v>
                </c:pt>
                <c:pt idx="62">
                  <c:v>1.0901423</c:v>
                </c:pt>
                <c:pt idx="63">
                  <c:v>1.0883156</c:v>
                </c:pt>
                <c:pt idx="64">
                  <c:v>1.0866641</c:v>
                </c:pt>
                <c:pt idx="65">
                  <c:v>1.0854851</c:v>
                </c:pt>
                <c:pt idx="66">
                  <c:v>1.0846994</c:v>
                </c:pt>
                <c:pt idx="67">
                  <c:v>1.0836555</c:v>
                </c:pt>
                <c:pt idx="68">
                  <c:v>1.0811888</c:v>
                </c:pt>
                <c:pt idx="69">
                  <c:v>1.080273</c:v>
                </c:pt>
                <c:pt idx="70">
                  <c:v>1.0783862</c:v>
                </c:pt>
                <c:pt idx="71">
                  <c:v>1.0776033</c:v>
                </c:pt>
                <c:pt idx="72">
                  <c:v>1.0741582</c:v>
                </c:pt>
                <c:pt idx="73">
                  <c:v>1.0735978</c:v>
                </c:pt>
                <c:pt idx="74">
                  <c:v>1.0716345</c:v>
                </c:pt>
                <c:pt idx="75">
                  <c:v>1.0695667</c:v>
                </c:pt>
                <c:pt idx="76">
                  <c:v>1.0670431</c:v>
                </c:pt>
                <c:pt idx="77">
                  <c:v>1.0660895</c:v>
                </c:pt>
                <c:pt idx="78">
                  <c:v>1.0630199</c:v>
                </c:pt>
                <c:pt idx="79">
                  <c:v>1.0608717</c:v>
                </c:pt>
                <c:pt idx="80">
                  <c:v>1.0580951</c:v>
                </c:pt>
                <c:pt idx="81">
                  <c:v>1.0571895</c:v>
                </c:pt>
                <c:pt idx="82">
                  <c:v>1.0544233</c:v>
                </c:pt>
                <c:pt idx="83">
                  <c:v>1.0529209</c:v>
                </c:pt>
                <c:pt idx="84">
                  <c:v>1.049289</c:v>
                </c:pt>
                <c:pt idx="85">
                  <c:v>1.0471023</c:v>
                </c:pt>
                <c:pt idx="86">
                  <c:v>1.0441749</c:v>
                </c:pt>
                <c:pt idx="87">
                  <c:v>1.0413975</c:v>
                </c:pt>
                <c:pt idx="88">
                  <c:v>1.0383807</c:v>
                </c:pt>
                <c:pt idx="89">
                  <c:v>1.0349696</c:v>
                </c:pt>
                <c:pt idx="90">
                  <c:v>1.0336438</c:v>
                </c:pt>
                <c:pt idx="91">
                  <c:v>1.0299426</c:v>
                </c:pt>
                <c:pt idx="92">
                  <c:v>1.026201</c:v>
                </c:pt>
                <c:pt idx="93">
                  <c:v>1.022545</c:v>
                </c:pt>
                <c:pt idx="94">
                  <c:v>1.0175501</c:v>
                </c:pt>
                <c:pt idx="95">
                  <c:v>1.0127646</c:v>
                </c:pt>
                <c:pt idx="96">
                  <c:v>1.0091681</c:v>
                </c:pt>
                <c:pt idx="97">
                  <c:v>1.0054228</c:v>
                </c:pt>
                <c:pt idx="98">
                  <c:v>1.0013862</c:v>
                </c:pt>
                <c:pt idx="99">
                  <c:v>0.99464315</c:v>
                </c:pt>
                <c:pt idx="100">
                  <c:v>0.99109066</c:v>
                </c:pt>
                <c:pt idx="101">
                  <c:v>0.98458236</c:v>
                </c:pt>
                <c:pt idx="102">
                  <c:v>0.97474909</c:v>
                </c:pt>
                <c:pt idx="103">
                  <c:v>0.97107255</c:v>
                </c:pt>
                <c:pt idx="104">
                  <c:v>0.96342093</c:v>
                </c:pt>
                <c:pt idx="105">
                  <c:v>0.95501924</c:v>
                </c:pt>
                <c:pt idx="106">
                  <c:v>0.94329333</c:v>
                </c:pt>
                <c:pt idx="107">
                  <c:v>0.93908471</c:v>
                </c:pt>
                <c:pt idx="108">
                  <c:v>0.92840284</c:v>
                </c:pt>
                <c:pt idx="109">
                  <c:v>0.92017847</c:v>
                </c:pt>
                <c:pt idx="110">
                  <c:v>0.91037965</c:v>
                </c:pt>
                <c:pt idx="111">
                  <c:v>0.90178007</c:v>
                </c:pt>
                <c:pt idx="112">
                  <c:v>0.89099967</c:v>
                </c:pt>
                <c:pt idx="113">
                  <c:v>0.88255644</c:v>
                </c:pt>
                <c:pt idx="114">
                  <c:v>0.87164372</c:v>
                </c:pt>
                <c:pt idx="115">
                  <c:v>0.86328828</c:v>
                </c:pt>
                <c:pt idx="116">
                  <c:v>0.85660398</c:v>
                </c:pt>
                <c:pt idx="117">
                  <c:v>0.844926</c:v>
                </c:pt>
                <c:pt idx="118">
                  <c:v>0.83701521</c:v>
                </c:pt>
                <c:pt idx="119">
                  <c:v>0.82606894</c:v>
                </c:pt>
              </c:numCache>
            </c:numRef>
          </c:yVal>
        </c:ser>
        <c:ser>
          <c:idx val="29"/>
          <c:order val="29"/>
          <c:tx>
            <c:v>Batch2_cell_042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39</c:v>
                </c:pt>
                <c:pt idx="10">
                  <c:v>43</c:v>
                </c:pt>
                <c:pt idx="11">
                  <c:v>47</c:v>
                </c:pt>
                <c:pt idx="12">
                  <c:v>51</c:v>
                </c:pt>
                <c:pt idx="13">
                  <c:v>55</c:v>
                </c:pt>
                <c:pt idx="14">
                  <c:v>59</c:v>
                </c:pt>
                <c:pt idx="15">
                  <c:v>64</c:v>
                </c:pt>
                <c:pt idx="16">
                  <c:v>68</c:v>
                </c:pt>
                <c:pt idx="17">
                  <c:v>72</c:v>
                </c:pt>
                <c:pt idx="18">
                  <c:v>76</c:v>
                </c:pt>
                <c:pt idx="19">
                  <c:v>80</c:v>
                </c:pt>
                <c:pt idx="20">
                  <c:v>84</c:v>
                </c:pt>
                <c:pt idx="21">
                  <c:v>89</c:v>
                </c:pt>
                <c:pt idx="22">
                  <c:v>93</c:v>
                </c:pt>
                <c:pt idx="23">
                  <c:v>97</c:v>
                </c:pt>
                <c:pt idx="24">
                  <c:v>101</c:v>
                </c:pt>
                <c:pt idx="25">
                  <c:v>105</c:v>
                </c:pt>
                <c:pt idx="26">
                  <c:v>109</c:v>
                </c:pt>
                <c:pt idx="27">
                  <c:v>114</c:v>
                </c:pt>
                <c:pt idx="28">
                  <c:v>118</c:v>
                </c:pt>
                <c:pt idx="29">
                  <c:v>122</c:v>
                </c:pt>
                <c:pt idx="30">
                  <c:v>126</c:v>
                </c:pt>
                <c:pt idx="31">
                  <c:v>130</c:v>
                </c:pt>
                <c:pt idx="32">
                  <c:v>134</c:v>
                </c:pt>
                <c:pt idx="33">
                  <c:v>139</c:v>
                </c:pt>
                <c:pt idx="34">
                  <c:v>143</c:v>
                </c:pt>
                <c:pt idx="35">
                  <c:v>147</c:v>
                </c:pt>
                <c:pt idx="36">
                  <c:v>151</c:v>
                </c:pt>
                <c:pt idx="37">
                  <c:v>155</c:v>
                </c:pt>
                <c:pt idx="38">
                  <c:v>159</c:v>
                </c:pt>
                <c:pt idx="39">
                  <c:v>164</c:v>
                </c:pt>
                <c:pt idx="40">
                  <c:v>168</c:v>
                </c:pt>
                <c:pt idx="41">
                  <c:v>172</c:v>
                </c:pt>
                <c:pt idx="42">
                  <c:v>176</c:v>
                </c:pt>
                <c:pt idx="43">
                  <c:v>180</c:v>
                </c:pt>
                <c:pt idx="44">
                  <c:v>184</c:v>
                </c:pt>
                <c:pt idx="45">
                  <c:v>189</c:v>
                </c:pt>
                <c:pt idx="46">
                  <c:v>193</c:v>
                </c:pt>
                <c:pt idx="47">
                  <c:v>197</c:v>
                </c:pt>
                <c:pt idx="48">
                  <c:v>201</c:v>
                </c:pt>
                <c:pt idx="49">
                  <c:v>205</c:v>
                </c:pt>
                <c:pt idx="50">
                  <c:v>209</c:v>
                </c:pt>
                <c:pt idx="51">
                  <c:v>214</c:v>
                </c:pt>
                <c:pt idx="52">
                  <c:v>218</c:v>
                </c:pt>
                <c:pt idx="53">
                  <c:v>222</c:v>
                </c:pt>
                <c:pt idx="54">
                  <c:v>226</c:v>
                </c:pt>
                <c:pt idx="55">
                  <c:v>230</c:v>
                </c:pt>
                <c:pt idx="56">
                  <c:v>234</c:v>
                </c:pt>
                <c:pt idx="57">
                  <c:v>239</c:v>
                </c:pt>
                <c:pt idx="58">
                  <c:v>243</c:v>
                </c:pt>
                <c:pt idx="59">
                  <c:v>247</c:v>
                </c:pt>
                <c:pt idx="60">
                  <c:v>251</c:v>
                </c:pt>
                <c:pt idx="61">
                  <c:v>255</c:v>
                </c:pt>
                <c:pt idx="62">
                  <c:v>259</c:v>
                </c:pt>
                <c:pt idx="63">
                  <c:v>264</c:v>
                </c:pt>
                <c:pt idx="64">
                  <c:v>268</c:v>
                </c:pt>
                <c:pt idx="65">
                  <c:v>272</c:v>
                </c:pt>
                <c:pt idx="66">
                  <c:v>276</c:v>
                </c:pt>
                <c:pt idx="67">
                  <c:v>280</c:v>
                </c:pt>
                <c:pt idx="68">
                  <c:v>284</c:v>
                </c:pt>
                <c:pt idx="69">
                  <c:v>289</c:v>
                </c:pt>
                <c:pt idx="70">
                  <c:v>293</c:v>
                </c:pt>
                <c:pt idx="71">
                  <c:v>297</c:v>
                </c:pt>
                <c:pt idx="72">
                  <c:v>301</c:v>
                </c:pt>
                <c:pt idx="73">
                  <c:v>305</c:v>
                </c:pt>
                <c:pt idx="74">
                  <c:v>309</c:v>
                </c:pt>
                <c:pt idx="75">
                  <c:v>314</c:v>
                </c:pt>
                <c:pt idx="76">
                  <c:v>318</c:v>
                </c:pt>
                <c:pt idx="77">
                  <c:v>322</c:v>
                </c:pt>
                <c:pt idx="78">
                  <c:v>326</c:v>
                </c:pt>
                <c:pt idx="79">
                  <c:v>330</c:v>
                </c:pt>
                <c:pt idx="80">
                  <c:v>334</c:v>
                </c:pt>
                <c:pt idx="81">
                  <c:v>339</c:v>
                </c:pt>
                <c:pt idx="82">
                  <c:v>343</c:v>
                </c:pt>
                <c:pt idx="83">
                  <c:v>347</c:v>
                </c:pt>
                <c:pt idx="84">
                  <c:v>351</c:v>
                </c:pt>
                <c:pt idx="85">
                  <c:v>355</c:v>
                </c:pt>
                <c:pt idx="86">
                  <c:v>359</c:v>
                </c:pt>
                <c:pt idx="87">
                  <c:v>364</c:v>
                </c:pt>
                <c:pt idx="88">
                  <c:v>368</c:v>
                </c:pt>
                <c:pt idx="89">
                  <c:v>372</c:v>
                </c:pt>
                <c:pt idx="90">
                  <c:v>376</c:v>
                </c:pt>
                <c:pt idx="91">
                  <c:v>380</c:v>
                </c:pt>
                <c:pt idx="92">
                  <c:v>384</c:v>
                </c:pt>
                <c:pt idx="93">
                  <c:v>389</c:v>
                </c:pt>
                <c:pt idx="94">
                  <c:v>393</c:v>
                </c:pt>
                <c:pt idx="95">
                  <c:v>397</c:v>
                </c:pt>
                <c:pt idx="96">
                  <c:v>401</c:v>
                </c:pt>
                <c:pt idx="97">
                  <c:v>405</c:v>
                </c:pt>
                <c:pt idx="98">
                  <c:v>409</c:v>
                </c:pt>
                <c:pt idx="99">
                  <c:v>414</c:v>
                </c:pt>
                <c:pt idx="100">
                  <c:v>418</c:v>
                </c:pt>
                <c:pt idx="101">
                  <c:v>422</c:v>
                </c:pt>
                <c:pt idx="102">
                  <c:v>426</c:v>
                </c:pt>
                <c:pt idx="103">
                  <c:v>430</c:v>
                </c:pt>
                <c:pt idx="104">
                  <c:v>434</c:v>
                </c:pt>
                <c:pt idx="105">
                  <c:v>439</c:v>
                </c:pt>
                <c:pt idx="106">
                  <c:v>443</c:v>
                </c:pt>
                <c:pt idx="107">
                  <c:v>447</c:v>
                </c:pt>
                <c:pt idx="108">
                  <c:v>451</c:v>
                </c:pt>
                <c:pt idx="109">
                  <c:v>455</c:v>
                </c:pt>
                <c:pt idx="110">
                  <c:v>459</c:v>
                </c:pt>
                <c:pt idx="111">
                  <c:v>464</c:v>
                </c:pt>
                <c:pt idx="112">
                  <c:v>468</c:v>
                </c:pt>
                <c:pt idx="113">
                  <c:v>472</c:v>
                </c:pt>
                <c:pt idx="114">
                  <c:v>476</c:v>
                </c:pt>
                <c:pt idx="115">
                  <c:v>480</c:v>
                </c:pt>
                <c:pt idx="116">
                  <c:v>484</c:v>
                </c:pt>
                <c:pt idx="117">
                  <c:v>489</c:v>
                </c:pt>
                <c:pt idx="118">
                  <c:v>493</c:v>
                </c:pt>
                <c:pt idx="119">
                  <c:v>497</c:v>
                </c:pt>
              </c:numCache>
            </c:numRef>
          </c:xVal>
          <c:yVal>
            <c:numRef>
              <c:f>'Chart Data'!$BH$2:$BH$121</c:f>
              <c:numCache>
                <c:formatCode>General</c:formatCode>
                <c:ptCount val="120"/>
                <c:pt idx="0">
                  <c:v>1.1026245</c:v>
                </c:pt>
                <c:pt idx="1">
                  <c:v>1.1043081</c:v>
                </c:pt>
                <c:pt idx="2">
                  <c:v>1.1036506</c:v>
                </c:pt>
                <c:pt idx="3">
                  <c:v>1.1055872</c:v>
                </c:pt>
                <c:pt idx="4">
                  <c:v>1.1053555</c:v>
                </c:pt>
                <c:pt idx="5">
                  <c:v>1.1054232</c:v>
                </c:pt>
                <c:pt idx="6">
                  <c:v>1.1054511</c:v>
                </c:pt>
                <c:pt idx="7">
                  <c:v>1.1063056</c:v>
                </c:pt>
                <c:pt idx="8">
                  <c:v>1.1078999</c:v>
                </c:pt>
                <c:pt idx="9">
                  <c:v>1.108906</c:v>
                </c:pt>
                <c:pt idx="10">
                  <c:v>1.1081235</c:v>
                </c:pt>
                <c:pt idx="11">
                  <c:v>1.0965439</c:v>
                </c:pt>
                <c:pt idx="12">
                  <c:v>1.1026509</c:v>
                </c:pt>
                <c:pt idx="13">
                  <c:v>1.1049405</c:v>
                </c:pt>
                <c:pt idx="14">
                  <c:v>1.1048582</c:v>
                </c:pt>
                <c:pt idx="15">
                  <c:v>1.1068639</c:v>
                </c:pt>
                <c:pt idx="16">
                  <c:v>1.1089774</c:v>
                </c:pt>
                <c:pt idx="17">
                  <c:v>1.1082215</c:v>
                </c:pt>
                <c:pt idx="18">
                  <c:v>1.10963</c:v>
                </c:pt>
                <c:pt idx="19">
                  <c:v>1.111007</c:v>
                </c:pt>
                <c:pt idx="20">
                  <c:v>1.110351</c:v>
                </c:pt>
                <c:pt idx="21">
                  <c:v>1.1123595</c:v>
                </c:pt>
                <c:pt idx="22">
                  <c:v>1.1128763</c:v>
                </c:pt>
                <c:pt idx="23">
                  <c:v>1.113752</c:v>
                </c:pt>
                <c:pt idx="24">
                  <c:v>1.1137332</c:v>
                </c:pt>
                <c:pt idx="25">
                  <c:v>1.1119822</c:v>
                </c:pt>
                <c:pt idx="26">
                  <c:v>1.1135529</c:v>
                </c:pt>
                <c:pt idx="27">
                  <c:v>1.1148044</c:v>
                </c:pt>
                <c:pt idx="28">
                  <c:v>1.1137851</c:v>
                </c:pt>
                <c:pt idx="29">
                  <c:v>1.1141363</c:v>
                </c:pt>
                <c:pt idx="30">
                  <c:v>1.116493</c:v>
                </c:pt>
                <c:pt idx="31">
                  <c:v>1.1157885</c:v>
                </c:pt>
                <c:pt idx="32">
                  <c:v>1.1162348</c:v>
                </c:pt>
                <c:pt idx="33">
                  <c:v>1.11726</c:v>
                </c:pt>
                <c:pt idx="34">
                  <c:v>1.1166983</c:v>
                </c:pt>
                <c:pt idx="35">
                  <c:v>1.118225</c:v>
                </c:pt>
                <c:pt idx="36">
                  <c:v>1.1158699</c:v>
                </c:pt>
                <c:pt idx="37">
                  <c:v>1.1148459</c:v>
                </c:pt>
                <c:pt idx="38">
                  <c:v>1.1157668</c:v>
                </c:pt>
                <c:pt idx="39">
                  <c:v>1.1183324</c:v>
                </c:pt>
                <c:pt idx="40">
                  <c:v>1.1168536</c:v>
                </c:pt>
                <c:pt idx="41">
                  <c:v>1.1172571</c:v>
                </c:pt>
                <c:pt idx="42">
                  <c:v>1.1163019</c:v>
                </c:pt>
                <c:pt idx="43">
                  <c:v>1.1171812</c:v>
                </c:pt>
                <c:pt idx="44">
                  <c:v>1.1164515</c:v>
                </c:pt>
                <c:pt idx="45">
                  <c:v>1.1155818</c:v>
                </c:pt>
                <c:pt idx="46">
                  <c:v>1.1171752</c:v>
                </c:pt>
                <c:pt idx="47">
                  <c:v>1.114917</c:v>
                </c:pt>
                <c:pt idx="48">
                  <c:v>1.1164576</c:v>
                </c:pt>
                <c:pt idx="49">
                  <c:v>1.1148604</c:v>
                </c:pt>
                <c:pt idx="50">
                  <c:v>1.1135737</c:v>
                </c:pt>
                <c:pt idx="51">
                  <c:v>1.1148057</c:v>
                </c:pt>
                <c:pt idx="52">
                  <c:v>1.1142664</c:v>
                </c:pt>
                <c:pt idx="53">
                  <c:v>1.1145391</c:v>
                </c:pt>
                <c:pt idx="54">
                  <c:v>1.1133722</c:v>
                </c:pt>
                <c:pt idx="55">
                  <c:v>1.1137781</c:v>
                </c:pt>
                <c:pt idx="56">
                  <c:v>1.1130621</c:v>
                </c:pt>
                <c:pt idx="57">
                  <c:v>1.1124005</c:v>
                </c:pt>
                <c:pt idx="58">
                  <c:v>1.1109959</c:v>
                </c:pt>
                <c:pt idx="59">
                  <c:v>1.1105889</c:v>
                </c:pt>
                <c:pt idx="60">
                  <c:v>1.1089122</c:v>
                </c:pt>
                <c:pt idx="61">
                  <c:v>1.10882</c:v>
                </c:pt>
                <c:pt idx="62">
                  <c:v>1.1078383</c:v>
                </c:pt>
                <c:pt idx="63">
                  <c:v>1.1065443</c:v>
                </c:pt>
                <c:pt idx="64">
                  <c:v>1.1053739</c:v>
                </c:pt>
                <c:pt idx="65">
                  <c:v>1.1048366</c:v>
                </c:pt>
                <c:pt idx="66">
                  <c:v>1.1035748</c:v>
                </c:pt>
                <c:pt idx="67">
                  <c:v>1.1040306</c:v>
                </c:pt>
                <c:pt idx="68">
                  <c:v>1.1012121</c:v>
                </c:pt>
                <c:pt idx="69">
                  <c:v>1.1005969</c:v>
                </c:pt>
                <c:pt idx="70">
                  <c:v>1.0979437</c:v>
                </c:pt>
                <c:pt idx="71">
                  <c:v>1.0967128</c:v>
                </c:pt>
                <c:pt idx="72">
                  <c:v>1.0959642</c:v>
                </c:pt>
                <c:pt idx="73">
                  <c:v>1.0930874</c:v>
                </c:pt>
                <c:pt idx="74">
                  <c:v>1.0922061</c:v>
                </c:pt>
                <c:pt idx="75">
                  <c:v>1.0916723</c:v>
                </c:pt>
                <c:pt idx="76">
                  <c:v>1.0897467</c:v>
                </c:pt>
                <c:pt idx="77">
                  <c:v>1.0873473</c:v>
                </c:pt>
                <c:pt idx="78">
                  <c:v>1.0850416</c:v>
                </c:pt>
                <c:pt idx="79">
                  <c:v>1.0830114</c:v>
                </c:pt>
                <c:pt idx="80">
                  <c:v>1.0782346</c:v>
                </c:pt>
                <c:pt idx="81">
                  <c:v>1.0768422</c:v>
                </c:pt>
                <c:pt idx="82">
                  <c:v>1.0758706</c:v>
                </c:pt>
                <c:pt idx="83">
                  <c:v>1.0726222</c:v>
                </c:pt>
                <c:pt idx="84">
                  <c:v>1.0709112</c:v>
                </c:pt>
                <c:pt idx="85">
                  <c:v>1.0675322</c:v>
                </c:pt>
                <c:pt idx="86">
                  <c:v>1.0651991</c:v>
                </c:pt>
                <c:pt idx="87">
                  <c:v>1.059351</c:v>
                </c:pt>
                <c:pt idx="88">
                  <c:v>1.0552883</c:v>
                </c:pt>
                <c:pt idx="89">
                  <c:v>1.054791</c:v>
                </c:pt>
                <c:pt idx="90">
                  <c:v>1.0503132</c:v>
                </c:pt>
                <c:pt idx="91">
                  <c:v>1.0465446</c:v>
                </c:pt>
                <c:pt idx="92">
                  <c:v>1.0438849</c:v>
                </c:pt>
                <c:pt idx="93">
                  <c:v>1.0371069</c:v>
                </c:pt>
                <c:pt idx="94">
                  <c:v>1.031782</c:v>
                </c:pt>
                <c:pt idx="95">
                  <c:v>1.0279655</c:v>
                </c:pt>
                <c:pt idx="96">
                  <c:v>1.0223361</c:v>
                </c:pt>
                <c:pt idx="97">
                  <c:v>1.0147891</c:v>
                </c:pt>
                <c:pt idx="98">
                  <c:v>1.0074787</c:v>
                </c:pt>
                <c:pt idx="99">
                  <c:v>1.000849</c:v>
                </c:pt>
                <c:pt idx="100">
                  <c:v>0.99479312</c:v>
                </c:pt>
                <c:pt idx="101">
                  <c:v>0.98657697</c:v>
                </c:pt>
                <c:pt idx="102">
                  <c:v>0.98046535</c:v>
                </c:pt>
                <c:pt idx="103">
                  <c:v>0.97257239</c:v>
                </c:pt>
                <c:pt idx="104">
                  <c:v>0.96298611</c:v>
                </c:pt>
                <c:pt idx="105">
                  <c:v>0.95355713</c:v>
                </c:pt>
                <c:pt idx="106">
                  <c:v>0.94603348</c:v>
                </c:pt>
                <c:pt idx="107">
                  <c:v>0.93610764</c:v>
                </c:pt>
                <c:pt idx="108">
                  <c:v>0.92852587</c:v>
                </c:pt>
                <c:pt idx="109">
                  <c:v>0.92019051</c:v>
                </c:pt>
                <c:pt idx="110">
                  <c:v>0.91316754</c:v>
                </c:pt>
                <c:pt idx="111">
                  <c:v>0.90185893</c:v>
                </c:pt>
                <c:pt idx="112">
                  <c:v>0.89125162</c:v>
                </c:pt>
                <c:pt idx="113">
                  <c:v>0.8817355</c:v>
                </c:pt>
                <c:pt idx="114">
                  <c:v>0.87483871</c:v>
                </c:pt>
                <c:pt idx="115">
                  <c:v>0.86627454</c:v>
                </c:pt>
                <c:pt idx="116">
                  <c:v>0.85643482</c:v>
                </c:pt>
                <c:pt idx="117">
                  <c:v>0.84573919</c:v>
                </c:pt>
                <c:pt idx="118">
                  <c:v>0.83548957</c:v>
                </c:pt>
                <c:pt idx="119">
                  <c:v>0.82577723</c:v>
                </c:pt>
              </c:numCache>
            </c:numRef>
          </c:yVal>
        </c:ser>
        <c:ser>
          <c:idx val="30"/>
          <c:order val="30"/>
          <c:tx>
            <c:v>Batch2_cell_043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19</c:v>
                </c:pt>
                <c:pt idx="3">
                  <c:v>28</c:v>
                </c:pt>
                <c:pt idx="4">
                  <c:v>37</c:v>
                </c:pt>
                <c:pt idx="5">
                  <c:v>46</c:v>
                </c:pt>
                <c:pt idx="6">
                  <c:v>54</c:v>
                </c:pt>
                <c:pt idx="7">
                  <c:v>63</c:v>
                </c:pt>
                <c:pt idx="8">
                  <c:v>72</c:v>
                </c:pt>
                <c:pt idx="9">
                  <c:v>81</c:v>
                </c:pt>
                <c:pt idx="10">
                  <c:v>90</c:v>
                </c:pt>
                <c:pt idx="11">
                  <c:v>99</c:v>
                </c:pt>
                <c:pt idx="12">
                  <c:v>108</c:v>
                </c:pt>
                <c:pt idx="13">
                  <c:v>117</c:v>
                </c:pt>
                <c:pt idx="14">
                  <c:v>126</c:v>
                </c:pt>
                <c:pt idx="15">
                  <c:v>135</c:v>
                </c:pt>
                <c:pt idx="16">
                  <c:v>144</c:v>
                </c:pt>
                <c:pt idx="17">
                  <c:v>152</c:v>
                </c:pt>
                <c:pt idx="18">
                  <c:v>161</c:v>
                </c:pt>
                <c:pt idx="19">
                  <c:v>170</c:v>
                </c:pt>
                <c:pt idx="20">
                  <c:v>179</c:v>
                </c:pt>
                <c:pt idx="21">
                  <c:v>188</c:v>
                </c:pt>
                <c:pt idx="22">
                  <c:v>197</c:v>
                </c:pt>
                <c:pt idx="23">
                  <c:v>206</c:v>
                </c:pt>
                <c:pt idx="24">
                  <c:v>215</c:v>
                </c:pt>
                <c:pt idx="25">
                  <c:v>224</c:v>
                </c:pt>
                <c:pt idx="26">
                  <c:v>233</c:v>
                </c:pt>
                <c:pt idx="27">
                  <c:v>242</c:v>
                </c:pt>
                <c:pt idx="28">
                  <c:v>250</c:v>
                </c:pt>
                <c:pt idx="29">
                  <c:v>259</c:v>
                </c:pt>
                <c:pt idx="30">
                  <c:v>268</c:v>
                </c:pt>
                <c:pt idx="31">
                  <c:v>277</c:v>
                </c:pt>
                <c:pt idx="32">
                  <c:v>286</c:v>
                </c:pt>
                <c:pt idx="33">
                  <c:v>295</c:v>
                </c:pt>
                <c:pt idx="34">
                  <c:v>304</c:v>
                </c:pt>
                <c:pt idx="35">
                  <c:v>313</c:v>
                </c:pt>
                <c:pt idx="36">
                  <c:v>322</c:v>
                </c:pt>
                <c:pt idx="37">
                  <c:v>331</c:v>
                </c:pt>
                <c:pt idx="38">
                  <c:v>339</c:v>
                </c:pt>
                <c:pt idx="39">
                  <c:v>348</c:v>
                </c:pt>
                <c:pt idx="40">
                  <c:v>357</c:v>
                </c:pt>
                <c:pt idx="41">
                  <c:v>366</c:v>
                </c:pt>
                <c:pt idx="42">
                  <c:v>375</c:v>
                </c:pt>
                <c:pt idx="43">
                  <c:v>384</c:v>
                </c:pt>
                <c:pt idx="44">
                  <c:v>393</c:v>
                </c:pt>
                <c:pt idx="45">
                  <c:v>402</c:v>
                </c:pt>
                <c:pt idx="46">
                  <c:v>411</c:v>
                </c:pt>
                <c:pt idx="47">
                  <c:v>420</c:v>
                </c:pt>
                <c:pt idx="48">
                  <c:v>429</c:v>
                </c:pt>
                <c:pt idx="49">
                  <c:v>437</c:v>
                </c:pt>
                <c:pt idx="50">
                  <c:v>446</c:v>
                </c:pt>
                <c:pt idx="51">
                  <c:v>455</c:v>
                </c:pt>
                <c:pt idx="52">
                  <c:v>464</c:v>
                </c:pt>
                <c:pt idx="53">
                  <c:v>473</c:v>
                </c:pt>
                <c:pt idx="54">
                  <c:v>482</c:v>
                </c:pt>
                <c:pt idx="55">
                  <c:v>491</c:v>
                </c:pt>
                <c:pt idx="56">
                  <c:v>500</c:v>
                </c:pt>
                <c:pt idx="57">
                  <c:v>509</c:v>
                </c:pt>
                <c:pt idx="58">
                  <c:v>518</c:v>
                </c:pt>
                <c:pt idx="59">
                  <c:v>527</c:v>
                </c:pt>
                <c:pt idx="60">
                  <c:v>535</c:v>
                </c:pt>
                <c:pt idx="61">
                  <c:v>544</c:v>
                </c:pt>
                <c:pt idx="62">
                  <c:v>553</c:v>
                </c:pt>
                <c:pt idx="63">
                  <c:v>562</c:v>
                </c:pt>
                <c:pt idx="64">
                  <c:v>571</c:v>
                </c:pt>
                <c:pt idx="65">
                  <c:v>580</c:v>
                </c:pt>
                <c:pt idx="66">
                  <c:v>589</c:v>
                </c:pt>
                <c:pt idx="67">
                  <c:v>598</c:v>
                </c:pt>
                <c:pt idx="68">
                  <c:v>607</c:v>
                </c:pt>
                <c:pt idx="69">
                  <c:v>616</c:v>
                </c:pt>
                <c:pt idx="70">
                  <c:v>625</c:v>
                </c:pt>
                <c:pt idx="71">
                  <c:v>633</c:v>
                </c:pt>
                <c:pt idx="72">
                  <c:v>642</c:v>
                </c:pt>
                <c:pt idx="73">
                  <c:v>651</c:v>
                </c:pt>
                <c:pt idx="74">
                  <c:v>660</c:v>
                </c:pt>
                <c:pt idx="75">
                  <c:v>669</c:v>
                </c:pt>
                <c:pt idx="76">
                  <c:v>678</c:v>
                </c:pt>
                <c:pt idx="77">
                  <c:v>687</c:v>
                </c:pt>
                <c:pt idx="78">
                  <c:v>696</c:v>
                </c:pt>
                <c:pt idx="79">
                  <c:v>705</c:v>
                </c:pt>
                <c:pt idx="80">
                  <c:v>714</c:v>
                </c:pt>
                <c:pt idx="81">
                  <c:v>723</c:v>
                </c:pt>
                <c:pt idx="82">
                  <c:v>731</c:v>
                </c:pt>
                <c:pt idx="83">
                  <c:v>740</c:v>
                </c:pt>
                <c:pt idx="84">
                  <c:v>749</c:v>
                </c:pt>
                <c:pt idx="85">
                  <c:v>758</c:v>
                </c:pt>
                <c:pt idx="86">
                  <c:v>767</c:v>
                </c:pt>
                <c:pt idx="87">
                  <c:v>776</c:v>
                </c:pt>
                <c:pt idx="88">
                  <c:v>785</c:v>
                </c:pt>
                <c:pt idx="89">
                  <c:v>794</c:v>
                </c:pt>
                <c:pt idx="90">
                  <c:v>803</c:v>
                </c:pt>
                <c:pt idx="91">
                  <c:v>812</c:v>
                </c:pt>
                <c:pt idx="92">
                  <c:v>820</c:v>
                </c:pt>
                <c:pt idx="93">
                  <c:v>829</c:v>
                </c:pt>
                <c:pt idx="94">
                  <c:v>838</c:v>
                </c:pt>
                <c:pt idx="95">
                  <c:v>847</c:v>
                </c:pt>
                <c:pt idx="96">
                  <c:v>856</c:v>
                </c:pt>
                <c:pt idx="97">
                  <c:v>865</c:v>
                </c:pt>
                <c:pt idx="98">
                  <c:v>874</c:v>
                </c:pt>
                <c:pt idx="99">
                  <c:v>883</c:v>
                </c:pt>
                <c:pt idx="100">
                  <c:v>892</c:v>
                </c:pt>
                <c:pt idx="101">
                  <c:v>901</c:v>
                </c:pt>
                <c:pt idx="102">
                  <c:v>910</c:v>
                </c:pt>
                <c:pt idx="103">
                  <c:v>918</c:v>
                </c:pt>
                <c:pt idx="104">
                  <c:v>927</c:v>
                </c:pt>
                <c:pt idx="105">
                  <c:v>936</c:v>
                </c:pt>
                <c:pt idx="106">
                  <c:v>945</c:v>
                </c:pt>
                <c:pt idx="107">
                  <c:v>954</c:v>
                </c:pt>
                <c:pt idx="108">
                  <c:v>963</c:v>
                </c:pt>
                <c:pt idx="109">
                  <c:v>972</c:v>
                </c:pt>
                <c:pt idx="110">
                  <c:v>981</c:v>
                </c:pt>
                <c:pt idx="111">
                  <c:v>990</c:v>
                </c:pt>
                <c:pt idx="112">
                  <c:v>999</c:v>
                </c:pt>
                <c:pt idx="113">
                  <c:v>1008</c:v>
                </c:pt>
                <c:pt idx="114">
                  <c:v>1016</c:v>
                </c:pt>
                <c:pt idx="115">
                  <c:v>1025</c:v>
                </c:pt>
                <c:pt idx="116">
                  <c:v>1034</c:v>
                </c:pt>
                <c:pt idx="117">
                  <c:v>1043</c:v>
                </c:pt>
                <c:pt idx="118">
                  <c:v>1052</c:v>
                </c:pt>
                <c:pt idx="119">
                  <c:v>1061</c:v>
                </c:pt>
              </c:numCache>
            </c:numRef>
          </c:xVal>
          <c:yVal>
            <c:numRef>
              <c:f>'Chart Data'!$BJ$2:$BJ$121</c:f>
              <c:numCache>
                <c:formatCode>General</c:formatCode>
                <c:ptCount val="120"/>
                <c:pt idx="0">
                  <c:v>1.097247</c:v>
                </c:pt>
                <c:pt idx="1">
                  <c:v>1.0997281</c:v>
                </c:pt>
                <c:pt idx="2">
                  <c:v>1.1001737</c:v>
                </c:pt>
                <c:pt idx="3">
                  <c:v>1.1005982</c:v>
                </c:pt>
                <c:pt idx="4">
                  <c:v>1.100575</c:v>
                </c:pt>
                <c:pt idx="5">
                  <c:v>1.1004889</c:v>
                </c:pt>
                <c:pt idx="6">
                  <c:v>1.100866</c:v>
                </c:pt>
                <c:pt idx="7">
                  <c:v>1.1007512</c:v>
                </c:pt>
                <c:pt idx="8">
                  <c:v>1.0891728</c:v>
                </c:pt>
                <c:pt idx="9">
                  <c:v>1.0959493</c:v>
                </c:pt>
                <c:pt idx="10">
                  <c:v>1.0962342</c:v>
                </c:pt>
                <c:pt idx="11">
                  <c:v>1.0972747</c:v>
                </c:pt>
                <c:pt idx="12">
                  <c:v>1.098693</c:v>
                </c:pt>
                <c:pt idx="13">
                  <c:v>1.0980728</c:v>
                </c:pt>
                <c:pt idx="14">
                  <c:v>1.0963137</c:v>
                </c:pt>
                <c:pt idx="15">
                  <c:v>1.0982007</c:v>
                </c:pt>
                <c:pt idx="16">
                  <c:v>1.097621</c:v>
                </c:pt>
                <c:pt idx="17">
                  <c:v>1.0966291</c:v>
                </c:pt>
                <c:pt idx="18">
                  <c:v>1.0988861</c:v>
                </c:pt>
                <c:pt idx="19">
                  <c:v>1.0982945</c:v>
                </c:pt>
                <c:pt idx="20">
                  <c:v>1.0992867</c:v>
                </c:pt>
                <c:pt idx="21">
                  <c:v>1.0990019</c:v>
                </c:pt>
                <c:pt idx="22">
                  <c:v>1.1001174</c:v>
                </c:pt>
                <c:pt idx="23">
                  <c:v>1.0983541</c:v>
                </c:pt>
                <c:pt idx="24">
                  <c:v>1.0977159</c:v>
                </c:pt>
                <c:pt idx="25">
                  <c:v>1.0990883</c:v>
                </c:pt>
                <c:pt idx="26">
                  <c:v>1.0996215</c:v>
                </c:pt>
                <c:pt idx="27">
                  <c:v>1.0997783</c:v>
                </c:pt>
                <c:pt idx="28">
                  <c:v>1.1014714</c:v>
                </c:pt>
                <c:pt idx="29">
                  <c:v>1.09999</c:v>
                </c:pt>
                <c:pt idx="30">
                  <c:v>1.0995195</c:v>
                </c:pt>
                <c:pt idx="31">
                  <c:v>1.0995078</c:v>
                </c:pt>
                <c:pt idx="32">
                  <c:v>1.0985574</c:v>
                </c:pt>
                <c:pt idx="33">
                  <c:v>1.0994889</c:v>
                </c:pt>
                <c:pt idx="34">
                  <c:v>1.0985553</c:v>
                </c:pt>
                <c:pt idx="35">
                  <c:v>1.0989783</c:v>
                </c:pt>
                <c:pt idx="36">
                  <c:v>1.098758</c:v>
                </c:pt>
                <c:pt idx="37">
                  <c:v>1.0995302</c:v>
                </c:pt>
                <c:pt idx="38">
                  <c:v>1.0976307</c:v>
                </c:pt>
                <c:pt idx="39">
                  <c:v>1.0982075</c:v>
                </c:pt>
                <c:pt idx="40">
                  <c:v>1.0986757</c:v>
                </c:pt>
                <c:pt idx="41">
                  <c:v>1.0968529</c:v>
                </c:pt>
                <c:pt idx="42">
                  <c:v>1.0976697</c:v>
                </c:pt>
                <c:pt idx="43">
                  <c:v>1.0950973</c:v>
                </c:pt>
                <c:pt idx="44">
                  <c:v>1.0975766</c:v>
                </c:pt>
                <c:pt idx="45">
                  <c:v>1.0952433</c:v>
                </c:pt>
                <c:pt idx="46">
                  <c:v>1.09743</c:v>
                </c:pt>
                <c:pt idx="47">
                  <c:v>1.0953697</c:v>
                </c:pt>
                <c:pt idx="48">
                  <c:v>1.0985928</c:v>
                </c:pt>
                <c:pt idx="49">
                  <c:v>1.094005</c:v>
                </c:pt>
                <c:pt idx="50">
                  <c:v>1.0959234</c:v>
                </c:pt>
                <c:pt idx="51">
                  <c:v>1.0935377</c:v>
                </c:pt>
                <c:pt idx="52">
                  <c:v>1.0941871</c:v>
                </c:pt>
                <c:pt idx="53">
                  <c:v>1.0928491</c:v>
                </c:pt>
                <c:pt idx="54">
                  <c:v>1.0922748</c:v>
                </c:pt>
                <c:pt idx="55">
                  <c:v>1.0911466</c:v>
                </c:pt>
                <c:pt idx="56">
                  <c:v>1.0921791</c:v>
                </c:pt>
                <c:pt idx="57">
                  <c:v>1.0907992</c:v>
                </c:pt>
                <c:pt idx="58">
                  <c:v>1.0871491</c:v>
                </c:pt>
                <c:pt idx="59">
                  <c:v>1.0865554</c:v>
                </c:pt>
                <c:pt idx="60">
                  <c:v>1.0862876</c:v>
                </c:pt>
                <c:pt idx="61">
                  <c:v>1.0863576</c:v>
                </c:pt>
                <c:pt idx="62">
                  <c:v>1.0860448</c:v>
                </c:pt>
                <c:pt idx="63">
                  <c:v>1.0849477</c:v>
                </c:pt>
                <c:pt idx="64">
                  <c:v>1.0839978</c:v>
                </c:pt>
                <c:pt idx="65">
                  <c:v>1.0825384</c:v>
                </c:pt>
                <c:pt idx="66">
                  <c:v>1.087757</c:v>
                </c:pt>
                <c:pt idx="67">
                  <c:v>1.0839723</c:v>
                </c:pt>
                <c:pt idx="68">
                  <c:v>1.0804662</c:v>
                </c:pt>
                <c:pt idx="69">
                  <c:v>1.0800462</c:v>
                </c:pt>
                <c:pt idx="70">
                  <c:v>1.0792482</c:v>
                </c:pt>
                <c:pt idx="71">
                  <c:v>1.0807873</c:v>
                </c:pt>
                <c:pt idx="72">
                  <c:v>1.0798723</c:v>
                </c:pt>
                <c:pt idx="73">
                  <c:v>1.0787998</c:v>
                </c:pt>
                <c:pt idx="74">
                  <c:v>1.0810046</c:v>
                </c:pt>
                <c:pt idx="75">
                  <c:v>1.0758488</c:v>
                </c:pt>
                <c:pt idx="76">
                  <c:v>1.0751536</c:v>
                </c:pt>
                <c:pt idx="77">
                  <c:v>1.0749497</c:v>
                </c:pt>
                <c:pt idx="78">
                  <c:v>1.0716178</c:v>
                </c:pt>
                <c:pt idx="79">
                  <c:v>1.0741025</c:v>
                </c:pt>
                <c:pt idx="80">
                  <c:v>1.0720316</c:v>
                </c:pt>
                <c:pt idx="81">
                  <c:v>1.0686997</c:v>
                </c:pt>
                <c:pt idx="82">
                  <c:v>1.0675153</c:v>
                </c:pt>
                <c:pt idx="83">
                  <c:v>1.0646628</c:v>
                </c:pt>
                <c:pt idx="84">
                  <c:v>1.0618163</c:v>
                </c:pt>
                <c:pt idx="85">
                  <c:v>1.0620885</c:v>
                </c:pt>
                <c:pt idx="86">
                  <c:v>1.061946</c:v>
                </c:pt>
                <c:pt idx="87">
                  <c:v>1.0600103</c:v>
                </c:pt>
                <c:pt idx="88">
                  <c:v>1.057057</c:v>
                </c:pt>
                <c:pt idx="89">
                  <c:v>1.053234</c:v>
                </c:pt>
                <c:pt idx="90">
                  <c:v>1.0510412</c:v>
                </c:pt>
                <c:pt idx="91">
                  <c:v>1.0483127</c:v>
                </c:pt>
                <c:pt idx="92">
                  <c:v>1.0486969</c:v>
                </c:pt>
                <c:pt idx="93">
                  <c:v>1.0442076</c:v>
                </c:pt>
                <c:pt idx="94">
                  <c:v>1.0366439</c:v>
                </c:pt>
                <c:pt idx="95">
                  <c:v>1.037243</c:v>
                </c:pt>
                <c:pt idx="96">
                  <c:v>1.0306332</c:v>
                </c:pt>
                <c:pt idx="97">
                  <c:v>1.0285257</c:v>
                </c:pt>
                <c:pt idx="98">
                  <c:v>1.0246656</c:v>
                </c:pt>
                <c:pt idx="99">
                  <c:v>1.0177745</c:v>
                </c:pt>
                <c:pt idx="100">
                  <c:v>1.0152469</c:v>
                </c:pt>
                <c:pt idx="101">
                  <c:v>1.0103204</c:v>
                </c:pt>
                <c:pt idx="102">
                  <c:v>1.0053283</c:v>
                </c:pt>
                <c:pt idx="103">
                  <c:v>0.99854344</c:v>
                </c:pt>
                <c:pt idx="104">
                  <c:v>0.98972791</c:v>
                </c:pt>
                <c:pt idx="105">
                  <c:v>0.98003507</c:v>
                </c:pt>
                <c:pt idx="106">
                  <c:v>0.97440785</c:v>
                </c:pt>
                <c:pt idx="107">
                  <c:v>0.95730728</c:v>
                </c:pt>
                <c:pt idx="108">
                  <c:v>0.9497627</c:v>
                </c:pt>
                <c:pt idx="109">
                  <c:v>0.94639188</c:v>
                </c:pt>
                <c:pt idx="110">
                  <c:v>0.93954957</c:v>
                </c:pt>
                <c:pt idx="111">
                  <c:v>0.92848259</c:v>
                </c:pt>
                <c:pt idx="112">
                  <c:v>0.91839784</c:v>
                </c:pt>
                <c:pt idx="113">
                  <c:v>0.90772694</c:v>
                </c:pt>
                <c:pt idx="114">
                  <c:v>0.89764065</c:v>
                </c:pt>
                <c:pt idx="115">
                  <c:v>0.88459653</c:v>
                </c:pt>
                <c:pt idx="116">
                  <c:v>0.87081349</c:v>
                </c:pt>
                <c:pt idx="117">
                  <c:v>0.8558535</c:v>
                </c:pt>
                <c:pt idx="118">
                  <c:v>0.84334159</c:v>
                </c:pt>
                <c:pt idx="119">
                  <c:v>0.82532436</c:v>
                </c:pt>
              </c:numCache>
            </c:numRef>
          </c:yVal>
        </c:ser>
        <c:ser>
          <c:idx val="31"/>
          <c:order val="31"/>
          <c:tx>
            <c:v>Batch2_cell_044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16</c:v>
                </c:pt>
                <c:pt idx="3">
                  <c:v>23</c:v>
                </c:pt>
                <c:pt idx="4">
                  <c:v>30</c:v>
                </c:pt>
                <c:pt idx="5">
                  <c:v>38</c:v>
                </c:pt>
                <c:pt idx="6">
                  <c:v>45</c:v>
                </c:pt>
                <c:pt idx="7">
                  <c:v>52</c:v>
                </c:pt>
                <c:pt idx="8">
                  <c:v>60</c:v>
                </c:pt>
                <c:pt idx="9">
                  <c:v>67</c:v>
                </c:pt>
                <c:pt idx="10">
                  <c:v>74</c:v>
                </c:pt>
                <c:pt idx="11">
                  <c:v>82</c:v>
                </c:pt>
                <c:pt idx="12">
                  <c:v>89</c:v>
                </c:pt>
                <c:pt idx="13">
                  <c:v>96</c:v>
                </c:pt>
                <c:pt idx="14">
                  <c:v>104</c:v>
                </c:pt>
                <c:pt idx="15">
                  <c:v>111</c:v>
                </c:pt>
                <c:pt idx="16">
                  <c:v>118</c:v>
                </c:pt>
                <c:pt idx="17">
                  <c:v>126</c:v>
                </c:pt>
                <c:pt idx="18">
                  <c:v>133</c:v>
                </c:pt>
                <c:pt idx="19">
                  <c:v>140</c:v>
                </c:pt>
                <c:pt idx="20">
                  <c:v>148</c:v>
                </c:pt>
                <c:pt idx="21">
                  <c:v>155</c:v>
                </c:pt>
                <c:pt idx="22">
                  <c:v>162</c:v>
                </c:pt>
                <c:pt idx="23">
                  <c:v>170</c:v>
                </c:pt>
                <c:pt idx="24">
                  <c:v>177</c:v>
                </c:pt>
                <c:pt idx="25">
                  <c:v>184</c:v>
                </c:pt>
                <c:pt idx="26">
                  <c:v>192</c:v>
                </c:pt>
                <c:pt idx="27">
                  <c:v>199</c:v>
                </c:pt>
                <c:pt idx="28">
                  <c:v>206</c:v>
                </c:pt>
                <c:pt idx="29">
                  <c:v>214</c:v>
                </c:pt>
                <c:pt idx="30">
                  <c:v>221</c:v>
                </c:pt>
                <c:pt idx="31">
                  <c:v>228</c:v>
                </c:pt>
                <c:pt idx="32">
                  <c:v>236</c:v>
                </c:pt>
                <c:pt idx="33">
                  <c:v>243</c:v>
                </c:pt>
                <c:pt idx="34">
                  <c:v>250</c:v>
                </c:pt>
                <c:pt idx="35">
                  <c:v>258</c:v>
                </c:pt>
                <c:pt idx="36">
                  <c:v>265</c:v>
                </c:pt>
                <c:pt idx="37">
                  <c:v>272</c:v>
                </c:pt>
                <c:pt idx="38">
                  <c:v>280</c:v>
                </c:pt>
                <c:pt idx="39">
                  <c:v>287</c:v>
                </c:pt>
                <c:pt idx="40">
                  <c:v>294</c:v>
                </c:pt>
                <c:pt idx="41">
                  <c:v>302</c:v>
                </c:pt>
                <c:pt idx="42">
                  <c:v>309</c:v>
                </c:pt>
                <c:pt idx="43">
                  <c:v>316</c:v>
                </c:pt>
                <c:pt idx="44">
                  <c:v>324</c:v>
                </c:pt>
                <c:pt idx="45">
                  <c:v>331</c:v>
                </c:pt>
                <c:pt idx="46">
                  <c:v>338</c:v>
                </c:pt>
                <c:pt idx="47">
                  <c:v>346</c:v>
                </c:pt>
                <c:pt idx="48">
                  <c:v>353</c:v>
                </c:pt>
                <c:pt idx="49">
                  <c:v>360</c:v>
                </c:pt>
                <c:pt idx="50">
                  <c:v>368</c:v>
                </c:pt>
                <c:pt idx="51">
                  <c:v>375</c:v>
                </c:pt>
                <c:pt idx="52">
                  <c:v>382</c:v>
                </c:pt>
                <c:pt idx="53">
                  <c:v>390</c:v>
                </c:pt>
                <c:pt idx="54">
                  <c:v>397</c:v>
                </c:pt>
                <c:pt idx="55">
                  <c:v>404</c:v>
                </c:pt>
                <c:pt idx="56">
                  <c:v>412</c:v>
                </c:pt>
                <c:pt idx="57">
                  <c:v>419</c:v>
                </c:pt>
                <c:pt idx="58">
                  <c:v>426</c:v>
                </c:pt>
                <c:pt idx="59">
                  <c:v>434</c:v>
                </c:pt>
                <c:pt idx="60">
                  <c:v>441</c:v>
                </c:pt>
                <c:pt idx="61">
                  <c:v>449</c:v>
                </c:pt>
                <c:pt idx="62">
                  <c:v>456</c:v>
                </c:pt>
                <c:pt idx="63">
                  <c:v>463</c:v>
                </c:pt>
                <c:pt idx="64">
                  <c:v>471</c:v>
                </c:pt>
                <c:pt idx="65">
                  <c:v>478</c:v>
                </c:pt>
                <c:pt idx="66">
                  <c:v>485</c:v>
                </c:pt>
                <c:pt idx="67">
                  <c:v>493</c:v>
                </c:pt>
                <c:pt idx="68">
                  <c:v>500</c:v>
                </c:pt>
                <c:pt idx="69">
                  <c:v>507</c:v>
                </c:pt>
                <c:pt idx="70">
                  <c:v>515</c:v>
                </c:pt>
                <c:pt idx="71">
                  <c:v>522</c:v>
                </c:pt>
                <c:pt idx="72">
                  <c:v>529</c:v>
                </c:pt>
                <c:pt idx="73">
                  <c:v>537</c:v>
                </c:pt>
                <c:pt idx="74">
                  <c:v>544</c:v>
                </c:pt>
                <c:pt idx="75">
                  <c:v>551</c:v>
                </c:pt>
                <c:pt idx="76">
                  <c:v>559</c:v>
                </c:pt>
                <c:pt idx="77">
                  <c:v>566</c:v>
                </c:pt>
                <c:pt idx="78">
                  <c:v>573</c:v>
                </c:pt>
                <c:pt idx="79">
                  <c:v>581</c:v>
                </c:pt>
                <c:pt idx="80">
                  <c:v>588</c:v>
                </c:pt>
                <c:pt idx="81">
                  <c:v>595</c:v>
                </c:pt>
                <c:pt idx="82">
                  <c:v>603</c:v>
                </c:pt>
                <c:pt idx="83">
                  <c:v>610</c:v>
                </c:pt>
                <c:pt idx="84">
                  <c:v>617</c:v>
                </c:pt>
                <c:pt idx="85">
                  <c:v>625</c:v>
                </c:pt>
                <c:pt idx="86">
                  <c:v>632</c:v>
                </c:pt>
                <c:pt idx="87">
                  <c:v>639</c:v>
                </c:pt>
                <c:pt idx="88">
                  <c:v>647</c:v>
                </c:pt>
                <c:pt idx="89">
                  <c:v>654</c:v>
                </c:pt>
                <c:pt idx="90">
                  <c:v>661</c:v>
                </c:pt>
                <c:pt idx="91">
                  <c:v>669</c:v>
                </c:pt>
                <c:pt idx="92">
                  <c:v>676</c:v>
                </c:pt>
                <c:pt idx="93">
                  <c:v>683</c:v>
                </c:pt>
                <c:pt idx="94">
                  <c:v>691</c:v>
                </c:pt>
                <c:pt idx="95">
                  <c:v>698</c:v>
                </c:pt>
                <c:pt idx="96">
                  <c:v>705</c:v>
                </c:pt>
                <c:pt idx="97">
                  <c:v>713</c:v>
                </c:pt>
                <c:pt idx="98">
                  <c:v>720</c:v>
                </c:pt>
                <c:pt idx="99">
                  <c:v>727</c:v>
                </c:pt>
                <c:pt idx="100">
                  <c:v>735</c:v>
                </c:pt>
                <c:pt idx="101">
                  <c:v>742</c:v>
                </c:pt>
                <c:pt idx="102">
                  <c:v>749</c:v>
                </c:pt>
                <c:pt idx="103">
                  <c:v>757</c:v>
                </c:pt>
                <c:pt idx="104">
                  <c:v>764</c:v>
                </c:pt>
                <c:pt idx="105">
                  <c:v>771</c:v>
                </c:pt>
                <c:pt idx="106">
                  <c:v>779</c:v>
                </c:pt>
                <c:pt idx="107">
                  <c:v>786</c:v>
                </c:pt>
                <c:pt idx="108">
                  <c:v>793</c:v>
                </c:pt>
                <c:pt idx="109">
                  <c:v>801</c:v>
                </c:pt>
                <c:pt idx="110">
                  <c:v>808</c:v>
                </c:pt>
                <c:pt idx="111">
                  <c:v>815</c:v>
                </c:pt>
                <c:pt idx="112">
                  <c:v>823</c:v>
                </c:pt>
                <c:pt idx="113">
                  <c:v>830</c:v>
                </c:pt>
                <c:pt idx="114">
                  <c:v>837</c:v>
                </c:pt>
                <c:pt idx="115">
                  <c:v>845</c:v>
                </c:pt>
                <c:pt idx="116">
                  <c:v>852</c:v>
                </c:pt>
                <c:pt idx="117">
                  <c:v>859</c:v>
                </c:pt>
                <c:pt idx="118">
                  <c:v>867</c:v>
                </c:pt>
                <c:pt idx="119">
                  <c:v>874</c:v>
                </c:pt>
              </c:numCache>
            </c:numRef>
          </c:xVal>
          <c:yVal>
            <c:numRef>
              <c:f>'Chart Data'!$BL$2:$BL$121</c:f>
              <c:numCache>
                <c:formatCode>General</c:formatCode>
                <c:ptCount val="120"/>
                <c:pt idx="0">
                  <c:v>1.0977726</c:v>
                </c:pt>
                <c:pt idx="1">
                  <c:v>1.0982233</c:v>
                </c:pt>
                <c:pt idx="2">
                  <c:v>1.0986536</c:v>
                </c:pt>
                <c:pt idx="3">
                  <c:v>1.0979295</c:v>
                </c:pt>
                <c:pt idx="4">
                  <c:v>1.0986788</c:v>
                </c:pt>
                <c:pt idx="5">
                  <c:v>1.098372</c:v>
                </c:pt>
                <c:pt idx="6">
                  <c:v>1.0984681</c:v>
                </c:pt>
                <c:pt idx="7">
                  <c:v>1.0982125</c:v>
                </c:pt>
                <c:pt idx="8">
                  <c:v>1.0989587</c:v>
                </c:pt>
                <c:pt idx="9">
                  <c:v>1.0983849</c:v>
                </c:pt>
                <c:pt idx="10">
                  <c:v>1.0948199</c:v>
                </c:pt>
                <c:pt idx="11">
                  <c:v>1.0971102</c:v>
                </c:pt>
                <c:pt idx="12">
                  <c:v>1.0974398</c:v>
                </c:pt>
                <c:pt idx="13">
                  <c:v>1.0973326</c:v>
                </c:pt>
                <c:pt idx="14">
                  <c:v>1.0976496</c:v>
                </c:pt>
                <c:pt idx="15">
                  <c:v>1.0979862</c:v>
                </c:pt>
                <c:pt idx="16">
                  <c:v>1.0981218</c:v>
                </c:pt>
                <c:pt idx="17">
                  <c:v>1.09798</c:v>
                </c:pt>
                <c:pt idx="18">
                  <c:v>1.098268</c:v>
                </c:pt>
                <c:pt idx="19">
                  <c:v>1.0977917</c:v>
                </c:pt>
                <c:pt idx="20">
                  <c:v>1.0987445</c:v>
                </c:pt>
                <c:pt idx="21">
                  <c:v>1.0980166</c:v>
                </c:pt>
                <c:pt idx="22">
                  <c:v>1.0966815</c:v>
                </c:pt>
                <c:pt idx="23">
                  <c:v>1.0984474</c:v>
                </c:pt>
                <c:pt idx="24">
                  <c:v>1.0992942</c:v>
                </c:pt>
                <c:pt idx="25">
                  <c:v>1.0994325</c:v>
                </c:pt>
                <c:pt idx="26">
                  <c:v>1.0971408</c:v>
                </c:pt>
                <c:pt idx="27">
                  <c:v>1.099394</c:v>
                </c:pt>
                <c:pt idx="28">
                  <c:v>1.1001196</c:v>
                </c:pt>
                <c:pt idx="29">
                  <c:v>1.0985458</c:v>
                </c:pt>
                <c:pt idx="30">
                  <c:v>1.0983342</c:v>
                </c:pt>
                <c:pt idx="31">
                  <c:v>1.1004148</c:v>
                </c:pt>
                <c:pt idx="32">
                  <c:v>1.1002281</c:v>
                </c:pt>
                <c:pt idx="33">
                  <c:v>1.0990916</c:v>
                </c:pt>
                <c:pt idx="34">
                  <c:v>1.099897</c:v>
                </c:pt>
                <c:pt idx="35">
                  <c:v>1.1006315</c:v>
                </c:pt>
                <c:pt idx="36">
                  <c:v>1.1008714</c:v>
                </c:pt>
                <c:pt idx="37">
                  <c:v>1.1015341</c:v>
                </c:pt>
                <c:pt idx="38">
                  <c:v>1.0995233</c:v>
                </c:pt>
                <c:pt idx="39">
                  <c:v>1.1008134</c:v>
                </c:pt>
                <c:pt idx="40">
                  <c:v>1.1013311</c:v>
                </c:pt>
                <c:pt idx="41">
                  <c:v>1.1018318</c:v>
                </c:pt>
                <c:pt idx="42">
                  <c:v>1.0998112</c:v>
                </c:pt>
                <c:pt idx="43">
                  <c:v>1.0971154</c:v>
                </c:pt>
                <c:pt idx="44">
                  <c:v>1.1018059</c:v>
                </c:pt>
                <c:pt idx="45">
                  <c:v>1.0998441</c:v>
                </c:pt>
                <c:pt idx="46">
                  <c:v>1.0982075</c:v>
                </c:pt>
                <c:pt idx="47">
                  <c:v>1.0986737</c:v>
                </c:pt>
                <c:pt idx="48">
                  <c:v>1.1008872</c:v>
                </c:pt>
                <c:pt idx="49">
                  <c:v>1.1001915</c:v>
                </c:pt>
                <c:pt idx="50">
                  <c:v>1.095953</c:v>
                </c:pt>
                <c:pt idx="51">
                  <c:v>1.0996627</c:v>
                </c:pt>
                <c:pt idx="52">
                  <c:v>1.097061</c:v>
                </c:pt>
                <c:pt idx="53">
                  <c:v>1.0991797</c:v>
                </c:pt>
                <c:pt idx="54">
                  <c:v>1.0967212</c:v>
                </c:pt>
                <c:pt idx="55">
                  <c:v>1.09921</c:v>
                </c:pt>
                <c:pt idx="56">
                  <c:v>1.097697</c:v>
                </c:pt>
                <c:pt idx="57">
                  <c:v>1.0976387</c:v>
                </c:pt>
                <c:pt idx="58">
                  <c:v>1.0956829</c:v>
                </c:pt>
                <c:pt idx="59">
                  <c:v>1.0938845</c:v>
                </c:pt>
                <c:pt idx="60">
                  <c:v>1.0920528</c:v>
                </c:pt>
                <c:pt idx="61">
                  <c:v>1.094758</c:v>
                </c:pt>
                <c:pt idx="62">
                  <c:v>1.0939163</c:v>
                </c:pt>
                <c:pt idx="63">
                  <c:v>1.0943903</c:v>
                </c:pt>
                <c:pt idx="64">
                  <c:v>1.0950779</c:v>
                </c:pt>
                <c:pt idx="65">
                  <c:v>1.0926679</c:v>
                </c:pt>
                <c:pt idx="66">
                  <c:v>1.0938046</c:v>
                </c:pt>
                <c:pt idx="67">
                  <c:v>1.0908326</c:v>
                </c:pt>
                <c:pt idx="68">
                  <c:v>1.0905892</c:v>
                </c:pt>
                <c:pt idx="69">
                  <c:v>1.0905811</c:v>
                </c:pt>
                <c:pt idx="70">
                  <c:v>1.0890526</c:v>
                </c:pt>
                <c:pt idx="71">
                  <c:v>1.0889655</c:v>
                </c:pt>
                <c:pt idx="72">
                  <c:v>1.0867893</c:v>
                </c:pt>
                <c:pt idx="73">
                  <c:v>1.0857449</c:v>
                </c:pt>
                <c:pt idx="74">
                  <c:v>1.0859691</c:v>
                </c:pt>
                <c:pt idx="75">
                  <c:v>1.0865812</c:v>
                </c:pt>
                <c:pt idx="76">
                  <c:v>1.0831743</c:v>
                </c:pt>
                <c:pt idx="77">
                  <c:v>1.0848857</c:v>
                </c:pt>
                <c:pt idx="78">
                  <c:v>1.0834593</c:v>
                </c:pt>
                <c:pt idx="79">
                  <c:v>1.0824564</c:v>
                </c:pt>
                <c:pt idx="80">
                  <c:v>1.081802</c:v>
                </c:pt>
                <c:pt idx="81">
                  <c:v>1.0790247</c:v>
                </c:pt>
                <c:pt idx="82">
                  <c:v>1.0786813</c:v>
                </c:pt>
                <c:pt idx="83">
                  <c:v>1.0763117</c:v>
                </c:pt>
                <c:pt idx="84">
                  <c:v>1.076635</c:v>
                </c:pt>
                <c:pt idx="85">
                  <c:v>1.0747526</c:v>
                </c:pt>
                <c:pt idx="86">
                  <c:v>1.072387</c:v>
                </c:pt>
                <c:pt idx="87">
                  <c:v>1.0704221</c:v>
                </c:pt>
                <c:pt idx="88">
                  <c:v>1.0684035</c:v>
                </c:pt>
                <c:pt idx="89">
                  <c:v>1.0674776</c:v>
                </c:pt>
                <c:pt idx="90">
                  <c:v>1.0647693</c:v>
                </c:pt>
                <c:pt idx="91">
                  <c:v>1.0635347</c:v>
                </c:pt>
                <c:pt idx="92">
                  <c:v>1.0597608</c:v>
                </c:pt>
                <c:pt idx="93">
                  <c:v>1.0589623</c:v>
                </c:pt>
                <c:pt idx="94">
                  <c:v>1.0532995</c:v>
                </c:pt>
                <c:pt idx="95">
                  <c:v>1.0529982</c:v>
                </c:pt>
                <c:pt idx="96">
                  <c:v>1.0492537</c:v>
                </c:pt>
                <c:pt idx="97">
                  <c:v>1.0458889</c:v>
                </c:pt>
                <c:pt idx="98">
                  <c:v>1.0406177</c:v>
                </c:pt>
                <c:pt idx="99">
                  <c:v>1.0344368</c:v>
                </c:pt>
                <c:pt idx="100">
                  <c:v>1.0294836</c:v>
                </c:pt>
                <c:pt idx="101">
                  <c:v>1.023066</c:v>
                </c:pt>
                <c:pt idx="102">
                  <c:v>1.0177619</c:v>
                </c:pt>
                <c:pt idx="103">
                  <c:v>1.008267</c:v>
                </c:pt>
                <c:pt idx="104">
                  <c:v>0.99861372</c:v>
                </c:pt>
                <c:pt idx="105">
                  <c:v>0.99143749</c:v>
                </c:pt>
                <c:pt idx="106">
                  <c:v>0.97704059</c:v>
                </c:pt>
                <c:pt idx="107">
                  <c:v>0.96645039</c:v>
                </c:pt>
                <c:pt idx="108">
                  <c:v>0.95595258</c:v>
                </c:pt>
                <c:pt idx="109">
                  <c:v>0.94210196</c:v>
                </c:pt>
                <c:pt idx="110">
                  <c:v>0.93220133</c:v>
                </c:pt>
                <c:pt idx="111">
                  <c:v>0.91735584</c:v>
                </c:pt>
                <c:pt idx="112">
                  <c:v>0.90664035</c:v>
                </c:pt>
                <c:pt idx="113">
                  <c:v>0.8959465</c:v>
                </c:pt>
                <c:pt idx="114">
                  <c:v>0.88581467</c:v>
                </c:pt>
                <c:pt idx="115">
                  <c:v>0.87279826</c:v>
                </c:pt>
                <c:pt idx="116">
                  <c:v>0.85973626</c:v>
                </c:pt>
                <c:pt idx="117">
                  <c:v>0.84977603</c:v>
                </c:pt>
                <c:pt idx="118">
                  <c:v>0.83638901</c:v>
                </c:pt>
                <c:pt idx="119">
                  <c:v>0.82503617</c:v>
                </c:pt>
              </c:numCache>
            </c:numRef>
          </c:yVal>
        </c:ser>
        <c:ser>
          <c:idx val="32"/>
          <c:order val="32"/>
          <c:tx>
            <c:v>Batch2_cell_045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18</c:v>
                </c:pt>
                <c:pt idx="3">
                  <c:v>27</c:v>
                </c:pt>
                <c:pt idx="4">
                  <c:v>35</c:v>
                </c:pt>
                <c:pt idx="5">
                  <c:v>44</c:v>
                </c:pt>
                <c:pt idx="6">
                  <c:v>53</c:v>
                </c:pt>
                <c:pt idx="7">
                  <c:v>61</c:v>
                </c:pt>
                <c:pt idx="8">
                  <c:v>70</c:v>
                </c:pt>
                <c:pt idx="9">
                  <c:v>79</c:v>
                </c:pt>
                <c:pt idx="10">
                  <c:v>87</c:v>
                </c:pt>
                <c:pt idx="11">
                  <c:v>96</c:v>
                </c:pt>
                <c:pt idx="12">
                  <c:v>104</c:v>
                </c:pt>
                <c:pt idx="13">
                  <c:v>113</c:v>
                </c:pt>
                <c:pt idx="14">
                  <c:v>122</c:v>
                </c:pt>
                <c:pt idx="15">
                  <c:v>130</c:v>
                </c:pt>
                <c:pt idx="16">
                  <c:v>139</c:v>
                </c:pt>
                <c:pt idx="17">
                  <c:v>148</c:v>
                </c:pt>
                <c:pt idx="18">
                  <c:v>156</c:v>
                </c:pt>
                <c:pt idx="19">
                  <c:v>165</c:v>
                </c:pt>
                <c:pt idx="20">
                  <c:v>173</c:v>
                </c:pt>
                <c:pt idx="21">
                  <c:v>182</c:v>
                </c:pt>
                <c:pt idx="22">
                  <c:v>191</c:v>
                </c:pt>
                <c:pt idx="23">
                  <c:v>199</c:v>
                </c:pt>
                <c:pt idx="24">
                  <c:v>208</c:v>
                </c:pt>
                <c:pt idx="25">
                  <c:v>217</c:v>
                </c:pt>
                <c:pt idx="26">
                  <c:v>225</c:v>
                </c:pt>
                <c:pt idx="27">
                  <c:v>234</c:v>
                </c:pt>
                <c:pt idx="28">
                  <c:v>242</c:v>
                </c:pt>
                <c:pt idx="29">
                  <c:v>251</c:v>
                </c:pt>
                <c:pt idx="30">
                  <c:v>260</c:v>
                </c:pt>
                <c:pt idx="31">
                  <c:v>268</c:v>
                </c:pt>
                <c:pt idx="32">
                  <c:v>277</c:v>
                </c:pt>
                <c:pt idx="33">
                  <c:v>286</c:v>
                </c:pt>
                <c:pt idx="34">
                  <c:v>294</c:v>
                </c:pt>
                <c:pt idx="35">
                  <c:v>303</c:v>
                </c:pt>
                <c:pt idx="36">
                  <c:v>311</c:v>
                </c:pt>
                <c:pt idx="37">
                  <c:v>320</c:v>
                </c:pt>
                <c:pt idx="38">
                  <c:v>329</c:v>
                </c:pt>
                <c:pt idx="39">
                  <c:v>337</c:v>
                </c:pt>
                <c:pt idx="40">
                  <c:v>346</c:v>
                </c:pt>
                <c:pt idx="41">
                  <c:v>354</c:v>
                </c:pt>
                <c:pt idx="42">
                  <c:v>363</c:v>
                </c:pt>
                <c:pt idx="43">
                  <c:v>372</c:v>
                </c:pt>
                <c:pt idx="44">
                  <c:v>380</c:v>
                </c:pt>
                <c:pt idx="45">
                  <c:v>389</c:v>
                </c:pt>
                <c:pt idx="46">
                  <c:v>398</c:v>
                </c:pt>
                <c:pt idx="47">
                  <c:v>406</c:v>
                </c:pt>
                <c:pt idx="48">
                  <c:v>415</c:v>
                </c:pt>
                <c:pt idx="49">
                  <c:v>423</c:v>
                </c:pt>
                <c:pt idx="50">
                  <c:v>432</c:v>
                </c:pt>
                <c:pt idx="51">
                  <c:v>441</c:v>
                </c:pt>
                <c:pt idx="52">
                  <c:v>449</c:v>
                </c:pt>
                <c:pt idx="53">
                  <c:v>458</c:v>
                </c:pt>
                <c:pt idx="54">
                  <c:v>467</c:v>
                </c:pt>
                <c:pt idx="55">
                  <c:v>475</c:v>
                </c:pt>
                <c:pt idx="56">
                  <c:v>484</c:v>
                </c:pt>
                <c:pt idx="57">
                  <c:v>492</c:v>
                </c:pt>
                <c:pt idx="58">
                  <c:v>501</c:v>
                </c:pt>
                <c:pt idx="59">
                  <c:v>510</c:v>
                </c:pt>
                <c:pt idx="60">
                  <c:v>518</c:v>
                </c:pt>
                <c:pt idx="61">
                  <c:v>527</c:v>
                </c:pt>
                <c:pt idx="62">
                  <c:v>536</c:v>
                </c:pt>
                <c:pt idx="63">
                  <c:v>544</c:v>
                </c:pt>
                <c:pt idx="64">
                  <c:v>553</c:v>
                </c:pt>
                <c:pt idx="65">
                  <c:v>561</c:v>
                </c:pt>
                <c:pt idx="66">
                  <c:v>570</c:v>
                </c:pt>
                <c:pt idx="67">
                  <c:v>579</c:v>
                </c:pt>
                <c:pt idx="68">
                  <c:v>587</c:v>
                </c:pt>
                <c:pt idx="69">
                  <c:v>596</c:v>
                </c:pt>
                <c:pt idx="70">
                  <c:v>605</c:v>
                </c:pt>
                <c:pt idx="71">
                  <c:v>613</c:v>
                </c:pt>
                <c:pt idx="72">
                  <c:v>622</c:v>
                </c:pt>
                <c:pt idx="73">
                  <c:v>630</c:v>
                </c:pt>
                <c:pt idx="74">
                  <c:v>639</c:v>
                </c:pt>
                <c:pt idx="75">
                  <c:v>648</c:v>
                </c:pt>
                <c:pt idx="76">
                  <c:v>656</c:v>
                </c:pt>
                <c:pt idx="77">
                  <c:v>665</c:v>
                </c:pt>
                <c:pt idx="78">
                  <c:v>674</c:v>
                </c:pt>
                <c:pt idx="79">
                  <c:v>682</c:v>
                </c:pt>
                <c:pt idx="80">
                  <c:v>691</c:v>
                </c:pt>
                <c:pt idx="81">
                  <c:v>699</c:v>
                </c:pt>
                <c:pt idx="82">
                  <c:v>708</c:v>
                </c:pt>
                <c:pt idx="83">
                  <c:v>717</c:v>
                </c:pt>
                <c:pt idx="84">
                  <c:v>725</c:v>
                </c:pt>
                <c:pt idx="85">
                  <c:v>734</c:v>
                </c:pt>
                <c:pt idx="86">
                  <c:v>742</c:v>
                </c:pt>
                <c:pt idx="87">
                  <c:v>751</c:v>
                </c:pt>
                <c:pt idx="88">
                  <c:v>760</c:v>
                </c:pt>
                <c:pt idx="89">
                  <c:v>768</c:v>
                </c:pt>
                <c:pt idx="90">
                  <c:v>777</c:v>
                </c:pt>
                <c:pt idx="91">
                  <c:v>786</c:v>
                </c:pt>
                <c:pt idx="92">
                  <c:v>794</c:v>
                </c:pt>
                <c:pt idx="93">
                  <c:v>803</c:v>
                </c:pt>
                <c:pt idx="94">
                  <c:v>811</c:v>
                </c:pt>
                <c:pt idx="95">
                  <c:v>820</c:v>
                </c:pt>
                <c:pt idx="96">
                  <c:v>829</c:v>
                </c:pt>
                <c:pt idx="97">
                  <c:v>837</c:v>
                </c:pt>
                <c:pt idx="98">
                  <c:v>846</c:v>
                </c:pt>
                <c:pt idx="99">
                  <c:v>855</c:v>
                </c:pt>
                <c:pt idx="100">
                  <c:v>863</c:v>
                </c:pt>
                <c:pt idx="101">
                  <c:v>872</c:v>
                </c:pt>
                <c:pt idx="102">
                  <c:v>880</c:v>
                </c:pt>
                <c:pt idx="103">
                  <c:v>889</c:v>
                </c:pt>
                <c:pt idx="104">
                  <c:v>898</c:v>
                </c:pt>
                <c:pt idx="105">
                  <c:v>906</c:v>
                </c:pt>
                <c:pt idx="106">
                  <c:v>915</c:v>
                </c:pt>
                <c:pt idx="107">
                  <c:v>924</c:v>
                </c:pt>
                <c:pt idx="108">
                  <c:v>932</c:v>
                </c:pt>
                <c:pt idx="109">
                  <c:v>941</c:v>
                </c:pt>
                <c:pt idx="110">
                  <c:v>949</c:v>
                </c:pt>
                <c:pt idx="111">
                  <c:v>958</c:v>
                </c:pt>
                <c:pt idx="112">
                  <c:v>967</c:v>
                </c:pt>
                <c:pt idx="113">
                  <c:v>975</c:v>
                </c:pt>
                <c:pt idx="114">
                  <c:v>984</c:v>
                </c:pt>
                <c:pt idx="115">
                  <c:v>993</c:v>
                </c:pt>
                <c:pt idx="116">
                  <c:v>1001</c:v>
                </c:pt>
                <c:pt idx="117">
                  <c:v>1010</c:v>
                </c:pt>
                <c:pt idx="118">
                  <c:v>1018</c:v>
                </c:pt>
                <c:pt idx="119">
                  <c:v>1027</c:v>
                </c:pt>
              </c:numCache>
            </c:numRef>
          </c:xVal>
          <c:yVal>
            <c:numRef>
              <c:f>'Chart Data'!$BN$2:$BN$121</c:f>
              <c:numCache>
                <c:formatCode>General</c:formatCode>
                <c:ptCount val="120"/>
                <c:pt idx="0">
                  <c:v>1.1032015</c:v>
                </c:pt>
                <c:pt idx="1">
                  <c:v>1.1031003</c:v>
                </c:pt>
                <c:pt idx="2">
                  <c:v>1.1038034</c:v>
                </c:pt>
                <c:pt idx="3">
                  <c:v>1.1022977</c:v>
                </c:pt>
                <c:pt idx="4">
                  <c:v>1.1032989</c:v>
                </c:pt>
                <c:pt idx="5">
                  <c:v>1.1027793</c:v>
                </c:pt>
                <c:pt idx="6">
                  <c:v>1.104031</c:v>
                </c:pt>
                <c:pt idx="7">
                  <c:v>1.1014613</c:v>
                </c:pt>
                <c:pt idx="8">
                  <c:v>1.0967394</c:v>
                </c:pt>
                <c:pt idx="9">
                  <c:v>1.0989476</c:v>
                </c:pt>
                <c:pt idx="10">
                  <c:v>1.0990525</c:v>
                </c:pt>
                <c:pt idx="11">
                  <c:v>1.0994735</c:v>
                </c:pt>
                <c:pt idx="12">
                  <c:v>1.1009059</c:v>
                </c:pt>
                <c:pt idx="13">
                  <c:v>1.1005508</c:v>
                </c:pt>
                <c:pt idx="14">
                  <c:v>1.1023504</c:v>
                </c:pt>
                <c:pt idx="15">
                  <c:v>1.1027335</c:v>
                </c:pt>
                <c:pt idx="16">
                  <c:v>1.1014608</c:v>
                </c:pt>
                <c:pt idx="17">
                  <c:v>1.1009334</c:v>
                </c:pt>
                <c:pt idx="18">
                  <c:v>1.100078</c:v>
                </c:pt>
                <c:pt idx="19">
                  <c:v>1.1020831</c:v>
                </c:pt>
                <c:pt idx="20">
                  <c:v>1.1022538</c:v>
                </c:pt>
                <c:pt idx="21">
                  <c:v>1.1028973</c:v>
                </c:pt>
                <c:pt idx="22">
                  <c:v>1.1032597</c:v>
                </c:pt>
                <c:pt idx="23">
                  <c:v>1.1034728</c:v>
                </c:pt>
                <c:pt idx="24">
                  <c:v>1.1041309</c:v>
                </c:pt>
                <c:pt idx="25">
                  <c:v>1.1025778</c:v>
                </c:pt>
                <c:pt idx="26">
                  <c:v>1.1044517</c:v>
                </c:pt>
                <c:pt idx="27">
                  <c:v>1.1035237</c:v>
                </c:pt>
                <c:pt idx="28">
                  <c:v>1.1051143</c:v>
                </c:pt>
                <c:pt idx="29">
                  <c:v>1.1050031</c:v>
                </c:pt>
                <c:pt idx="30">
                  <c:v>1.1034428</c:v>
                </c:pt>
                <c:pt idx="31">
                  <c:v>1.1052878</c:v>
                </c:pt>
                <c:pt idx="32">
                  <c:v>1.1043996</c:v>
                </c:pt>
                <c:pt idx="33">
                  <c:v>1.1028993</c:v>
                </c:pt>
                <c:pt idx="34">
                  <c:v>1.10332</c:v>
                </c:pt>
                <c:pt idx="35">
                  <c:v>1.1046783</c:v>
                </c:pt>
                <c:pt idx="36">
                  <c:v>1.1048319</c:v>
                </c:pt>
                <c:pt idx="37">
                  <c:v>1.1021825</c:v>
                </c:pt>
                <c:pt idx="38">
                  <c:v>1.1037166</c:v>
                </c:pt>
                <c:pt idx="39">
                  <c:v>1.1061169</c:v>
                </c:pt>
                <c:pt idx="40">
                  <c:v>1.1057897</c:v>
                </c:pt>
                <c:pt idx="41">
                  <c:v>1.1049119</c:v>
                </c:pt>
                <c:pt idx="42">
                  <c:v>1.1052052</c:v>
                </c:pt>
                <c:pt idx="43">
                  <c:v>1.1044995</c:v>
                </c:pt>
                <c:pt idx="44">
                  <c:v>1.1051202</c:v>
                </c:pt>
                <c:pt idx="45">
                  <c:v>1.1009401</c:v>
                </c:pt>
                <c:pt idx="46">
                  <c:v>1.1044137</c:v>
                </c:pt>
                <c:pt idx="47">
                  <c:v>1.102833</c:v>
                </c:pt>
                <c:pt idx="48">
                  <c:v>1.1035016</c:v>
                </c:pt>
                <c:pt idx="49">
                  <c:v>1.1023085</c:v>
                </c:pt>
                <c:pt idx="50">
                  <c:v>1.10062</c:v>
                </c:pt>
                <c:pt idx="51">
                  <c:v>1.1015259</c:v>
                </c:pt>
                <c:pt idx="52">
                  <c:v>1.1001683</c:v>
                </c:pt>
                <c:pt idx="53">
                  <c:v>1.100991</c:v>
                </c:pt>
                <c:pt idx="54">
                  <c:v>1.1009799</c:v>
                </c:pt>
                <c:pt idx="55">
                  <c:v>1.0982682</c:v>
                </c:pt>
                <c:pt idx="56">
                  <c:v>1.0995712</c:v>
                </c:pt>
                <c:pt idx="57">
                  <c:v>1.0969507</c:v>
                </c:pt>
                <c:pt idx="58">
                  <c:v>1.0969445</c:v>
                </c:pt>
                <c:pt idx="59">
                  <c:v>1.0973401</c:v>
                </c:pt>
                <c:pt idx="60">
                  <c:v>1.0949767</c:v>
                </c:pt>
                <c:pt idx="61">
                  <c:v>1.0931728</c:v>
                </c:pt>
                <c:pt idx="62">
                  <c:v>1.0926926</c:v>
                </c:pt>
                <c:pt idx="63">
                  <c:v>1.0916241</c:v>
                </c:pt>
                <c:pt idx="64">
                  <c:v>1.0919869</c:v>
                </c:pt>
                <c:pt idx="65">
                  <c:v>1.0906172</c:v>
                </c:pt>
                <c:pt idx="66">
                  <c:v>1.0893569</c:v>
                </c:pt>
                <c:pt idx="67">
                  <c:v>1.0907706</c:v>
                </c:pt>
                <c:pt idx="68">
                  <c:v>1.0914026</c:v>
                </c:pt>
                <c:pt idx="69">
                  <c:v>1.0888907</c:v>
                </c:pt>
                <c:pt idx="70">
                  <c:v>1.0870404</c:v>
                </c:pt>
                <c:pt idx="71">
                  <c:v>1.0867203</c:v>
                </c:pt>
                <c:pt idx="72">
                  <c:v>1.0849038</c:v>
                </c:pt>
                <c:pt idx="73">
                  <c:v>1.0850978</c:v>
                </c:pt>
                <c:pt idx="74">
                  <c:v>1.0797149</c:v>
                </c:pt>
                <c:pt idx="75">
                  <c:v>1.0826714</c:v>
                </c:pt>
                <c:pt idx="76">
                  <c:v>1.081471</c:v>
                </c:pt>
                <c:pt idx="77">
                  <c:v>1.0794675</c:v>
                </c:pt>
                <c:pt idx="78">
                  <c:v>1.0782704</c:v>
                </c:pt>
                <c:pt idx="79">
                  <c:v>1.0770661</c:v>
                </c:pt>
                <c:pt idx="80">
                  <c:v>1.0741259</c:v>
                </c:pt>
                <c:pt idx="81">
                  <c:v>1.0727152</c:v>
                </c:pt>
                <c:pt idx="82">
                  <c:v>1.0681978</c:v>
                </c:pt>
                <c:pt idx="83">
                  <c:v>1.0673245</c:v>
                </c:pt>
                <c:pt idx="84">
                  <c:v>1.0662394</c:v>
                </c:pt>
                <c:pt idx="85">
                  <c:v>1.0612859</c:v>
                </c:pt>
                <c:pt idx="86">
                  <c:v>1.060303</c:v>
                </c:pt>
                <c:pt idx="87">
                  <c:v>1.0599334</c:v>
                </c:pt>
                <c:pt idx="88">
                  <c:v>1.0544708</c:v>
                </c:pt>
                <c:pt idx="89">
                  <c:v>1.0529238</c:v>
                </c:pt>
                <c:pt idx="90">
                  <c:v>1.0489532</c:v>
                </c:pt>
                <c:pt idx="91">
                  <c:v>1.0460758</c:v>
                </c:pt>
                <c:pt idx="92">
                  <c:v>1.0412104</c:v>
                </c:pt>
                <c:pt idx="93">
                  <c:v>1.0397565</c:v>
                </c:pt>
                <c:pt idx="94">
                  <c:v>1.0390098</c:v>
                </c:pt>
                <c:pt idx="95">
                  <c:v>1.0334799</c:v>
                </c:pt>
                <c:pt idx="96">
                  <c:v>1.0288844</c:v>
                </c:pt>
                <c:pt idx="97">
                  <c:v>1.0248765</c:v>
                </c:pt>
                <c:pt idx="98">
                  <c:v>1.019722</c:v>
                </c:pt>
                <c:pt idx="99">
                  <c:v>1.0160739</c:v>
                </c:pt>
                <c:pt idx="100">
                  <c:v>1.0123974</c:v>
                </c:pt>
                <c:pt idx="101">
                  <c:v>1.0044014</c:v>
                </c:pt>
                <c:pt idx="102">
                  <c:v>0.99838859</c:v>
                </c:pt>
                <c:pt idx="103">
                  <c:v>0.99096096</c:v>
                </c:pt>
                <c:pt idx="104">
                  <c:v>0.9830634</c:v>
                </c:pt>
                <c:pt idx="105">
                  <c:v>0.97664237</c:v>
                </c:pt>
                <c:pt idx="106">
                  <c:v>0.9682433</c:v>
                </c:pt>
                <c:pt idx="107">
                  <c:v>0.96034783</c:v>
                </c:pt>
                <c:pt idx="108">
                  <c:v>0.95195097</c:v>
                </c:pt>
                <c:pt idx="109">
                  <c:v>0.94327062</c:v>
                </c:pt>
                <c:pt idx="110">
                  <c:v>0.93456566</c:v>
                </c:pt>
                <c:pt idx="111">
                  <c:v>0.92504281</c:v>
                </c:pt>
                <c:pt idx="112">
                  <c:v>0.91512859</c:v>
                </c:pt>
                <c:pt idx="113">
                  <c:v>0.90655524</c:v>
                </c:pt>
                <c:pt idx="114">
                  <c:v>0.89624661</c:v>
                </c:pt>
                <c:pt idx="115">
                  <c:v>0.88501012</c:v>
                </c:pt>
                <c:pt idx="116">
                  <c:v>0.87292349</c:v>
                </c:pt>
                <c:pt idx="117">
                  <c:v>0.85857499</c:v>
                </c:pt>
                <c:pt idx="118">
                  <c:v>0.84524286</c:v>
                </c:pt>
                <c:pt idx="119">
                  <c:v>0.82734823</c:v>
                </c:pt>
              </c:numCache>
            </c:numRef>
          </c:yVal>
        </c:ser>
        <c:ser>
          <c:idx val="33"/>
          <c:order val="33"/>
          <c:tx>
            <c:v>Batch2_cell_046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Data'!$BO$2:$BO$121</c:f>
              <c:numCache>
                <c:formatCode>General</c:formatCode>
                <c:ptCount val="1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14</c:v>
                </c:pt>
                <c:pt idx="4">
                  <c:v>19</c:v>
                </c:pt>
                <c:pt idx="5">
                  <c:v>23</c:v>
                </c:pt>
                <c:pt idx="6">
                  <c:v>27</c:v>
                </c:pt>
                <c:pt idx="7">
                  <c:v>32</c:v>
                </c:pt>
                <c:pt idx="8">
                  <c:v>36</c:v>
                </c:pt>
                <c:pt idx="9">
                  <c:v>40</c:v>
                </c:pt>
                <c:pt idx="10">
                  <c:v>45</c:v>
                </c:pt>
                <c:pt idx="11">
                  <c:v>49</c:v>
                </c:pt>
                <c:pt idx="12">
                  <c:v>54</c:v>
                </c:pt>
                <c:pt idx="13">
                  <c:v>58</c:v>
                </c:pt>
                <c:pt idx="14">
                  <c:v>62</c:v>
                </c:pt>
                <c:pt idx="15">
                  <c:v>67</c:v>
                </c:pt>
                <c:pt idx="16">
                  <c:v>71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89</c:v>
                </c:pt>
                <c:pt idx="21">
                  <c:v>93</c:v>
                </c:pt>
                <c:pt idx="22">
                  <c:v>98</c:v>
                </c:pt>
                <c:pt idx="23">
                  <c:v>102</c:v>
                </c:pt>
                <c:pt idx="24">
                  <c:v>106</c:v>
                </c:pt>
                <c:pt idx="25">
                  <c:v>111</c:v>
                </c:pt>
                <c:pt idx="26">
                  <c:v>115</c:v>
                </c:pt>
                <c:pt idx="27">
                  <c:v>119</c:v>
                </c:pt>
                <c:pt idx="28">
                  <c:v>124</c:v>
                </c:pt>
                <c:pt idx="29">
                  <c:v>128</c:v>
                </c:pt>
                <c:pt idx="30">
                  <c:v>133</c:v>
                </c:pt>
                <c:pt idx="31">
                  <c:v>137</c:v>
                </c:pt>
                <c:pt idx="32">
                  <c:v>141</c:v>
                </c:pt>
                <c:pt idx="33">
                  <c:v>146</c:v>
                </c:pt>
                <c:pt idx="34">
                  <c:v>150</c:v>
                </c:pt>
                <c:pt idx="35">
                  <c:v>155</c:v>
                </c:pt>
                <c:pt idx="36">
                  <c:v>159</c:v>
                </c:pt>
                <c:pt idx="37">
                  <c:v>163</c:v>
                </c:pt>
                <c:pt idx="38">
                  <c:v>168</c:v>
                </c:pt>
                <c:pt idx="39">
                  <c:v>172</c:v>
                </c:pt>
                <c:pt idx="40">
                  <c:v>176</c:v>
                </c:pt>
                <c:pt idx="41">
                  <c:v>181</c:v>
                </c:pt>
                <c:pt idx="42">
                  <c:v>185</c:v>
                </c:pt>
                <c:pt idx="43">
                  <c:v>190</c:v>
                </c:pt>
                <c:pt idx="44">
                  <c:v>194</c:v>
                </c:pt>
                <c:pt idx="45">
                  <c:v>198</c:v>
                </c:pt>
                <c:pt idx="46">
                  <c:v>203</c:v>
                </c:pt>
                <c:pt idx="47">
                  <c:v>207</c:v>
                </c:pt>
                <c:pt idx="48">
                  <c:v>212</c:v>
                </c:pt>
                <c:pt idx="49">
                  <c:v>216</c:v>
                </c:pt>
                <c:pt idx="50">
                  <c:v>220</c:v>
                </c:pt>
                <c:pt idx="51">
                  <c:v>225</c:v>
                </c:pt>
                <c:pt idx="52">
                  <c:v>229</c:v>
                </c:pt>
                <c:pt idx="53">
                  <c:v>233</c:v>
                </c:pt>
                <c:pt idx="54">
                  <c:v>238</c:v>
                </c:pt>
                <c:pt idx="55">
                  <c:v>242</c:v>
                </c:pt>
                <c:pt idx="56">
                  <c:v>247</c:v>
                </c:pt>
                <c:pt idx="57">
                  <c:v>251</c:v>
                </c:pt>
                <c:pt idx="58">
                  <c:v>255</c:v>
                </c:pt>
                <c:pt idx="59">
                  <c:v>260</c:v>
                </c:pt>
                <c:pt idx="60">
                  <c:v>264</c:v>
                </c:pt>
                <c:pt idx="61">
                  <c:v>269</c:v>
                </c:pt>
                <c:pt idx="62">
                  <c:v>273</c:v>
                </c:pt>
                <c:pt idx="63">
                  <c:v>277</c:v>
                </c:pt>
                <c:pt idx="64">
                  <c:v>282</c:v>
                </c:pt>
                <c:pt idx="65">
                  <c:v>286</c:v>
                </c:pt>
                <c:pt idx="66">
                  <c:v>291</c:v>
                </c:pt>
                <c:pt idx="67">
                  <c:v>295</c:v>
                </c:pt>
                <c:pt idx="68">
                  <c:v>299</c:v>
                </c:pt>
                <c:pt idx="69">
                  <c:v>304</c:v>
                </c:pt>
                <c:pt idx="70">
                  <c:v>308</c:v>
                </c:pt>
                <c:pt idx="71">
                  <c:v>312</c:v>
                </c:pt>
                <c:pt idx="72">
                  <c:v>317</c:v>
                </c:pt>
                <c:pt idx="73">
                  <c:v>321</c:v>
                </c:pt>
                <c:pt idx="74">
                  <c:v>326</c:v>
                </c:pt>
                <c:pt idx="75">
                  <c:v>330</c:v>
                </c:pt>
                <c:pt idx="76">
                  <c:v>334</c:v>
                </c:pt>
                <c:pt idx="77">
                  <c:v>339</c:v>
                </c:pt>
                <c:pt idx="78">
                  <c:v>343</c:v>
                </c:pt>
                <c:pt idx="79">
                  <c:v>348</c:v>
                </c:pt>
                <c:pt idx="80">
                  <c:v>352</c:v>
                </c:pt>
                <c:pt idx="81">
                  <c:v>356</c:v>
                </c:pt>
                <c:pt idx="82">
                  <c:v>361</c:v>
                </c:pt>
                <c:pt idx="83">
                  <c:v>365</c:v>
                </c:pt>
                <c:pt idx="84">
                  <c:v>369</c:v>
                </c:pt>
                <c:pt idx="85">
                  <c:v>374</c:v>
                </c:pt>
                <c:pt idx="86">
                  <c:v>378</c:v>
                </c:pt>
                <c:pt idx="87">
                  <c:v>383</c:v>
                </c:pt>
                <c:pt idx="88">
                  <c:v>387</c:v>
                </c:pt>
                <c:pt idx="89">
                  <c:v>391</c:v>
                </c:pt>
                <c:pt idx="90">
                  <c:v>396</c:v>
                </c:pt>
                <c:pt idx="91">
                  <c:v>400</c:v>
                </c:pt>
                <c:pt idx="92">
                  <c:v>405</c:v>
                </c:pt>
                <c:pt idx="93">
                  <c:v>409</c:v>
                </c:pt>
                <c:pt idx="94">
                  <c:v>413</c:v>
                </c:pt>
                <c:pt idx="95">
                  <c:v>418</c:v>
                </c:pt>
                <c:pt idx="96">
                  <c:v>422</c:v>
                </c:pt>
                <c:pt idx="97">
                  <c:v>426</c:v>
                </c:pt>
                <c:pt idx="98">
                  <c:v>431</c:v>
                </c:pt>
                <c:pt idx="99">
                  <c:v>435</c:v>
                </c:pt>
                <c:pt idx="100">
                  <c:v>440</c:v>
                </c:pt>
                <c:pt idx="101">
                  <c:v>444</c:v>
                </c:pt>
                <c:pt idx="102">
                  <c:v>448</c:v>
                </c:pt>
                <c:pt idx="103">
                  <c:v>453</c:v>
                </c:pt>
                <c:pt idx="104">
                  <c:v>457</c:v>
                </c:pt>
                <c:pt idx="105">
                  <c:v>462</c:v>
                </c:pt>
                <c:pt idx="106">
                  <c:v>466</c:v>
                </c:pt>
                <c:pt idx="107">
                  <c:v>470</c:v>
                </c:pt>
                <c:pt idx="108">
                  <c:v>475</c:v>
                </c:pt>
                <c:pt idx="109">
                  <c:v>479</c:v>
                </c:pt>
                <c:pt idx="110">
                  <c:v>484</c:v>
                </c:pt>
                <c:pt idx="111">
                  <c:v>488</c:v>
                </c:pt>
                <c:pt idx="112">
                  <c:v>492</c:v>
                </c:pt>
                <c:pt idx="113">
                  <c:v>497</c:v>
                </c:pt>
                <c:pt idx="114">
                  <c:v>501</c:v>
                </c:pt>
                <c:pt idx="115">
                  <c:v>505</c:v>
                </c:pt>
                <c:pt idx="116">
                  <c:v>510</c:v>
                </c:pt>
                <c:pt idx="117">
                  <c:v>514</c:v>
                </c:pt>
                <c:pt idx="118">
                  <c:v>519</c:v>
                </c:pt>
                <c:pt idx="119">
                  <c:v>523</c:v>
                </c:pt>
              </c:numCache>
            </c:numRef>
          </c:xVal>
          <c:yVal>
            <c:numRef>
              <c:f>'Chart Data'!$BP$2:$BP$121</c:f>
              <c:numCache>
                <c:formatCode>General</c:formatCode>
                <c:ptCount val="120"/>
                <c:pt idx="0">
                  <c:v>1.0992969</c:v>
                </c:pt>
                <c:pt idx="1">
                  <c:v>1.1029745</c:v>
                </c:pt>
                <c:pt idx="2">
                  <c:v>1.1016624</c:v>
                </c:pt>
                <c:pt idx="3">
                  <c:v>1.101324</c:v>
                </c:pt>
                <c:pt idx="4">
                  <c:v>1.1026807</c:v>
                </c:pt>
                <c:pt idx="5">
                  <c:v>1.1004372</c:v>
                </c:pt>
                <c:pt idx="6">
                  <c:v>1.1016495</c:v>
                </c:pt>
                <c:pt idx="7">
                  <c:v>1.1021234</c:v>
                </c:pt>
                <c:pt idx="8">
                  <c:v>1.1050013</c:v>
                </c:pt>
                <c:pt idx="9">
                  <c:v>1.1059138</c:v>
                </c:pt>
                <c:pt idx="10">
                  <c:v>1.1058238</c:v>
                </c:pt>
                <c:pt idx="11">
                  <c:v>1.0976501</c:v>
                </c:pt>
                <c:pt idx="12">
                  <c:v>1.0980033</c:v>
                </c:pt>
                <c:pt idx="13">
                  <c:v>1.0981362</c:v>
                </c:pt>
                <c:pt idx="14">
                  <c:v>1.1022739</c:v>
                </c:pt>
                <c:pt idx="15">
                  <c:v>1.1057259</c:v>
                </c:pt>
                <c:pt idx="16">
                  <c:v>1.1036217</c:v>
                </c:pt>
                <c:pt idx="17">
                  <c:v>1.1044723</c:v>
                </c:pt>
                <c:pt idx="18">
                  <c:v>1.1061279</c:v>
                </c:pt>
                <c:pt idx="19">
                  <c:v>1.1035457</c:v>
                </c:pt>
                <c:pt idx="20">
                  <c:v>1.1048168</c:v>
                </c:pt>
                <c:pt idx="21">
                  <c:v>1.1032165</c:v>
                </c:pt>
                <c:pt idx="22">
                  <c:v>1.1023363</c:v>
                </c:pt>
                <c:pt idx="23">
                  <c:v>1.1003904</c:v>
                </c:pt>
                <c:pt idx="24">
                  <c:v>1.0998847</c:v>
                </c:pt>
                <c:pt idx="25">
                  <c:v>1.096547</c:v>
                </c:pt>
                <c:pt idx="26">
                  <c:v>1.1013658</c:v>
                </c:pt>
                <c:pt idx="27">
                  <c:v>1.1003575</c:v>
                </c:pt>
                <c:pt idx="28">
                  <c:v>1.1005573</c:v>
                </c:pt>
                <c:pt idx="29">
                  <c:v>1.1019726</c:v>
                </c:pt>
                <c:pt idx="30">
                  <c:v>1.102669</c:v>
                </c:pt>
                <c:pt idx="31">
                  <c:v>1.1009004</c:v>
                </c:pt>
                <c:pt idx="32">
                  <c:v>1.1008236</c:v>
                </c:pt>
                <c:pt idx="33">
                  <c:v>1.1022136</c:v>
                </c:pt>
                <c:pt idx="34">
                  <c:v>1.101958</c:v>
                </c:pt>
                <c:pt idx="35">
                  <c:v>1.1023356</c:v>
                </c:pt>
                <c:pt idx="36">
                  <c:v>1.1038501</c:v>
                </c:pt>
                <c:pt idx="37">
                  <c:v>1.1051466</c:v>
                </c:pt>
                <c:pt idx="38">
                  <c:v>1.1046989</c:v>
                </c:pt>
                <c:pt idx="39">
                  <c:v>1.1033782</c:v>
                </c:pt>
                <c:pt idx="40">
                  <c:v>1.1031057</c:v>
                </c:pt>
                <c:pt idx="41">
                  <c:v>1.1042708</c:v>
                </c:pt>
                <c:pt idx="42">
                  <c:v>1.1025248</c:v>
                </c:pt>
                <c:pt idx="43">
                  <c:v>1.1039933</c:v>
                </c:pt>
                <c:pt idx="44">
                  <c:v>1.1027181</c:v>
                </c:pt>
                <c:pt idx="45">
                  <c:v>1.1034061</c:v>
                </c:pt>
                <c:pt idx="46">
                  <c:v>1.1001756</c:v>
                </c:pt>
                <c:pt idx="47">
                  <c:v>1.1011734</c:v>
                </c:pt>
                <c:pt idx="48">
                  <c:v>1.0988989</c:v>
                </c:pt>
                <c:pt idx="49">
                  <c:v>1.0984565</c:v>
                </c:pt>
                <c:pt idx="50">
                  <c:v>1.0989996</c:v>
                </c:pt>
                <c:pt idx="51">
                  <c:v>1.0962498</c:v>
                </c:pt>
                <c:pt idx="52">
                  <c:v>1.0955794</c:v>
                </c:pt>
                <c:pt idx="53">
                  <c:v>1.094674</c:v>
                </c:pt>
                <c:pt idx="54">
                  <c:v>1.0920655</c:v>
                </c:pt>
                <c:pt idx="55">
                  <c:v>1.0991254</c:v>
                </c:pt>
                <c:pt idx="56">
                  <c:v>1.0917908</c:v>
                </c:pt>
                <c:pt idx="57">
                  <c:v>1.0876434</c:v>
                </c:pt>
                <c:pt idx="58">
                  <c:v>1.0814658</c:v>
                </c:pt>
                <c:pt idx="59">
                  <c:v>1.0804833</c:v>
                </c:pt>
                <c:pt idx="60">
                  <c:v>1.0802287</c:v>
                </c:pt>
                <c:pt idx="61">
                  <c:v>1.0811716</c:v>
                </c:pt>
                <c:pt idx="62">
                  <c:v>1.0791919</c:v>
                </c:pt>
                <c:pt idx="63">
                  <c:v>1.0815085</c:v>
                </c:pt>
                <c:pt idx="64">
                  <c:v>1.0775025</c:v>
                </c:pt>
                <c:pt idx="65">
                  <c:v>1.0773937</c:v>
                </c:pt>
                <c:pt idx="66">
                  <c:v>1.0754175</c:v>
                </c:pt>
                <c:pt idx="67">
                  <c:v>1.0751888</c:v>
                </c:pt>
                <c:pt idx="68">
                  <c:v>1.0740082</c:v>
                </c:pt>
                <c:pt idx="69">
                  <c:v>1.0710757</c:v>
                </c:pt>
                <c:pt idx="70">
                  <c:v>1.0703973</c:v>
                </c:pt>
                <c:pt idx="71">
                  <c:v>1.0716218</c:v>
                </c:pt>
                <c:pt idx="72">
                  <c:v>1.0672044</c:v>
                </c:pt>
                <c:pt idx="73">
                  <c:v>1.0667366</c:v>
                </c:pt>
                <c:pt idx="74">
                  <c:v>1.0695592</c:v>
                </c:pt>
                <c:pt idx="75">
                  <c:v>1.0666231</c:v>
                </c:pt>
                <c:pt idx="76">
                  <c:v>1.0632102</c:v>
                </c:pt>
                <c:pt idx="77">
                  <c:v>1.0647615</c:v>
                </c:pt>
                <c:pt idx="78">
                  <c:v>1.0637156</c:v>
                </c:pt>
                <c:pt idx="79">
                  <c:v>1.0584357</c:v>
                </c:pt>
                <c:pt idx="80">
                  <c:v>1.0561378</c:v>
                </c:pt>
                <c:pt idx="81">
                  <c:v>1.0533662</c:v>
                </c:pt>
                <c:pt idx="82">
                  <c:v>1.0502782</c:v>
                </c:pt>
                <c:pt idx="83">
                  <c:v>1.047851</c:v>
                </c:pt>
                <c:pt idx="84">
                  <c:v>1.0481954</c:v>
                </c:pt>
                <c:pt idx="85">
                  <c:v>1.0463403</c:v>
                </c:pt>
                <c:pt idx="86">
                  <c:v>1.0430171</c:v>
                </c:pt>
                <c:pt idx="87">
                  <c:v>1.0446819</c:v>
                </c:pt>
                <c:pt idx="88">
                  <c:v>1.0426127</c:v>
                </c:pt>
                <c:pt idx="89">
                  <c:v>1.0407332</c:v>
                </c:pt>
                <c:pt idx="90">
                  <c:v>1.0360973</c:v>
                </c:pt>
                <c:pt idx="91">
                  <c:v>1.035341</c:v>
                </c:pt>
                <c:pt idx="92">
                  <c:v>1.0317613</c:v>
                </c:pt>
                <c:pt idx="93">
                  <c:v>1.0288537</c:v>
                </c:pt>
                <c:pt idx="94">
                  <c:v>1.0247964</c:v>
                </c:pt>
                <c:pt idx="95">
                  <c:v>1.0174603</c:v>
                </c:pt>
                <c:pt idx="96">
                  <c:v>1.0125346</c:v>
                </c:pt>
                <c:pt idx="97">
                  <c:v>1.0087377</c:v>
                </c:pt>
                <c:pt idx="98">
                  <c:v>1.0038453</c:v>
                </c:pt>
                <c:pt idx="99">
                  <c:v>1.0006073</c:v>
                </c:pt>
                <c:pt idx="100">
                  <c:v>0.99370521</c:v>
                </c:pt>
                <c:pt idx="101">
                  <c:v>0.98610032</c:v>
                </c:pt>
                <c:pt idx="102">
                  <c:v>0.98042089</c:v>
                </c:pt>
                <c:pt idx="103">
                  <c:v>0.96922559</c:v>
                </c:pt>
                <c:pt idx="104">
                  <c:v>0.96691674</c:v>
                </c:pt>
                <c:pt idx="105">
                  <c:v>0.95698261</c:v>
                </c:pt>
                <c:pt idx="106">
                  <c:v>0.94846869</c:v>
                </c:pt>
                <c:pt idx="107">
                  <c:v>0.94559646</c:v>
                </c:pt>
                <c:pt idx="108">
                  <c:v>0.93505156</c:v>
                </c:pt>
                <c:pt idx="109">
                  <c:v>0.92984706</c:v>
                </c:pt>
                <c:pt idx="110">
                  <c:v>0.91912615</c:v>
                </c:pt>
                <c:pt idx="111">
                  <c:v>0.91092736</c:v>
                </c:pt>
                <c:pt idx="112">
                  <c:v>0.9028188</c:v>
                </c:pt>
                <c:pt idx="113">
                  <c:v>0.89263582</c:v>
                </c:pt>
                <c:pt idx="114">
                  <c:v>0.8845998</c:v>
                </c:pt>
                <c:pt idx="115">
                  <c:v>0.87254167</c:v>
                </c:pt>
                <c:pt idx="116">
                  <c:v>0.85822028</c:v>
                </c:pt>
                <c:pt idx="117">
                  <c:v>0.84673589</c:v>
                </c:pt>
                <c:pt idx="118">
                  <c:v>0.83682054</c:v>
                </c:pt>
                <c:pt idx="119">
                  <c:v>0.82638663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23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5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초기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Batch2_cell_000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General</c:formatCode>
                <c:ptCount val="100"/>
                <c:pt idx="0">
                  <c:v>1.1000807</c:v>
                </c:pt>
                <c:pt idx="1">
                  <c:v>1.1020051</c:v>
                </c:pt>
                <c:pt idx="2">
                  <c:v>1.102657</c:v>
                </c:pt>
                <c:pt idx="3">
                  <c:v>1.1040769</c:v>
                </c:pt>
                <c:pt idx="4">
                  <c:v>1.1039258</c:v>
                </c:pt>
                <c:pt idx="5">
                  <c:v>1.1043959</c:v>
                </c:pt>
                <c:pt idx="6">
                  <c:v>1.105153</c:v>
                </c:pt>
                <c:pt idx="7">
                  <c:v>1.1044422</c:v>
                </c:pt>
                <c:pt idx="8">
                  <c:v>1.1046798</c:v>
                </c:pt>
                <c:pt idx="9">
                  <c:v>1.1037184</c:v>
                </c:pt>
                <c:pt idx="10">
                  <c:v>1.1052283</c:v>
                </c:pt>
                <c:pt idx="11">
                  <c:v>1.1062659</c:v>
                </c:pt>
                <c:pt idx="12">
                  <c:v>1.1060829</c:v>
                </c:pt>
                <c:pt idx="13">
                  <c:v>1.1041813</c:v>
                </c:pt>
                <c:pt idx="14">
                  <c:v>1.1038018</c:v>
                </c:pt>
                <c:pt idx="15">
                  <c:v>1.1056149</c:v>
                </c:pt>
                <c:pt idx="16">
                  <c:v>1.1054384</c:v>
                </c:pt>
                <c:pt idx="17">
                  <c:v>1.105719</c:v>
                </c:pt>
                <c:pt idx="18">
                  <c:v>1.1073115</c:v>
                </c:pt>
                <c:pt idx="19">
                  <c:v>1.1063375</c:v>
                </c:pt>
                <c:pt idx="20">
                  <c:v>1.1059513</c:v>
                </c:pt>
                <c:pt idx="21">
                  <c:v>1.1090546</c:v>
                </c:pt>
                <c:pt idx="22">
                  <c:v>1.1048298</c:v>
                </c:pt>
                <c:pt idx="23">
                  <c:v>1.1059302</c:v>
                </c:pt>
                <c:pt idx="24">
                  <c:v>1.1039966</c:v>
                </c:pt>
                <c:pt idx="25">
                  <c:v>1.1050439</c:v>
                </c:pt>
                <c:pt idx="26">
                  <c:v>1.1048002</c:v>
                </c:pt>
                <c:pt idx="27">
                  <c:v>1.104663</c:v>
                </c:pt>
                <c:pt idx="28">
                  <c:v>1.1050079</c:v>
                </c:pt>
                <c:pt idx="29">
                  <c:v>1.1044145</c:v>
                </c:pt>
                <c:pt idx="30">
                  <c:v>1.106681</c:v>
                </c:pt>
                <c:pt idx="31">
                  <c:v>1.1055276</c:v>
                </c:pt>
                <c:pt idx="32">
                  <c:v>1.1067239</c:v>
                </c:pt>
                <c:pt idx="33">
                  <c:v>1.1061964</c:v>
                </c:pt>
                <c:pt idx="34">
                  <c:v>1.1078404</c:v>
                </c:pt>
                <c:pt idx="35">
                  <c:v>1.1067764</c:v>
                </c:pt>
                <c:pt idx="36">
                  <c:v>1.1079878</c:v>
                </c:pt>
                <c:pt idx="37">
                  <c:v>1.1077327</c:v>
                </c:pt>
                <c:pt idx="38">
                  <c:v>1.1082302</c:v>
                </c:pt>
                <c:pt idx="39">
                  <c:v>1.1073993</c:v>
                </c:pt>
                <c:pt idx="40">
                  <c:v>1.1062022</c:v>
                </c:pt>
                <c:pt idx="41">
                  <c:v>1.1084968</c:v>
                </c:pt>
                <c:pt idx="42">
                  <c:v>1.1076999</c:v>
                </c:pt>
                <c:pt idx="43">
                  <c:v>1.1074901</c:v>
                </c:pt>
                <c:pt idx="44">
                  <c:v>1.1085035</c:v>
                </c:pt>
                <c:pt idx="45">
                  <c:v>1.1085968</c:v>
                </c:pt>
                <c:pt idx="46">
                  <c:v>1.107811</c:v>
                </c:pt>
                <c:pt idx="47">
                  <c:v>1.0936602</c:v>
                </c:pt>
                <c:pt idx="48">
                  <c:v>1.0960118</c:v>
                </c:pt>
                <c:pt idx="49">
                  <c:v>1.0983797</c:v>
                </c:pt>
                <c:pt idx="50">
                  <c:v>1.0992988</c:v>
                </c:pt>
                <c:pt idx="51">
                  <c:v>1.0980873</c:v>
                </c:pt>
                <c:pt idx="52">
                  <c:v>1.0985821</c:v>
                </c:pt>
                <c:pt idx="53">
                  <c:v>1.0987306</c:v>
                </c:pt>
                <c:pt idx="54">
                  <c:v>1.0988977</c:v>
                </c:pt>
                <c:pt idx="55">
                  <c:v>1.0995477</c:v>
                </c:pt>
                <c:pt idx="56">
                  <c:v>1.1001132</c:v>
                </c:pt>
                <c:pt idx="57">
                  <c:v>1.0990877</c:v>
                </c:pt>
                <c:pt idx="58">
                  <c:v>1.1006629</c:v>
                </c:pt>
                <c:pt idx="59">
                  <c:v>1.1009983</c:v>
                </c:pt>
                <c:pt idx="60">
                  <c:v>1.1039728</c:v>
                </c:pt>
                <c:pt idx="61">
                  <c:v>1.1028477</c:v>
                </c:pt>
                <c:pt idx="62">
                  <c:v>1.1027966</c:v>
                </c:pt>
                <c:pt idx="63">
                  <c:v>1.104308</c:v>
                </c:pt>
                <c:pt idx="64">
                  <c:v>1.1054265</c:v>
                </c:pt>
                <c:pt idx="65">
                  <c:v>1.1060693</c:v>
                </c:pt>
                <c:pt idx="66">
                  <c:v>1.1053213</c:v>
                </c:pt>
                <c:pt idx="67">
                  <c:v>1.1059343</c:v>
                </c:pt>
                <c:pt idx="68">
                  <c:v>1.1052619</c:v>
                </c:pt>
                <c:pt idx="69">
                  <c:v>1.1059299</c:v>
                </c:pt>
                <c:pt idx="70">
                  <c:v>1.1073488</c:v>
                </c:pt>
                <c:pt idx="71">
                  <c:v>1.1060269</c:v>
                </c:pt>
                <c:pt idx="72">
                  <c:v>1.1075054</c:v>
                </c:pt>
                <c:pt idx="73">
                  <c:v>1.1064942</c:v>
                </c:pt>
                <c:pt idx="74">
                  <c:v>1.1067384</c:v>
                </c:pt>
                <c:pt idx="75">
                  <c:v>1.1077266</c:v>
                </c:pt>
                <c:pt idx="76">
                  <c:v>1.1075556</c:v>
                </c:pt>
                <c:pt idx="77">
                  <c:v>1.1071922</c:v>
                </c:pt>
                <c:pt idx="78">
                  <c:v>1.1092383</c:v>
                </c:pt>
                <c:pt idx="79">
                  <c:v>1.1087635</c:v>
                </c:pt>
                <c:pt idx="80">
                  <c:v>1.1069604</c:v>
                </c:pt>
                <c:pt idx="81">
                  <c:v>1.1061412</c:v>
                </c:pt>
                <c:pt idx="82">
                  <c:v>1.1085187</c:v>
                </c:pt>
                <c:pt idx="83">
                  <c:v>1.108229</c:v>
                </c:pt>
                <c:pt idx="84">
                  <c:v>1.1094826</c:v>
                </c:pt>
                <c:pt idx="85">
                  <c:v>1.1084212</c:v>
                </c:pt>
                <c:pt idx="86">
                  <c:v>1.1101186</c:v>
                </c:pt>
                <c:pt idx="87">
                  <c:v>1.1083679</c:v>
                </c:pt>
                <c:pt idx="88">
                  <c:v>1.107034</c:v>
                </c:pt>
                <c:pt idx="89">
                  <c:v>1.1070271</c:v>
                </c:pt>
                <c:pt idx="90">
                  <c:v>1.103673</c:v>
                </c:pt>
                <c:pt idx="91">
                  <c:v>1.1060048</c:v>
                </c:pt>
                <c:pt idx="92">
                  <c:v>1.1058398</c:v>
                </c:pt>
                <c:pt idx="93">
                  <c:v>1.105558</c:v>
                </c:pt>
                <c:pt idx="94">
                  <c:v>1.1062187</c:v>
                </c:pt>
                <c:pt idx="95">
                  <c:v>1.1031446</c:v>
                </c:pt>
                <c:pt idx="96">
                  <c:v>1.106259</c:v>
                </c:pt>
                <c:pt idx="97">
                  <c:v>1.1047862</c:v>
                </c:pt>
                <c:pt idx="98">
                  <c:v>1.101571</c:v>
                </c:pt>
                <c:pt idx="99">
                  <c:v>1.1052729</c:v>
                </c:pt>
              </c:numCache>
            </c:numRef>
          </c:yVal>
        </c:ser>
        <c:ser>
          <c:idx val="1"/>
          <c:order val="1"/>
          <c:tx>
            <c:v>Batch2_cell_001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General</c:formatCode>
                <c:ptCount val="100"/>
                <c:pt idx="0">
                  <c:v>1.1072116</c:v>
                </c:pt>
                <c:pt idx="1">
                  <c:v>1.1057826</c:v>
                </c:pt>
                <c:pt idx="2">
                  <c:v>1.1059335</c:v>
                </c:pt>
                <c:pt idx="3">
                  <c:v>1.1061165</c:v>
                </c:pt>
                <c:pt idx="4">
                  <c:v>1.1071328</c:v>
                </c:pt>
                <c:pt idx="5">
                  <c:v>1.1065422</c:v>
                </c:pt>
                <c:pt idx="6">
                  <c:v>1.1053287</c:v>
                </c:pt>
                <c:pt idx="7">
                  <c:v>1.1080778</c:v>
                </c:pt>
                <c:pt idx="8">
                  <c:v>1.1080332</c:v>
                </c:pt>
                <c:pt idx="9">
                  <c:v>1.1083114</c:v>
                </c:pt>
                <c:pt idx="10">
                  <c:v>1.1077337</c:v>
                </c:pt>
                <c:pt idx="11">
                  <c:v>1.1065009</c:v>
                </c:pt>
                <c:pt idx="12">
                  <c:v>1.1076068</c:v>
                </c:pt>
                <c:pt idx="13">
                  <c:v>1.1089679</c:v>
                </c:pt>
                <c:pt idx="14">
                  <c:v>1.10632</c:v>
                </c:pt>
                <c:pt idx="15">
                  <c:v>1.103967</c:v>
                </c:pt>
                <c:pt idx="16">
                  <c:v>1.1066518</c:v>
                </c:pt>
                <c:pt idx="17">
                  <c:v>1.1064724</c:v>
                </c:pt>
                <c:pt idx="18">
                  <c:v>1.1071947</c:v>
                </c:pt>
                <c:pt idx="19">
                  <c:v>1.1085203</c:v>
                </c:pt>
                <c:pt idx="20">
                  <c:v>1.1074888</c:v>
                </c:pt>
                <c:pt idx="21">
                  <c:v>1.1075383</c:v>
                </c:pt>
                <c:pt idx="22">
                  <c:v>1.1081356</c:v>
                </c:pt>
                <c:pt idx="23">
                  <c:v>1.1073745</c:v>
                </c:pt>
                <c:pt idx="24">
                  <c:v>1.1060632</c:v>
                </c:pt>
                <c:pt idx="25">
                  <c:v>1.103851</c:v>
                </c:pt>
                <c:pt idx="26">
                  <c:v>1.1048207</c:v>
                </c:pt>
                <c:pt idx="27">
                  <c:v>1.1054776</c:v>
                </c:pt>
                <c:pt idx="28">
                  <c:v>1.1062894</c:v>
                </c:pt>
                <c:pt idx="29">
                  <c:v>1.106163</c:v>
                </c:pt>
                <c:pt idx="30">
                  <c:v>1.1051269</c:v>
                </c:pt>
                <c:pt idx="31">
                  <c:v>1.1080678</c:v>
                </c:pt>
                <c:pt idx="32">
                  <c:v>1.1061901</c:v>
                </c:pt>
                <c:pt idx="33">
                  <c:v>1.1072497</c:v>
                </c:pt>
                <c:pt idx="34">
                  <c:v>1.1070788</c:v>
                </c:pt>
                <c:pt idx="35">
                  <c:v>1.107105</c:v>
                </c:pt>
                <c:pt idx="36">
                  <c:v>1.1070906</c:v>
                </c:pt>
                <c:pt idx="37">
                  <c:v>1.1056949</c:v>
                </c:pt>
                <c:pt idx="38">
                  <c:v>1.1069155</c:v>
                </c:pt>
                <c:pt idx="39">
                  <c:v>1.1068467</c:v>
                </c:pt>
                <c:pt idx="40">
                  <c:v>1.1060514</c:v>
                </c:pt>
                <c:pt idx="41">
                  <c:v>1.1060282</c:v>
                </c:pt>
                <c:pt idx="42">
                  <c:v>1.1077577</c:v>
                </c:pt>
                <c:pt idx="43">
                  <c:v>1.1083348</c:v>
                </c:pt>
                <c:pt idx="44">
                  <c:v>1.1076031</c:v>
                </c:pt>
                <c:pt idx="45">
                  <c:v>1.1081809</c:v>
                </c:pt>
                <c:pt idx="46">
                  <c:v>1.1093584</c:v>
                </c:pt>
                <c:pt idx="47">
                  <c:v>1.1090658</c:v>
                </c:pt>
                <c:pt idx="48">
                  <c:v>1.1070292</c:v>
                </c:pt>
                <c:pt idx="49">
                  <c:v>1.1082335</c:v>
                </c:pt>
                <c:pt idx="50">
                  <c:v>1.1067618</c:v>
                </c:pt>
                <c:pt idx="51">
                  <c:v>1.0943118</c:v>
                </c:pt>
                <c:pt idx="52">
                  <c:v>1.0969316</c:v>
                </c:pt>
                <c:pt idx="53">
                  <c:v>1.096706</c:v>
                </c:pt>
                <c:pt idx="54">
                  <c:v>1.0984981</c:v>
                </c:pt>
                <c:pt idx="55">
                  <c:v>1.0996815</c:v>
                </c:pt>
                <c:pt idx="56">
                  <c:v>1.0977701</c:v>
                </c:pt>
                <c:pt idx="57">
                  <c:v>1.0984318</c:v>
                </c:pt>
                <c:pt idx="58">
                  <c:v>1.097168</c:v>
                </c:pt>
                <c:pt idx="59">
                  <c:v>1.0987177</c:v>
                </c:pt>
                <c:pt idx="60">
                  <c:v>1.0976872</c:v>
                </c:pt>
                <c:pt idx="61">
                  <c:v>1.0985399</c:v>
                </c:pt>
                <c:pt idx="62">
                  <c:v>1.0986102</c:v>
                </c:pt>
                <c:pt idx="63">
                  <c:v>1.0972424</c:v>
                </c:pt>
                <c:pt idx="64">
                  <c:v>1.0984677</c:v>
                </c:pt>
                <c:pt idx="65">
                  <c:v>1.0997745</c:v>
                </c:pt>
                <c:pt idx="66">
                  <c:v>1.1028687</c:v>
                </c:pt>
                <c:pt idx="67">
                  <c:v>1.0991533</c:v>
                </c:pt>
                <c:pt idx="68">
                  <c:v>1.1021886</c:v>
                </c:pt>
                <c:pt idx="69">
                  <c:v>1.1030519</c:v>
                </c:pt>
                <c:pt idx="70">
                  <c:v>1.1032134</c:v>
                </c:pt>
                <c:pt idx="71">
                  <c:v>1.1040838</c:v>
                </c:pt>
                <c:pt idx="72">
                  <c:v>1.1054193</c:v>
                </c:pt>
                <c:pt idx="73">
                  <c:v>1.1043943</c:v>
                </c:pt>
                <c:pt idx="74">
                  <c:v>1.10647</c:v>
                </c:pt>
                <c:pt idx="75">
                  <c:v>1.1054002</c:v>
                </c:pt>
                <c:pt idx="76">
                  <c:v>1.1035222</c:v>
                </c:pt>
                <c:pt idx="77">
                  <c:v>1.1065495</c:v>
                </c:pt>
                <c:pt idx="78">
                  <c:v>1.1062293</c:v>
                </c:pt>
                <c:pt idx="79">
                  <c:v>1.1069402</c:v>
                </c:pt>
                <c:pt idx="80">
                  <c:v>1.1044545</c:v>
                </c:pt>
                <c:pt idx="81">
                  <c:v>1.1053768</c:v>
                </c:pt>
                <c:pt idx="82">
                  <c:v>1.105984</c:v>
                </c:pt>
                <c:pt idx="83">
                  <c:v>1.1063488</c:v>
                </c:pt>
                <c:pt idx="84">
                  <c:v>1.1067541</c:v>
                </c:pt>
                <c:pt idx="85">
                  <c:v>1.1058756</c:v>
                </c:pt>
                <c:pt idx="86">
                  <c:v>1.1068749</c:v>
                </c:pt>
                <c:pt idx="87">
                  <c:v>1.1065263</c:v>
                </c:pt>
                <c:pt idx="88">
                  <c:v>1.1068282</c:v>
                </c:pt>
                <c:pt idx="89">
                  <c:v>1.1053232</c:v>
                </c:pt>
                <c:pt idx="90">
                  <c:v>1.1061579</c:v>
                </c:pt>
                <c:pt idx="91">
                  <c:v>1.1059133</c:v>
                </c:pt>
                <c:pt idx="92">
                  <c:v>1.1038907</c:v>
                </c:pt>
                <c:pt idx="93">
                  <c:v>1.10668</c:v>
                </c:pt>
                <c:pt idx="94">
                  <c:v>1.108254</c:v>
                </c:pt>
                <c:pt idx="95">
                  <c:v>1.1068212</c:v>
                </c:pt>
                <c:pt idx="96">
                  <c:v>1.1057646</c:v>
                </c:pt>
                <c:pt idx="97">
                  <c:v>1.1038002</c:v>
                </c:pt>
                <c:pt idx="98">
                  <c:v>1.1040716</c:v>
                </c:pt>
                <c:pt idx="99">
                  <c:v>1.1015422</c:v>
                </c:pt>
              </c:numCache>
            </c:numRef>
          </c:yVal>
        </c:ser>
        <c:ser>
          <c:idx val="2"/>
          <c:order val="2"/>
          <c:tx>
            <c:v>Batch2_cell_002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General</c:formatCode>
                <c:ptCount val="100"/>
                <c:pt idx="0">
                  <c:v>1.0739638</c:v>
                </c:pt>
                <c:pt idx="1">
                  <c:v>1.0753863</c:v>
                </c:pt>
                <c:pt idx="2">
                  <c:v>1.0742784</c:v>
                </c:pt>
                <c:pt idx="3">
                  <c:v>1.0748364</c:v>
                </c:pt>
                <c:pt idx="4">
                  <c:v>1.0762501</c:v>
                </c:pt>
                <c:pt idx="5">
                  <c:v>1.0742489</c:v>
                </c:pt>
                <c:pt idx="6">
                  <c:v>1.075107</c:v>
                </c:pt>
                <c:pt idx="7">
                  <c:v>1.0739692</c:v>
                </c:pt>
                <c:pt idx="8">
                  <c:v>1.0741848</c:v>
                </c:pt>
                <c:pt idx="9">
                  <c:v>1.078596</c:v>
                </c:pt>
                <c:pt idx="10">
                  <c:v>1.0769727</c:v>
                </c:pt>
                <c:pt idx="11">
                  <c:v>1.0755591</c:v>
                </c:pt>
                <c:pt idx="12">
                  <c:v>1.0766428</c:v>
                </c:pt>
                <c:pt idx="13">
                  <c:v>1.0771693</c:v>
                </c:pt>
                <c:pt idx="14">
                  <c:v>1.0755873</c:v>
                </c:pt>
                <c:pt idx="15">
                  <c:v>1.077057</c:v>
                </c:pt>
                <c:pt idx="16">
                  <c:v>1.0756323</c:v>
                </c:pt>
                <c:pt idx="17">
                  <c:v>1.0770315</c:v>
                </c:pt>
                <c:pt idx="18">
                  <c:v>1.0771621</c:v>
                </c:pt>
                <c:pt idx="19">
                  <c:v>1.0791799</c:v>
                </c:pt>
                <c:pt idx="20">
                  <c:v>1.0776124</c:v>
                </c:pt>
                <c:pt idx="21">
                  <c:v>1.0782911</c:v>
                </c:pt>
                <c:pt idx="22">
                  <c:v>1.0767829</c:v>
                </c:pt>
                <c:pt idx="23">
                  <c:v>1.0768294</c:v>
                </c:pt>
                <c:pt idx="24">
                  <c:v>1.0760622</c:v>
                </c:pt>
                <c:pt idx="25">
                  <c:v>1.0751921</c:v>
                </c:pt>
                <c:pt idx="26">
                  <c:v>1.0767008</c:v>
                </c:pt>
                <c:pt idx="27">
                  <c:v>1.0778533</c:v>
                </c:pt>
                <c:pt idx="28">
                  <c:v>1.0760036</c:v>
                </c:pt>
                <c:pt idx="29">
                  <c:v>1.0775497</c:v>
                </c:pt>
                <c:pt idx="30">
                  <c:v>1.0786716</c:v>
                </c:pt>
                <c:pt idx="31">
                  <c:v>1.0785112</c:v>
                </c:pt>
                <c:pt idx="32">
                  <c:v>1.0762612</c:v>
                </c:pt>
                <c:pt idx="33">
                  <c:v>1.0794007</c:v>
                </c:pt>
                <c:pt idx="34">
                  <c:v>1.0777229</c:v>
                </c:pt>
                <c:pt idx="35">
                  <c:v>1.0761174</c:v>
                </c:pt>
                <c:pt idx="36">
                  <c:v>1.0791092</c:v>
                </c:pt>
                <c:pt idx="37">
                  <c:v>1.0789341</c:v>
                </c:pt>
                <c:pt idx="38">
                  <c:v>1.0787956</c:v>
                </c:pt>
                <c:pt idx="39">
                  <c:v>1.0789182</c:v>
                </c:pt>
                <c:pt idx="40">
                  <c:v>1.0802661</c:v>
                </c:pt>
                <c:pt idx="41">
                  <c:v>1.0783565</c:v>
                </c:pt>
                <c:pt idx="42">
                  <c:v>1.0790474</c:v>
                </c:pt>
                <c:pt idx="43">
                  <c:v>1.080164</c:v>
                </c:pt>
                <c:pt idx="44">
                  <c:v>1.0805465</c:v>
                </c:pt>
                <c:pt idx="45">
                  <c:v>1.0792825</c:v>
                </c:pt>
                <c:pt idx="46">
                  <c:v>0.96729642</c:v>
                </c:pt>
                <c:pt idx="47">
                  <c:v>1.0682906</c:v>
                </c:pt>
                <c:pt idx="48">
                  <c:v>1.0682623</c:v>
                </c:pt>
                <c:pt idx="49">
                  <c:v>1.0696497</c:v>
                </c:pt>
                <c:pt idx="50">
                  <c:v>1.0689378</c:v>
                </c:pt>
                <c:pt idx="51">
                  <c:v>1.0694883</c:v>
                </c:pt>
                <c:pt idx="52">
                  <c:v>1.0688959</c:v>
                </c:pt>
                <c:pt idx="53">
                  <c:v>1.0707932</c:v>
                </c:pt>
                <c:pt idx="54">
                  <c:v>1.0688324</c:v>
                </c:pt>
                <c:pt idx="55">
                  <c:v>1.0710294</c:v>
                </c:pt>
                <c:pt idx="56">
                  <c:v>1.0678492</c:v>
                </c:pt>
                <c:pt idx="57">
                  <c:v>1.0706061</c:v>
                </c:pt>
                <c:pt idx="58">
                  <c:v>1.071267</c:v>
                </c:pt>
                <c:pt idx="59">
                  <c:v>1.0742012</c:v>
                </c:pt>
                <c:pt idx="60">
                  <c:v>1.0738473</c:v>
                </c:pt>
                <c:pt idx="61">
                  <c:v>1.0734411</c:v>
                </c:pt>
                <c:pt idx="62">
                  <c:v>1.0753759</c:v>
                </c:pt>
                <c:pt idx="63">
                  <c:v>1.0742489</c:v>
                </c:pt>
                <c:pt idx="64">
                  <c:v>1.0746573</c:v>
                </c:pt>
                <c:pt idx="65">
                  <c:v>1.0757864</c:v>
                </c:pt>
                <c:pt idx="66">
                  <c:v>1.0746616</c:v>
                </c:pt>
                <c:pt idx="67">
                  <c:v>1.0758201</c:v>
                </c:pt>
                <c:pt idx="68">
                  <c:v>1.0749259</c:v>
                </c:pt>
                <c:pt idx="69">
                  <c:v>1.0776918</c:v>
                </c:pt>
                <c:pt idx="70">
                  <c:v>1.0765051</c:v>
                </c:pt>
                <c:pt idx="71">
                  <c:v>1.0775572</c:v>
                </c:pt>
                <c:pt idx="72">
                  <c:v>1.0781014</c:v>
                </c:pt>
                <c:pt idx="73">
                  <c:v>1.0753365</c:v>
                </c:pt>
                <c:pt idx="74">
                  <c:v>1.0789243</c:v>
                </c:pt>
                <c:pt idx="75">
                  <c:v>1.0761609</c:v>
                </c:pt>
                <c:pt idx="76">
                  <c:v>1.0784454</c:v>
                </c:pt>
                <c:pt idx="77">
                  <c:v>1.07776</c:v>
                </c:pt>
                <c:pt idx="78">
                  <c:v>1.0765594</c:v>
                </c:pt>
                <c:pt idx="79">
                  <c:v>1.0775828</c:v>
                </c:pt>
                <c:pt idx="80">
                  <c:v>1.0772854</c:v>
                </c:pt>
                <c:pt idx="81">
                  <c:v>1.0782834</c:v>
                </c:pt>
                <c:pt idx="82">
                  <c:v>1.077588</c:v>
                </c:pt>
                <c:pt idx="83">
                  <c:v>1.0804632</c:v>
                </c:pt>
                <c:pt idx="84">
                  <c:v>1.0776789</c:v>
                </c:pt>
                <c:pt idx="85">
                  <c:v>1.0782944</c:v>
                </c:pt>
                <c:pt idx="86">
                  <c:v>1.0771594</c:v>
                </c:pt>
                <c:pt idx="87">
                  <c:v>1.0773799</c:v>
                </c:pt>
                <c:pt idx="88">
                  <c:v>1.0760785</c:v>
                </c:pt>
                <c:pt idx="89">
                  <c:v>1.0738879</c:v>
                </c:pt>
                <c:pt idx="90">
                  <c:v>1.0756278</c:v>
                </c:pt>
                <c:pt idx="91">
                  <c:v>1.0741625</c:v>
                </c:pt>
                <c:pt idx="92">
                  <c:v>1.0745701</c:v>
                </c:pt>
                <c:pt idx="93">
                  <c:v>1.0725404</c:v>
                </c:pt>
                <c:pt idx="94">
                  <c:v>1.0767208</c:v>
                </c:pt>
                <c:pt idx="95">
                  <c:v>1.0743804</c:v>
                </c:pt>
                <c:pt idx="96">
                  <c:v>1.0751235</c:v>
                </c:pt>
                <c:pt idx="97">
                  <c:v>1.0734587</c:v>
                </c:pt>
                <c:pt idx="98">
                  <c:v>1.0754997</c:v>
                </c:pt>
                <c:pt idx="99">
                  <c:v>1.0728362</c:v>
                </c:pt>
              </c:numCache>
            </c:numRef>
          </c:yVal>
        </c:ser>
        <c:ser>
          <c:idx val="3"/>
          <c:order val="3"/>
          <c:tx>
            <c:v>Batch2_cell_003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General</c:formatCode>
                <c:ptCount val="100"/>
                <c:pt idx="0">
                  <c:v>1.0961863</c:v>
                </c:pt>
                <c:pt idx="1">
                  <c:v>1.0959566</c:v>
                </c:pt>
                <c:pt idx="2">
                  <c:v>1.096119</c:v>
                </c:pt>
                <c:pt idx="3">
                  <c:v>1.0979534</c:v>
                </c:pt>
                <c:pt idx="4">
                  <c:v>1.0983597</c:v>
                </c:pt>
                <c:pt idx="5">
                  <c:v>1.0980654</c:v>
                </c:pt>
                <c:pt idx="6">
                  <c:v>1.0986662</c:v>
                </c:pt>
                <c:pt idx="7">
                  <c:v>1.0986845</c:v>
                </c:pt>
                <c:pt idx="8">
                  <c:v>1.0990965</c:v>
                </c:pt>
                <c:pt idx="9">
                  <c:v>1.0984287</c:v>
                </c:pt>
                <c:pt idx="10">
                  <c:v>1.0991765</c:v>
                </c:pt>
                <c:pt idx="11">
                  <c:v>1.100197</c:v>
                </c:pt>
                <c:pt idx="12">
                  <c:v>1.1004689</c:v>
                </c:pt>
                <c:pt idx="13">
                  <c:v>1.0970277</c:v>
                </c:pt>
                <c:pt idx="14">
                  <c:v>1.0979275</c:v>
                </c:pt>
                <c:pt idx="15">
                  <c:v>1.0987566</c:v>
                </c:pt>
                <c:pt idx="16">
                  <c:v>1.0977181</c:v>
                </c:pt>
                <c:pt idx="17">
                  <c:v>1.099774</c:v>
                </c:pt>
                <c:pt idx="18">
                  <c:v>1.0994071</c:v>
                </c:pt>
                <c:pt idx="19">
                  <c:v>1.0992464</c:v>
                </c:pt>
                <c:pt idx="20">
                  <c:v>1.0998524</c:v>
                </c:pt>
                <c:pt idx="21">
                  <c:v>1.0976126</c:v>
                </c:pt>
                <c:pt idx="22">
                  <c:v>1.0977501</c:v>
                </c:pt>
                <c:pt idx="23">
                  <c:v>1.0977741</c:v>
                </c:pt>
                <c:pt idx="24">
                  <c:v>1.0962059</c:v>
                </c:pt>
                <c:pt idx="25">
                  <c:v>1.0977954</c:v>
                </c:pt>
                <c:pt idx="26">
                  <c:v>1.0987313</c:v>
                </c:pt>
                <c:pt idx="27">
                  <c:v>1.0977851</c:v>
                </c:pt>
                <c:pt idx="28">
                  <c:v>1.0974919</c:v>
                </c:pt>
                <c:pt idx="29">
                  <c:v>1.0982746</c:v>
                </c:pt>
                <c:pt idx="30">
                  <c:v>1.0998701</c:v>
                </c:pt>
                <c:pt idx="31">
                  <c:v>1.1004176</c:v>
                </c:pt>
                <c:pt idx="32">
                  <c:v>1.0994912</c:v>
                </c:pt>
                <c:pt idx="33">
                  <c:v>1.101496</c:v>
                </c:pt>
                <c:pt idx="34">
                  <c:v>1.09995</c:v>
                </c:pt>
                <c:pt idx="35">
                  <c:v>1.0994134</c:v>
                </c:pt>
                <c:pt idx="36">
                  <c:v>1.0994647</c:v>
                </c:pt>
                <c:pt idx="37">
                  <c:v>1.0999298</c:v>
                </c:pt>
                <c:pt idx="38">
                  <c:v>1.0987712</c:v>
                </c:pt>
                <c:pt idx="39">
                  <c:v>1.101208</c:v>
                </c:pt>
                <c:pt idx="40">
                  <c:v>1.0991791</c:v>
                </c:pt>
                <c:pt idx="41">
                  <c:v>1.1018071</c:v>
                </c:pt>
                <c:pt idx="42">
                  <c:v>1.0988076</c:v>
                </c:pt>
                <c:pt idx="43">
                  <c:v>1.1007074</c:v>
                </c:pt>
                <c:pt idx="44">
                  <c:v>1.1021925</c:v>
                </c:pt>
                <c:pt idx="45">
                  <c:v>1.1008936</c:v>
                </c:pt>
                <c:pt idx="46">
                  <c:v>1.1077052</c:v>
                </c:pt>
                <c:pt idx="47">
                  <c:v>1.1000768</c:v>
                </c:pt>
                <c:pt idx="48">
                  <c:v>1.1011151</c:v>
                </c:pt>
                <c:pt idx="49">
                  <c:v>1.1009089</c:v>
                </c:pt>
                <c:pt idx="50">
                  <c:v>1.1029406</c:v>
                </c:pt>
                <c:pt idx="51">
                  <c:v>1.1008092</c:v>
                </c:pt>
                <c:pt idx="52">
                  <c:v>1.1013865</c:v>
                </c:pt>
                <c:pt idx="53">
                  <c:v>1.1012421</c:v>
                </c:pt>
                <c:pt idx="54">
                  <c:v>1.1025108</c:v>
                </c:pt>
                <c:pt idx="55">
                  <c:v>1.1033956</c:v>
                </c:pt>
                <c:pt idx="56">
                  <c:v>1.1013469</c:v>
                </c:pt>
                <c:pt idx="57">
                  <c:v>1.0999614</c:v>
                </c:pt>
                <c:pt idx="58">
                  <c:v>1.1005573</c:v>
                </c:pt>
                <c:pt idx="59">
                  <c:v>1.1027955</c:v>
                </c:pt>
                <c:pt idx="60">
                  <c:v>1.1001164</c:v>
                </c:pt>
                <c:pt idx="61">
                  <c:v>1.1014353</c:v>
                </c:pt>
                <c:pt idx="62">
                  <c:v>1.1043851</c:v>
                </c:pt>
                <c:pt idx="63">
                  <c:v>1.1054661</c:v>
                </c:pt>
                <c:pt idx="64">
                  <c:v>1.1060368</c:v>
                </c:pt>
                <c:pt idx="65">
                  <c:v>1.1080173</c:v>
                </c:pt>
                <c:pt idx="66">
                  <c:v>1.1058278</c:v>
                </c:pt>
                <c:pt idx="67">
                  <c:v>1.1056544</c:v>
                </c:pt>
                <c:pt idx="68">
                  <c:v>1.1051104</c:v>
                </c:pt>
                <c:pt idx="69">
                  <c:v>1.1040937</c:v>
                </c:pt>
                <c:pt idx="70">
                  <c:v>1.1048818</c:v>
                </c:pt>
                <c:pt idx="71">
                  <c:v>1.1061466</c:v>
                </c:pt>
                <c:pt idx="72">
                  <c:v>1.1065694</c:v>
                </c:pt>
                <c:pt idx="73">
                  <c:v>1.1060915</c:v>
                </c:pt>
                <c:pt idx="74">
                  <c:v>1.1058499</c:v>
                </c:pt>
                <c:pt idx="75">
                  <c:v>1.105539</c:v>
                </c:pt>
                <c:pt idx="76">
                  <c:v>1.1060755</c:v>
                </c:pt>
                <c:pt idx="77">
                  <c:v>1.1054581</c:v>
                </c:pt>
                <c:pt idx="78">
                  <c:v>1.1049744</c:v>
                </c:pt>
                <c:pt idx="79">
                  <c:v>1.1059256</c:v>
                </c:pt>
                <c:pt idx="80">
                  <c:v>1.1022673</c:v>
                </c:pt>
                <c:pt idx="81">
                  <c:v>1.1067002</c:v>
                </c:pt>
                <c:pt idx="82">
                  <c:v>1.1060628</c:v>
                </c:pt>
                <c:pt idx="83">
                  <c:v>1.1060203</c:v>
                </c:pt>
                <c:pt idx="84">
                  <c:v>1.1053038</c:v>
                </c:pt>
                <c:pt idx="85">
                  <c:v>1.106066</c:v>
                </c:pt>
                <c:pt idx="86">
                  <c:v>1.1047381</c:v>
                </c:pt>
                <c:pt idx="87">
                  <c:v>1.105733</c:v>
                </c:pt>
                <c:pt idx="88">
                  <c:v>1.1036592</c:v>
                </c:pt>
                <c:pt idx="89">
                  <c:v>1.1017789</c:v>
                </c:pt>
                <c:pt idx="90">
                  <c:v>1.1032779</c:v>
                </c:pt>
                <c:pt idx="91">
                  <c:v>1.1020479</c:v>
                </c:pt>
                <c:pt idx="92">
                  <c:v>1.1023132</c:v>
                </c:pt>
                <c:pt idx="93">
                  <c:v>1.1019725</c:v>
                </c:pt>
                <c:pt idx="94">
                  <c:v>1.1009971</c:v>
                </c:pt>
                <c:pt idx="95">
                  <c:v>1.1021599</c:v>
                </c:pt>
                <c:pt idx="96">
                  <c:v>1.1012813</c:v>
                </c:pt>
                <c:pt idx="97">
                  <c:v>1.1001335</c:v>
                </c:pt>
                <c:pt idx="98">
                  <c:v>1.0998887</c:v>
                </c:pt>
                <c:pt idx="99">
                  <c:v>1.1003293</c:v>
                </c:pt>
              </c:numCache>
            </c:numRef>
          </c:yVal>
        </c:ser>
        <c:ser>
          <c:idx val="4"/>
          <c:order val="4"/>
          <c:tx>
            <c:v>Batch2_cell_004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Data'!$J$2:$J$101</c:f>
              <c:numCache>
                <c:formatCode>General</c:formatCode>
                <c:ptCount val="100"/>
                <c:pt idx="0">
                  <c:v>1.0891641</c:v>
                </c:pt>
                <c:pt idx="1">
                  <c:v>1.0899745</c:v>
                </c:pt>
                <c:pt idx="2">
                  <c:v>1.0892873</c:v>
                </c:pt>
                <c:pt idx="3">
                  <c:v>1.0895668</c:v>
                </c:pt>
                <c:pt idx="4">
                  <c:v>1.0908513</c:v>
                </c:pt>
                <c:pt idx="5">
                  <c:v>1.0882689</c:v>
                </c:pt>
                <c:pt idx="6">
                  <c:v>1.0876662</c:v>
                </c:pt>
                <c:pt idx="7">
                  <c:v>1.0889877</c:v>
                </c:pt>
                <c:pt idx="8">
                  <c:v>1.0893486</c:v>
                </c:pt>
                <c:pt idx="9">
                  <c:v>1.0907151</c:v>
                </c:pt>
                <c:pt idx="10">
                  <c:v>1.0884482</c:v>
                </c:pt>
                <c:pt idx="11">
                  <c:v>1.0902145</c:v>
                </c:pt>
                <c:pt idx="12">
                  <c:v>1.0892452</c:v>
                </c:pt>
                <c:pt idx="13">
                  <c:v>1.0883923</c:v>
                </c:pt>
                <c:pt idx="14">
                  <c:v>1.0868802</c:v>
                </c:pt>
                <c:pt idx="15">
                  <c:v>1.0887829</c:v>
                </c:pt>
                <c:pt idx="16">
                  <c:v>1.0896813</c:v>
                </c:pt>
                <c:pt idx="17">
                  <c:v>1.0893972</c:v>
                </c:pt>
                <c:pt idx="18">
                  <c:v>1.0890611</c:v>
                </c:pt>
                <c:pt idx="19">
                  <c:v>1.090556</c:v>
                </c:pt>
                <c:pt idx="20">
                  <c:v>1.0902582</c:v>
                </c:pt>
                <c:pt idx="21">
                  <c:v>1.0902702</c:v>
                </c:pt>
                <c:pt idx="22">
                  <c:v>1.0884727</c:v>
                </c:pt>
                <c:pt idx="23">
                  <c:v>1.089304</c:v>
                </c:pt>
                <c:pt idx="24">
                  <c:v>1.0859689</c:v>
                </c:pt>
                <c:pt idx="25">
                  <c:v>1.0862653</c:v>
                </c:pt>
                <c:pt idx="26">
                  <c:v>1.0870947</c:v>
                </c:pt>
                <c:pt idx="27">
                  <c:v>1.0870093</c:v>
                </c:pt>
                <c:pt idx="28">
                  <c:v>1.0870659</c:v>
                </c:pt>
                <c:pt idx="29">
                  <c:v>1.0885954</c:v>
                </c:pt>
                <c:pt idx="30">
                  <c:v>1.085894</c:v>
                </c:pt>
                <c:pt idx="31">
                  <c:v>1.0866909</c:v>
                </c:pt>
                <c:pt idx="32">
                  <c:v>1.0872923</c:v>
                </c:pt>
                <c:pt idx="33">
                  <c:v>1.0877844</c:v>
                </c:pt>
                <c:pt idx="34">
                  <c:v>1.0892875</c:v>
                </c:pt>
                <c:pt idx="35">
                  <c:v>1.0877328</c:v>
                </c:pt>
                <c:pt idx="36">
                  <c:v>1.0869656</c:v>
                </c:pt>
                <c:pt idx="37">
                  <c:v>1.0893091</c:v>
                </c:pt>
                <c:pt idx="38">
                  <c:v>1.0887061</c:v>
                </c:pt>
                <c:pt idx="39">
                  <c:v>1.0895126</c:v>
                </c:pt>
                <c:pt idx="40">
                  <c:v>1.0867225</c:v>
                </c:pt>
                <c:pt idx="41">
                  <c:v>1.086028</c:v>
                </c:pt>
                <c:pt idx="42">
                  <c:v>1.0896755</c:v>
                </c:pt>
                <c:pt idx="43">
                  <c:v>1.0889267</c:v>
                </c:pt>
                <c:pt idx="44">
                  <c:v>1.0883062</c:v>
                </c:pt>
                <c:pt idx="45">
                  <c:v>1.0871221</c:v>
                </c:pt>
                <c:pt idx="46">
                  <c:v>1.0892441</c:v>
                </c:pt>
                <c:pt idx="47">
                  <c:v>1.0813971</c:v>
                </c:pt>
                <c:pt idx="48">
                  <c:v>1.0786239</c:v>
                </c:pt>
                <c:pt idx="49">
                  <c:v>1.078439</c:v>
                </c:pt>
                <c:pt idx="50">
                  <c:v>1.0807819</c:v>
                </c:pt>
                <c:pt idx="51">
                  <c:v>1.0822703</c:v>
                </c:pt>
                <c:pt idx="52">
                  <c:v>1.0804321</c:v>
                </c:pt>
                <c:pt idx="53">
                  <c:v>1.081323</c:v>
                </c:pt>
                <c:pt idx="54">
                  <c:v>1.0819552</c:v>
                </c:pt>
                <c:pt idx="55">
                  <c:v>1.0806808</c:v>
                </c:pt>
                <c:pt idx="56">
                  <c:v>1.0813128</c:v>
                </c:pt>
                <c:pt idx="57">
                  <c:v>1.080428</c:v>
                </c:pt>
                <c:pt idx="58">
                  <c:v>1.079867</c:v>
                </c:pt>
                <c:pt idx="59">
                  <c:v>1.0811924</c:v>
                </c:pt>
                <c:pt idx="60">
                  <c:v>1.0816963</c:v>
                </c:pt>
                <c:pt idx="61">
                  <c:v>1.081072</c:v>
                </c:pt>
                <c:pt idx="62">
                  <c:v>1.0833821</c:v>
                </c:pt>
                <c:pt idx="63">
                  <c:v>1.0843611</c:v>
                </c:pt>
                <c:pt idx="64">
                  <c:v>1.0852863</c:v>
                </c:pt>
                <c:pt idx="65">
                  <c:v>1.0840455</c:v>
                </c:pt>
                <c:pt idx="66">
                  <c:v>1.0885204</c:v>
                </c:pt>
                <c:pt idx="67">
                  <c:v>1.0851684</c:v>
                </c:pt>
                <c:pt idx="68">
                  <c:v>1.0859112</c:v>
                </c:pt>
                <c:pt idx="69">
                  <c:v>1.0855519</c:v>
                </c:pt>
                <c:pt idx="70">
                  <c:v>1.0863978</c:v>
                </c:pt>
                <c:pt idx="71">
                  <c:v>1.084747</c:v>
                </c:pt>
                <c:pt idx="72">
                  <c:v>1.0865196</c:v>
                </c:pt>
                <c:pt idx="73">
                  <c:v>1.0858898</c:v>
                </c:pt>
                <c:pt idx="74">
                  <c:v>1.0847456</c:v>
                </c:pt>
                <c:pt idx="75">
                  <c:v>1.0844945</c:v>
                </c:pt>
                <c:pt idx="76">
                  <c:v>1.0868195</c:v>
                </c:pt>
                <c:pt idx="77">
                  <c:v>1.0877496</c:v>
                </c:pt>
                <c:pt idx="78">
                  <c:v>1.0872972</c:v>
                </c:pt>
                <c:pt idx="79">
                  <c:v>1.0856599</c:v>
                </c:pt>
                <c:pt idx="80">
                  <c:v>1.0855947</c:v>
                </c:pt>
                <c:pt idx="81">
                  <c:v>1.0876626</c:v>
                </c:pt>
                <c:pt idx="82">
                  <c:v>1.0860796</c:v>
                </c:pt>
                <c:pt idx="83">
                  <c:v>1.0861264</c:v>
                </c:pt>
                <c:pt idx="84">
                  <c:v>1.0870513</c:v>
                </c:pt>
                <c:pt idx="85">
                  <c:v>1.087209</c:v>
                </c:pt>
                <c:pt idx="86">
                  <c:v>1.0870576</c:v>
                </c:pt>
                <c:pt idx="87">
                  <c:v>1.0849303</c:v>
                </c:pt>
                <c:pt idx="88">
                  <c:v>1.0859756</c:v>
                </c:pt>
                <c:pt idx="89">
                  <c:v>1.0855784</c:v>
                </c:pt>
                <c:pt idx="90">
                  <c:v>1.0812426</c:v>
                </c:pt>
                <c:pt idx="91">
                  <c:v>1.0833672</c:v>
                </c:pt>
                <c:pt idx="92">
                  <c:v>1.0818868</c:v>
                </c:pt>
                <c:pt idx="93">
                  <c:v>1.0807395</c:v>
                </c:pt>
                <c:pt idx="94">
                  <c:v>1.079982</c:v>
                </c:pt>
                <c:pt idx="95">
                  <c:v>1.0815972</c:v>
                </c:pt>
                <c:pt idx="96">
                  <c:v>1.0831022</c:v>
                </c:pt>
                <c:pt idx="97">
                  <c:v>1.0817722</c:v>
                </c:pt>
                <c:pt idx="98">
                  <c:v>1.0834551</c:v>
                </c:pt>
                <c:pt idx="99">
                  <c:v>1.0813601</c:v>
                </c:pt>
              </c:numCache>
            </c:numRef>
          </c:yVal>
        </c:ser>
        <c:ser>
          <c:idx val="5"/>
          <c:order val="5"/>
          <c:tx>
            <c:v>Batch2_cell_005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Data'!$L$2:$L$101</c:f>
              <c:numCache>
                <c:formatCode>General</c:formatCode>
                <c:ptCount val="100"/>
                <c:pt idx="0">
                  <c:v>1.0967227</c:v>
                </c:pt>
                <c:pt idx="1">
                  <c:v>1.0989141</c:v>
                </c:pt>
                <c:pt idx="2">
                  <c:v>1.0985123</c:v>
                </c:pt>
                <c:pt idx="3">
                  <c:v>1.0990517</c:v>
                </c:pt>
                <c:pt idx="4">
                  <c:v>1.0988965</c:v>
                </c:pt>
                <c:pt idx="5">
                  <c:v>1.0972681</c:v>
                </c:pt>
                <c:pt idx="6">
                  <c:v>1.0960954</c:v>
                </c:pt>
                <c:pt idx="7">
                  <c:v>1.0990516</c:v>
                </c:pt>
                <c:pt idx="8">
                  <c:v>1.0978429</c:v>
                </c:pt>
                <c:pt idx="9">
                  <c:v>1.0987128</c:v>
                </c:pt>
                <c:pt idx="10">
                  <c:v>1.0986855</c:v>
                </c:pt>
                <c:pt idx="11">
                  <c:v>1.0970756</c:v>
                </c:pt>
                <c:pt idx="12">
                  <c:v>1.098332</c:v>
                </c:pt>
                <c:pt idx="13">
                  <c:v>1.0973482</c:v>
                </c:pt>
                <c:pt idx="14">
                  <c:v>1.0959789</c:v>
                </c:pt>
                <c:pt idx="15">
                  <c:v>1.097384</c:v>
                </c:pt>
                <c:pt idx="16">
                  <c:v>1.0982153</c:v>
                </c:pt>
                <c:pt idx="17">
                  <c:v>1.0964235</c:v>
                </c:pt>
                <c:pt idx="18">
                  <c:v>1.0967749</c:v>
                </c:pt>
                <c:pt idx="19">
                  <c:v>1.0977509</c:v>
                </c:pt>
                <c:pt idx="20">
                  <c:v>1.0948036</c:v>
                </c:pt>
                <c:pt idx="21">
                  <c:v>1.0967488</c:v>
                </c:pt>
                <c:pt idx="22">
                  <c:v>1.0946624</c:v>
                </c:pt>
                <c:pt idx="23">
                  <c:v>1.0950503</c:v>
                </c:pt>
                <c:pt idx="24">
                  <c:v>1.0937163</c:v>
                </c:pt>
                <c:pt idx="25">
                  <c:v>1.0931758</c:v>
                </c:pt>
                <c:pt idx="26">
                  <c:v>1.0932177</c:v>
                </c:pt>
                <c:pt idx="27">
                  <c:v>1.0951847</c:v>
                </c:pt>
                <c:pt idx="28">
                  <c:v>1.0944738</c:v>
                </c:pt>
                <c:pt idx="29">
                  <c:v>1.0938852</c:v>
                </c:pt>
                <c:pt idx="30">
                  <c:v>1.0933917</c:v>
                </c:pt>
                <c:pt idx="31">
                  <c:v>1.0931157</c:v>
                </c:pt>
                <c:pt idx="32">
                  <c:v>1.0929189</c:v>
                </c:pt>
                <c:pt idx="33">
                  <c:v>1.093632</c:v>
                </c:pt>
                <c:pt idx="34">
                  <c:v>1.0930399</c:v>
                </c:pt>
                <c:pt idx="35">
                  <c:v>1.094702</c:v>
                </c:pt>
                <c:pt idx="36">
                  <c:v>1.0935663</c:v>
                </c:pt>
                <c:pt idx="37">
                  <c:v>1.0927647</c:v>
                </c:pt>
                <c:pt idx="38">
                  <c:v>1.090849</c:v>
                </c:pt>
                <c:pt idx="39">
                  <c:v>1.0929892</c:v>
                </c:pt>
                <c:pt idx="40">
                  <c:v>1.093433</c:v>
                </c:pt>
                <c:pt idx="41">
                  <c:v>1.093464</c:v>
                </c:pt>
                <c:pt idx="42">
                  <c:v>1.0958664</c:v>
                </c:pt>
                <c:pt idx="43">
                  <c:v>1.0921564</c:v>
                </c:pt>
                <c:pt idx="44">
                  <c:v>1.0924085</c:v>
                </c:pt>
                <c:pt idx="45">
                  <c:v>1.09214</c:v>
                </c:pt>
                <c:pt idx="46">
                  <c:v>1.0920891</c:v>
                </c:pt>
                <c:pt idx="47">
                  <c:v>0.9775852</c:v>
                </c:pt>
                <c:pt idx="48">
                  <c:v>1.0799308</c:v>
                </c:pt>
                <c:pt idx="49">
                  <c:v>1.0819619</c:v>
                </c:pt>
                <c:pt idx="50">
                  <c:v>1.0832263</c:v>
                </c:pt>
                <c:pt idx="51">
                  <c:v>1.0805167</c:v>
                </c:pt>
                <c:pt idx="52">
                  <c:v>1.0795916</c:v>
                </c:pt>
                <c:pt idx="53">
                  <c:v>1.0821831</c:v>
                </c:pt>
                <c:pt idx="54">
                  <c:v>1.079668</c:v>
                </c:pt>
                <c:pt idx="55">
                  <c:v>1.082114</c:v>
                </c:pt>
                <c:pt idx="56">
                  <c:v>1.0830989</c:v>
                </c:pt>
                <c:pt idx="57">
                  <c:v>1.0811727</c:v>
                </c:pt>
                <c:pt idx="58">
                  <c:v>1.0818456</c:v>
                </c:pt>
                <c:pt idx="59">
                  <c:v>1.0812491</c:v>
                </c:pt>
                <c:pt idx="60">
                  <c:v>1.0845963</c:v>
                </c:pt>
                <c:pt idx="61">
                  <c:v>1.0829715</c:v>
                </c:pt>
                <c:pt idx="62">
                  <c:v>1.0849501</c:v>
                </c:pt>
                <c:pt idx="63">
                  <c:v>1.0856484</c:v>
                </c:pt>
                <c:pt idx="64">
                  <c:v>1.0843269</c:v>
                </c:pt>
                <c:pt idx="65">
                  <c:v>1.0874257</c:v>
                </c:pt>
                <c:pt idx="66">
                  <c:v>1.0855263</c:v>
                </c:pt>
                <c:pt idx="67">
                  <c:v>1.0871795</c:v>
                </c:pt>
                <c:pt idx="68">
                  <c:v>1.0871582</c:v>
                </c:pt>
                <c:pt idx="69">
                  <c:v>1.0860642</c:v>
                </c:pt>
                <c:pt idx="70">
                  <c:v>1.0849514</c:v>
                </c:pt>
                <c:pt idx="71">
                  <c:v>1.0873524</c:v>
                </c:pt>
                <c:pt idx="72">
                  <c:v>1.0868119</c:v>
                </c:pt>
                <c:pt idx="73">
                  <c:v>1.087714</c:v>
                </c:pt>
                <c:pt idx="74">
                  <c:v>1.0869681</c:v>
                </c:pt>
                <c:pt idx="75">
                  <c:v>1.0869244</c:v>
                </c:pt>
                <c:pt idx="76">
                  <c:v>1.0861216</c:v>
                </c:pt>
                <c:pt idx="77">
                  <c:v>1.0821931</c:v>
                </c:pt>
                <c:pt idx="78">
                  <c:v>1.0890152</c:v>
                </c:pt>
                <c:pt idx="79">
                  <c:v>1.0875654</c:v>
                </c:pt>
                <c:pt idx="80">
                  <c:v>1.0853114</c:v>
                </c:pt>
                <c:pt idx="81">
                  <c:v>1.0862535</c:v>
                </c:pt>
                <c:pt idx="82">
                  <c:v>1.0864947</c:v>
                </c:pt>
                <c:pt idx="83">
                  <c:v>1.0871289</c:v>
                </c:pt>
                <c:pt idx="84">
                  <c:v>1.0853519</c:v>
                </c:pt>
                <c:pt idx="85">
                  <c:v>1.0848286</c:v>
                </c:pt>
                <c:pt idx="86">
                  <c:v>1.083376</c:v>
                </c:pt>
                <c:pt idx="87">
                  <c:v>1.0860461</c:v>
                </c:pt>
                <c:pt idx="88">
                  <c:v>1.0838622</c:v>
                </c:pt>
                <c:pt idx="89">
                  <c:v>1.0840687</c:v>
                </c:pt>
                <c:pt idx="90">
                  <c:v>1.0805966</c:v>
                </c:pt>
                <c:pt idx="91">
                  <c:v>1.0786479</c:v>
                </c:pt>
                <c:pt idx="92">
                  <c:v>1.0802975</c:v>
                </c:pt>
                <c:pt idx="93">
                  <c:v>1.078632</c:v>
                </c:pt>
                <c:pt idx="94">
                  <c:v>1.0801779</c:v>
                </c:pt>
                <c:pt idx="95">
                  <c:v>1.0791359</c:v>
                </c:pt>
                <c:pt idx="96">
                  <c:v>1.0801532</c:v>
                </c:pt>
                <c:pt idx="97">
                  <c:v>1.0797518</c:v>
                </c:pt>
                <c:pt idx="98">
                  <c:v>1.0783235</c:v>
                </c:pt>
                <c:pt idx="99">
                  <c:v>1.0760076</c:v>
                </c:pt>
              </c:numCache>
            </c:numRef>
          </c:yVal>
        </c:ser>
        <c:ser>
          <c:idx val="6"/>
          <c:order val="6"/>
          <c:tx>
            <c:v>Batch2_cell_006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Data'!$N$2:$N$101</c:f>
              <c:numCache>
                <c:formatCode>General</c:formatCode>
                <c:ptCount val="100"/>
                <c:pt idx="0">
                  <c:v>1.0867316</c:v>
                </c:pt>
                <c:pt idx="1">
                  <c:v>1.0885617</c:v>
                </c:pt>
                <c:pt idx="2">
                  <c:v>1.087554</c:v>
                </c:pt>
                <c:pt idx="3">
                  <c:v>1.090163</c:v>
                </c:pt>
                <c:pt idx="4">
                  <c:v>1.0902618</c:v>
                </c:pt>
                <c:pt idx="5">
                  <c:v>1.088747</c:v>
                </c:pt>
                <c:pt idx="6">
                  <c:v>1.0895009</c:v>
                </c:pt>
                <c:pt idx="7">
                  <c:v>1.0893795</c:v>
                </c:pt>
                <c:pt idx="8">
                  <c:v>1.0908923</c:v>
                </c:pt>
                <c:pt idx="9">
                  <c:v>1.0903428</c:v>
                </c:pt>
                <c:pt idx="10">
                  <c:v>1.090368</c:v>
                </c:pt>
                <c:pt idx="11">
                  <c:v>1.0901278</c:v>
                </c:pt>
                <c:pt idx="12">
                  <c:v>1.0912203</c:v>
                </c:pt>
                <c:pt idx="13">
                  <c:v>1.0906245</c:v>
                </c:pt>
                <c:pt idx="14">
                  <c:v>1.0911855</c:v>
                </c:pt>
                <c:pt idx="15">
                  <c:v>1.0887303</c:v>
                </c:pt>
                <c:pt idx="16">
                  <c:v>1.0896938</c:v>
                </c:pt>
                <c:pt idx="17">
                  <c:v>1.09162</c:v>
                </c:pt>
                <c:pt idx="18">
                  <c:v>1.0915769</c:v>
                </c:pt>
                <c:pt idx="19">
                  <c:v>1.091236</c:v>
                </c:pt>
                <c:pt idx="20">
                  <c:v>1.0908968</c:v>
                </c:pt>
                <c:pt idx="21">
                  <c:v>1.0919758</c:v>
                </c:pt>
                <c:pt idx="22">
                  <c:v>1.0911571</c:v>
                </c:pt>
                <c:pt idx="23">
                  <c:v>1.0887921</c:v>
                </c:pt>
                <c:pt idx="24">
                  <c:v>1.0890782</c:v>
                </c:pt>
                <c:pt idx="25">
                  <c:v>1.0903459</c:v>
                </c:pt>
                <c:pt idx="26">
                  <c:v>1.0898894</c:v>
                </c:pt>
                <c:pt idx="27">
                  <c:v>1.0910544</c:v>
                </c:pt>
                <c:pt idx="28">
                  <c:v>1.0894721</c:v>
                </c:pt>
                <c:pt idx="29">
                  <c:v>1.0899274</c:v>
                </c:pt>
                <c:pt idx="30">
                  <c:v>1.0911379</c:v>
                </c:pt>
                <c:pt idx="31">
                  <c:v>1.0903271</c:v>
                </c:pt>
                <c:pt idx="32">
                  <c:v>1.0911134</c:v>
                </c:pt>
                <c:pt idx="33">
                  <c:v>1.0928735</c:v>
                </c:pt>
                <c:pt idx="34">
                  <c:v>1.0882457</c:v>
                </c:pt>
                <c:pt idx="35">
                  <c:v>1.0926751</c:v>
                </c:pt>
                <c:pt idx="36">
                  <c:v>1.0923121</c:v>
                </c:pt>
                <c:pt idx="37">
                  <c:v>1.0921565</c:v>
                </c:pt>
                <c:pt idx="38">
                  <c:v>1.093403</c:v>
                </c:pt>
                <c:pt idx="39">
                  <c:v>1.0937651</c:v>
                </c:pt>
                <c:pt idx="40">
                  <c:v>1.0920773</c:v>
                </c:pt>
                <c:pt idx="41">
                  <c:v>1.0929651</c:v>
                </c:pt>
                <c:pt idx="42">
                  <c:v>1.0917951</c:v>
                </c:pt>
                <c:pt idx="43">
                  <c:v>1.0907881</c:v>
                </c:pt>
                <c:pt idx="44">
                  <c:v>1.093257</c:v>
                </c:pt>
                <c:pt idx="45">
                  <c:v>1.0924507</c:v>
                </c:pt>
                <c:pt idx="46">
                  <c:v>1.093783</c:v>
                </c:pt>
                <c:pt idx="47">
                  <c:v>1.0911553</c:v>
                </c:pt>
                <c:pt idx="48">
                  <c:v>1.0936093</c:v>
                </c:pt>
                <c:pt idx="49">
                  <c:v>1.0937752</c:v>
                </c:pt>
                <c:pt idx="50">
                  <c:v>1.0949581</c:v>
                </c:pt>
                <c:pt idx="51">
                  <c:v>1.0929352</c:v>
                </c:pt>
                <c:pt idx="52">
                  <c:v>1.0943819</c:v>
                </c:pt>
                <c:pt idx="53">
                  <c:v>1.0942487</c:v>
                </c:pt>
                <c:pt idx="54">
                  <c:v>1.0937723</c:v>
                </c:pt>
                <c:pt idx="55">
                  <c:v>1.0936135</c:v>
                </c:pt>
                <c:pt idx="56">
                  <c:v>1.0923874</c:v>
                </c:pt>
                <c:pt idx="57">
                  <c:v>1.0926222</c:v>
                </c:pt>
                <c:pt idx="58">
                  <c:v>1.09305</c:v>
                </c:pt>
                <c:pt idx="59">
                  <c:v>1.094481</c:v>
                </c:pt>
                <c:pt idx="60">
                  <c:v>1.0944436</c:v>
                </c:pt>
                <c:pt idx="61">
                  <c:v>1.093164</c:v>
                </c:pt>
                <c:pt idx="62">
                  <c:v>1.0965389</c:v>
                </c:pt>
                <c:pt idx="63">
                  <c:v>1.0951638</c:v>
                </c:pt>
                <c:pt idx="64">
                  <c:v>1.0986193</c:v>
                </c:pt>
                <c:pt idx="65">
                  <c:v>1.098047</c:v>
                </c:pt>
                <c:pt idx="66">
                  <c:v>1.0972778</c:v>
                </c:pt>
                <c:pt idx="67">
                  <c:v>1.0969723</c:v>
                </c:pt>
                <c:pt idx="68">
                  <c:v>1.0967196</c:v>
                </c:pt>
                <c:pt idx="69">
                  <c:v>1.0960953</c:v>
                </c:pt>
                <c:pt idx="70">
                  <c:v>1.0981635</c:v>
                </c:pt>
                <c:pt idx="71">
                  <c:v>1.097418</c:v>
                </c:pt>
                <c:pt idx="72">
                  <c:v>1.0982168</c:v>
                </c:pt>
                <c:pt idx="73">
                  <c:v>1.0941057</c:v>
                </c:pt>
                <c:pt idx="74">
                  <c:v>1.0981234</c:v>
                </c:pt>
                <c:pt idx="75">
                  <c:v>1.1000568</c:v>
                </c:pt>
                <c:pt idx="76">
                  <c:v>1.0987035</c:v>
                </c:pt>
                <c:pt idx="77">
                  <c:v>1.0958138</c:v>
                </c:pt>
                <c:pt idx="78">
                  <c:v>1.0963341</c:v>
                </c:pt>
                <c:pt idx="79">
                  <c:v>1.0978919</c:v>
                </c:pt>
                <c:pt idx="80">
                  <c:v>1.0971994</c:v>
                </c:pt>
                <c:pt idx="81">
                  <c:v>1.0968757</c:v>
                </c:pt>
                <c:pt idx="82">
                  <c:v>1.0986458</c:v>
                </c:pt>
                <c:pt idx="83">
                  <c:v>1.0965201</c:v>
                </c:pt>
                <c:pt idx="84">
                  <c:v>1.0951459</c:v>
                </c:pt>
                <c:pt idx="85">
                  <c:v>1.096086</c:v>
                </c:pt>
                <c:pt idx="86">
                  <c:v>1.0956293</c:v>
                </c:pt>
                <c:pt idx="87">
                  <c:v>1.096359</c:v>
                </c:pt>
                <c:pt idx="88">
                  <c:v>1.0927438</c:v>
                </c:pt>
                <c:pt idx="89">
                  <c:v>1.0921903</c:v>
                </c:pt>
                <c:pt idx="90">
                  <c:v>1.0918573</c:v>
                </c:pt>
                <c:pt idx="91">
                  <c:v>1.0920177</c:v>
                </c:pt>
                <c:pt idx="92">
                  <c:v>1.0918754</c:v>
                </c:pt>
                <c:pt idx="93">
                  <c:v>1.0910447</c:v>
                </c:pt>
                <c:pt idx="94">
                  <c:v>1.0929724</c:v>
                </c:pt>
                <c:pt idx="95">
                  <c:v>1.0925134</c:v>
                </c:pt>
                <c:pt idx="96">
                  <c:v>1.0912347</c:v>
                </c:pt>
                <c:pt idx="97">
                  <c:v>1.0904063</c:v>
                </c:pt>
                <c:pt idx="98">
                  <c:v>1.0903074</c:v>
                </c:pt>
                <c:pt idx="99">
                  <c:v>1.090597</c:v>
                </c:pt>
              </c:numCache>
            </c:numRef>
          </c:yVal>
        </c:ser>
        <c:ser>
          <c:idx val="7"/>
          <c:order val="7"/>
          <c:tx>
            <c:v>Batch2_cell_010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Data'!$P$2:$P$101</c:f>
              <c:numCache>
                <c:formatCode>General</c:formatCode>
                <c:ptCount val="100"/>
                <c:pt idx="0">
                  <c:v>1.1081897</c:v>
                </c:pt>
                <c:pt idx="1">
                  <c:v>1.1092782</c:v>
                </c:pt>
                <c:pt idx="2">
                  <c:v>1.1100956</c:v>
                </c:pt>
                <c:pt idx="3">
                  <c:v>1.1094496</c:v>
                </c:pt>
                <c:pt idx="4">
                  <c:v>1.1109428</c:v>
                </c:pt>
                <c:pt idx="5">
                  <c:v>1.1108123</c:v>
                </c:pt>
                <c:pt idx="6">
                  <c:v>1.1106577</c:v>
                </c:pt>
                <c:pt idx="7">
                  <c:v>1.1090498</c:v>
                </c:pt>
                <c:pt idx="8">
                  <c:v>1.1112398</c:v>
                </c:pt>
                <c:pt idx="9">
                  <c:v>1.1099281</c:v>
                </c:pt>
                <c:pt idx="10">
                  <c:v>1.111069</c:v>
                </c:pt>
                <c:pt idx="11">
                  <c:v>1.1112562</c:v>
                </c:pt>
                <c:pt idx="12">
                  <c:v>1.1115164</c:v>
                </c:pt>
                <c:pt idx="13">
                  <c:v>1.1098194</c:v>
                </c:pt>
                <c:pt idx="14">
                  <c:v>1.1116774</c:v>
                </c:pt>
                <c:pt idx="15">
                  <c:v>1.1102153</c:v>
                </c:pt>
                <c:pt idx="16">
                  <c:v>1.1114923</c:v>
                </c:pt>
                <c:pt idx="17">
                  <c:v>1.1101619</c:v>
                </c:pt>
                <c:pt idx="18">
                  <c:v>1.110916</c:v>
                </c:pt>
                <c:pt idx="19">
                  <c:v>1.1124492</c:v>
                </c:pt>
                <c:pt idx="20">
                  <c:v>1.1129047</c:v>
                </c:pt>
                <c:pt idx="21">
                  <c:v>1.1113501</c:v>
                </c:pt>
                <c:pt idx="22">
                  <c:v>1.1113056</c:v>
                </c:pt>
                <c:pt idx="23">
                  <c:v>1.111967</c:v>
                </c:pt>
                <c:pt idx="24">
                  <c:v>1.1119262</c:v>
                </c:pt>
                <c:pt idx="25">
                  <c:v>1.1130328</c:v>
                </c:pt>
                <c:pt idx="26">
                  <c:v>1.1120434</c:v>
                </c:pt>
                <c:pt idx="27">
                  <c:v>1.1129982</c:v>
                </c:pt>
                <c:pt idx="28">
                  <c:v>1.1121441</c:v>
                </c:pt>
                <c:pt idx="29">
                  <c:v>1.113166</c:v>
                </c:pt>
                <c:pt idx="30">
                  <c:v>1.1113164</c:v>
                </c:pt>
                <c:pt idx="31">
                  <c:v>1.1132476</c:v>
                </c:pt>
                <c:pt idx="32">
                  <c:v>1.1135696</c:v>
                </c:pt>
                <c:pt idx="33">
                  <c:v>1.1125773</c:v>
                </c:pt>
                <c:pt idx="34">
                  <c:v>1.1137</c:v>
                </c:pt>
                <c:pt idx="35">
                  <c:v>1.1136953</c:v>
                </c:pt>
                <c:pt idx="36">
                  <c:v>1.1128904</c:v>
                </c:pt>
                <c:pt idx="37">
                  <c:v>1.1128716</c:v>
                </c:pt>
                <c:pt idx="38">
                  <c:v>1.112747</c:v>
                </c:pt>
                <c:pt idx="39">
                  <c:v>1.1133684</c:v>
                </c:pt>
                <c:pt idx="40">
                  <c:v>1.1126831</c:v>
                </c:pt>
                <c:pt idx="41">
                  <c:v>1.1133068</c:v>
                </c:pt>
                <c:pt idx="42">
                  <c:v>1.1133509</c:v>
                </c:pt>
                <c:pt idx="43">
                  <c:v>1.1125798</c:v>
                </c:pt>
                <c:pt idx="44">
                  <c:v>1.1152341</c:v>
                </c:pt>
                <c:pt idx="45">
                  <c:v>1.1140692</c:v>
                </c:pt>
                <c:pt idx="46">
                  <c:v>0.99896306</c:v>
                </c:pt>
                <c:pt idx="47">
                  <c:v>1.1048203</c:v>
                </c:pt>
                <c:pt idx="48">
                  <c:v>1.1069163</c:v>
                </c:pt>
                <c:pt idx="49">
                  <c:v>1.1069406</c:v>
                </c:pt>
                <c:pt idx="50">
                  <c:v>1.1073352</c:v>
                </c:pt>
                <c:pt idx="51">
                  <c:v>1.108075</c:v>
                </c:pt>
                <c:pt idx="52">
                  <c:v>1.109795</c:v>
                </c:pt>
                <c:pt idx="53">
                  <c:v>1.1093065</c:v>
                </c:pt>
                <c:pt idx="54">
                  <c:v>1.1085886</c:v>
                </c:pt>
                <c:pt idx="55">
                  <c:v>1.1110461</c:v>
                </c:pt>
                <c:pt idx="56">
                  <c:v>1.110118</c:v>
                </c:pt>
                <c:pt idx="57">
                  <c:v>1.1097949</c:v>
                </c:pt>
                <c:pt idx="58">
                  <c:v>1.1098853</c:v>
                </c:pt>
                <c:pt idx="59">
                  <c:v>1.1109192</c:v>
                </c:pt>
                <c:pt idx="60">
                  <c:v>1.1109108</c:v>
                </c:pt>
                <c:pt idx="61">
                  <c:v>1.1087297</c:v>
                </c:pt>
                <c:pt idx="62">
                  <c:v>1.10795</c:v>
                </c:pt>
                <c:pt idx="63">
                  <c:v>1.1118224</c:v>
                </c:pt>
                <c:pt idx="64">
                  <c:v>1.1107041</c:v>
                </c:pt>
                <c:pt idx="65">
                  <c:v>1.1131971</c:v>
                </c:pt>
                <c:pt idx="66">
                  <c:v>1.1104747</c:v>
                </c:pt>
                <c:pt idx="67">
                  <c:v>1.1122158</c:v>
                </c:pt>
                <c:pt idx="68">
                  <c:v>1.1125809</c:v>
                </c:pt>
                <c:pt idx="69">
                  <c:v>1.1113906</c:v>
                </c:pt>
                <c:pt idx="70">
                  <c:v>1.1141278</c:v>
                </c:pt>
                <c:pt idx="71">
                  <c:v>1.1146233</c:v>
                </c:pt>
                <c:pt idx="72">
                  <c:v>1.1126585</c:v>
                </c:pt>
                <c:pt idx="73">
                  <c:v>1.112713</c:v>
                </c:pt>
                <c:pt idx="74">
                  <c:v>1.1130853</c:v>
                </c:pt>
                <c:pt idx="75">
                  <c:v>1.1137996</c:v>
                </c:pt>
                <c:pt idx="76">
                  <c:v>1.1132557</c:v>
                </c:pt>
                <c:pt idx="77">
                  <c:v>1.1133631</c:v>
                </c:pt>
                <c:pt idx="78">
                  <c:v>1.1136762</c:v>
                </c:pt>
                <c:pt idx="79">
                  <c:v>1.1134096</c:v>
                </c:pt>
                <c:pt idx="80">
                  <c:v>1.1139672</c:v>
                </c:pt>
                <c:pt idx="81">
                  <c:v>1.1160053</c:v>
                </c:pt>
                <c:pt idx="82">
                  <c:v>1.1154741</c:v>
                </c:pt>
                <c:pt idx="83">
                  <c:v>1.1155241</c:v>
                </c:pt>
                <c:pt idx="84">
                  <c:v>1.1145535</c:v>
                </c:pt>
                <c:pt idx="85">
                  <c:v>1.1140351</c:v>
                </c:pt>
                <c:pt idx="86">
                  <c:v>1.1170095</c:v>
                </c:pt>
                <c:pt idx="87">
                  <c:v>1.1146145</c:v>
                </c:pt>
                <c:pt idx="88">
                  <c:v>1.1158824</c:v>
                </c:pt>
                <c:pt idx="89">
                  <c:v>1.1166811</c:v>
                </c:pt>
                <c:pt idx="90">
                  <c:v>1.1149913</c:v>
                </c:pt>
                <c:pt idx="91">
                  <c:v>1.1148756</c:v>
                </c:pt>
                <c:pt idx="92">
                  <c:v>1.1157849</c:v>
                </c:pt>
                <c:pt idx="93">
                  <c:v>1.1159981</c:v>
                </c:pt>
                <c:pt idx="94">
                  <c:v>1.1158215</c:v>
                </c:pt>
                <c:pt idx="95">
                  <c:v>1.1158005</c:v>
                </c:pt>
                <c:pt idx="96">
                  <c:v>1.1166124</c:v>
                </c:pt>
                <c:pt idx="97">
                  <c:v>1.1168383</c:v>
                </c:pt>
                <c:pt idx="98">
                  <c:v>1.1166337</c:v>
                </c:pt>
                <c:pt idx="99">
                  <c:v>1.1162933</c:v>
                </c:pt>
              </c:numCache>
            </c:numRef>
          </c:yVal>
        </c:ser>
        <c:ser>
          <c:idx val="8"/>
          <c:order val="8"/>
          <c:tx>
            <c:v>Batch2_cell_011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Data'!$R$2:$R$101</c:f>
              <c:numCache>
                <c:formatCode>General</c:formatCode>
                <c:ptCount val="100"/>
                <c:pt idx="0">
                  <c:v>1.0964632</c:v>
                </c:pt>
                <c:pt idx="1">
                  <c:v>1.0959171</c:v>
                </c:pt>
                <c:pt idx="2">
                  <c:v>1.0984064</c:v>
                </c:pt>
                <c:pt idx="3">
                  <c:v>1.0970209</c:v>
                </c:pt>
                <c:pt idx="4">
                  <c:v>1.0971565</c:v>
                </c:pt>
                <c:pt idx="5">
                  <c:v>1.0974864</c:v>
                </c:pt>
                <c:pt idx="6">
                  <c:v>1.0980698</c:v>
                </c:pt>
                <c:pt idx="7">
                  <c:v>1.0975468</c:v>
                </c:pt>
                <c:pt idx="8">
                  <c:v>1.0973328</c:v>
                </c:pt>
                <c:pt idx="9">
                  <c:v>1.0982223</c:v>
                </c:pt>
                <c:pt idx="10">
                  <c:v>1.0982047</c:v>
                </c:pt>
                <c:pt idx="11">
                  <c:v>1.0973511</c:v>
                </c:pt>
                <c:pt idx="12">
                  <c:v>1.0998559</c:v>
                </c:pt>
                <c:pt idx="13">
                  <c:v>1.0997298</c:v>
                </c:pt>
                <c:pt idx="14">
                  <c:v>1.0985316</c:v>
                </c:pt>
                <c:pt idx="15">
                  <c:v>1.0995364</c:v>
                </c:pt>
                <c:pt idx="16">
                  <c:v>1.0986482</c:v>
                </c:pt>
                <c:pt idx="17">
                  <c:v>1.0996583</c:v>
                </c:pt>
                <c:pt idx="18">
                  <c:v>1.0995272</c:v>
                </c:pt>
                <c:pt idx="19">
                  <c:v>1.0994618</c:v>
                </c:pt>
                <c:pt idx="20">
                  <c:v>1.1007781</c:v>
                </c:pt>
                <c:pt idx="21">
                  <c:v>1.1005223</c:v>
                </c:pt>
                <c:pt idx="22">
                  <c:v>1.1005046</c:v>
                </c:pt>
                <c:pt idx="23">
                  <c:v>1.1011547</c:v>
                </c:pt>
                <c:pt idx="24">
                  <c:v>1.1001827</c:v>
                </c:pt>
                <c:pt idx="25">
                  <c:v>1.0989101</c:v>
                </c:pt>
                <c:pt idx="26">
                  <c:v>1.0999731</c:v>
                </c:pt>
                <c:pt idx="27">
                  <c:v>1.1004893</c:v>
                </c:pt>
                <c:pt idx="28">
                  <c:v>1.1003582</c:v>
                </c:pt>
                <c:pt idx="29">
                  <c:v>1.0981206</c:v>
                </c:pt>
                <c:pt idx="30">
                  <c:v>1.1006376</c:v>
                </c:pt>
                <c:pt idx="31">
                  <c:v>1.1008356</c:v>
                </c:pt>
                <c:pt idx="32">
                  <c:v>1.1009458</c:v>
                </c:pt>
                <c:pt idx="33">
                  <c:v>1.1001402</c:v>
                </c:pt>
                <c:pt idx="34">
                  <c:v>1.1007982</c:v>
                </c:pt>
                <c:pt idx="35">
                  <c:v>1.1004961</c:v>
                </c:pt>
                <c:pt idx="36">
                  <c:v>1.102071</c:v>
                </c:pt>
                <c:pt idx="37">
                  <c:v>1.1008135</c:v>
                </c:pt>
                <c:pt idx="38">
                  <c:v>1.104144</c:v>
                </c:pt>
                <c:pt idx="39">
                  <c:v>1.1017389</c:v>
                </c:pt>
                <c:pt idx="40">
                  <c:v>1.1020097</c:v>
                </c:pt>
                <c:pt idx="41">
                  <c:v>1.1022323</c:v>
                </c:pt>
                <c:pt idx="42">
                  <c:v>1.1034994</c:v>
                </c:pt>
                <c:pt idx="43">
                  <c:v>1.1010431</c:v>
                </c:pt>
                <c:pt idx="44">
                  <c:v>1.1023296</c:v>
                </c:pt>
                <c:pt idx="45">
                  <c:v>0.9632864</c:v>
                </c:pt>
                <c:pt idx="46">
                  <c:v>1.0999652</c:v>
                </c:pt>
                <c:pt idx="47">
                  <c:v>1.0999793</c:v>
                </c:pt>
                <c:pt idx="48">
                  <c:v>1.1010702</c:v>
                </c:pt>
                <c:pt idx="49">
                  <c:v>1.1006769</c:v>
                </c:pt>
                <c:pt idx="50">
                  <c:v>1.1013656</c:v>
                </c:pt>
                <c:pt idx="51">
                  <c:v>1.1026856</c:v>
                </c:pt>
                <c:pt idx="52">
                  <c:v>1.1019619</c:v>
                </c:pt>
                <c:pt idx="53">
                  <c:v>1.1012563</c:v>
                </c:pt>
                <c:pt idx="54">
                  <c:v>1.1026112</c:v>
                </c:pt>
                <c:pt idx="55">
                  <c:v>1.1024331</c:v>
                </c:pt>
                <c:pt idx="56">
                  <c:v>1.1031175</c:v>
                </c:pt>
                <c:pt idx="57">
                  <c:v>1.1038885</c:v>
                </c:pt>
                <c:pt idx="58">
                  <c:v>1.1021776</c:v>
                </c:pt>
                <c:pt idx="59">
                  <c:v>1.1019106</c:v>
                </c:pt>
                <c:pt idx="60">
                  <c:v>1.1034611</c:v>
                </c:pt>
                <c:pt idx="61">
                  <c:v>1.1023384</c:v>
                </c:pt>
                <c:pt idx="62">
                  <c:v>1.1028856</c:v>
                </c:pt>
                <c:pt idx="63">
                  <c:v>1.1008258</c:v>
                </c:pt>
                <c:pt idx="64">
                  <c:v>1.1018317</c:v>
                </c:pt>
                <c:pt idx="65">
                  <c:v>1.1052253</c:v>
                </c:pt>
                <c:pt idx="66">
                  <c:v>1.1038082</c:v>
                </c:pt>
                <c:pt idx="67">
                  <c:v>1.1038311</c:v>
                </c:pt>
                <c:pt idx="68">
                  <c:v>1.1033725</c:v>
                </c:pt>
                <c:pt idx="69">
                  <c:v>1.1042265</c:v>
                </c:pt>
                <c:pt idx="70">
                  <c:v>1.103097</c:v>
                </c:pt>
                <c:pt idx="71">
                  <c:v>1.1049979</c:v>
                </c:pt>
                <c:pt idx="72">
                  <c:v>1.1025608</c:v>
                </c:pt>
                <c:pt idx="73">
                  <c:v>1.1047255</c:v>
                </c:pt>
                <c:pt idx="74">
                  <c:v>1.1047931</c:v>
                </c:pt>
                <c:pt idx="75">
                  <c:v>1.1041268</c:v>
                </c:pt>
                <c:pt idx="76">
                  <c:v>1.1050839</c:v>
                </c:pt>
                <c:pt idx="77">
                  <c:v>1.1051102</c:v>
                </c:pt>
                <c:pt idx="78">
                  <c:v>1.1056095</c:v>
                </c:pt>
                <c:pt idx="79">
                  <c:v>1.1050483</c:v>
                </c:pt>
                <c:pt idx="80">
                  <c:v>1.1050395</c:v>
                </c:pt>
                <c:pt idx="81">
                  <c:v>1.1054267</c:v>
                </c:pt>
                <c:pt idx="82">
                  <c:v>1.105902</c:v>
                </c:pt>
                <c:pt idx="83">
                  <c:v>1.1089141</c:v>
                </c:pt>
                <c:pt idx="84">
                  <c:v>1.1068505</c:v>
                </c:pt>
                <c:pt idx="85">
                  <c:v>1.1070589</c:v>
                </c:pt>
                <c:pt idx="86">
                  <c:v>1.1058544</c:v>
                </c:pt>
                <c:pt idx="87">
                  <c:v>1.1066636</c:v>
                </c:pt>
                <c:pt idx="88">
                  <c:v>1.1079643</c:v>
                </c:pt>
                <c:pt idx="89">
                  <c:v>1.1065263</c:v>
                </c:pt>
                <c:pt idx="90">
                  <c:v>1.1073884</c:v>
                </c:pt>
                <c:pt idx="91">
                  <c:v>1.1078925</c:v>
                </c:pt>
                <c:pt idx="92">
                  <c:v>1.1077818</c:v>
                </c:pt>
                <c:pt idx="93">
                  <c:v>1.1094658</c:v>
                </c:pt>
                <c:pt idx="94">
                  <c:v>1.1078162</c:v>
                </c:pt>
                <c:pt idx="95">
                  <c:v>1.1072989</c:v>
                </c:pt>
                <c:pt idx="96">
                  <c:v>1.1091402</c:v>
                </c:pt>
                <c:pt idx="97">
                  <c:v>1.1069037</c:v>
                </c:pt>
                <c:pt idx="98">
                  <c:v>1.1092116</c:v>
                </c:pt>
                <c:pt idx="99">
                  <c:v>1.1086942</c:v>
                </c:pt>
              </c:numCache>
            </c:numRef>
          </c:yVal>
        </c:ser>
        <c:ser>
          <c:idx val="9"/>
          <c:order val="9"/>
          <c:tx>
            <c:v>Batch2_cell_012</c:v>
          </c:tx>
          <c:spPr>
            <a:ln xmlns:a="http://schemas.openxmlformats.org/drawingml/2006/main" w="22860">
              <a:solidFill>
                <a:srgbClr val="F28C28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Data'!$T$2:$T$101</c:f>
              <c:numCache>
                <c:formatCode>General</c:formatCode>
                <c:ptCount val="100"/>
                <c:pt idx="0">
                  <c:v>1.1009463</c:v>
                </c:pt>
                <c:pt idx="1">
                  <c:v>1.1016457</c:v>
                </c:pt>
                <c:pt idx="2">
                  <c:v>1.1036935</c:v>
                </c:pt>
                <c:pt idx="3">
                  <c:v>1.1023821</c:v>
                </c:pt>
                <c:pt idx="4">
                  <c:v>1.1038435</c:v>
                </c:pt>
                <c:pt idx="5">
                  <c:v>1.1027371</c:v>
                </c:pt>
                <c:pt idx="6">
                  <c:v>1.1032505</c:v>
                </c:pt>
                <c:pt idx="7">
                  <c:v>1.1025513</c:v>
                </c:pt>
                <c:pt idx="8">
                  <c:v>1.1036737</c:v>
                </c:pt>
                <c:pt idx="9">
                  <c:v>1.1027151</c:v>
                </c:pt>
                <c:pt idx="10">
                  <c:v>1.10338</c:v>
                </c:pt>
                <c:pt idx="11">
                  <c:v>1.1012919</c:v>
                </c:pt>
                <c:pt idx="12">
                  <c:v>1.1024823</c:v>
                </c:pt>
                <c:pt idx="13">
                  <c:v>1.1031756</c:v>
                </c:pt>
                <c:pt idx="14">
                  <c:v>1.1048049</c:v>
                </c:pt>
                <c:pt idx="15">
                  <c:v>1.1043751</c:v>
                </c:pt>
                <c:pt idx="16">
                  <c:v>1.1017492</c:v>
                </c:pt>
                <c:pt idx="17">
                  <c:v>1.1035104</c:v>
                </c:pt>
                <c:pt idx="18">
                  <c:v>1.1045452</c:v>
                </c:pt>
                <c:pt idx="19">
                  <c:v>1.1028823</c:v>
                </c:pt>
                <c:pt idx="20">
                  <c:v>1.1041013</c:v>
                </c:pt>
                <c:pt idx="21">
                  <c:v>1.1042303</c:v>
                </c:pt>
                <c:pt idx="22">
                  <c:v>1.1047375</c:v>
                </c:pt>
                <c:pt idx="23">
                  <c:v>1.1034118</c:v>
                </c:pt>
                <c:pt idx="24">
                  <c:v>1.1040194</c:v>
                </c:pt>
                <c:pt idx="25">
                  <c:v>1.10478</c:v>
                </c:pt>
                <c:pt idx="26">
                  <c:v>1.1045214</c:v>
                </c:pt>
                <c:pt idx="27">
                  <c:v>1.1042886</c:v>
                </c:pt>
                <c:pt idx="28">
                  <c:v>1.1045827</c:v>
                </c:pt>
                <c:pt idx="29">
                  <c:v>1.1042125</c:v>
                </c:pt>
                <c:pt idx="30">
                  <c:v>1.1058731</c:v>
                </c:pt>
                <c:pt idx="31">
                  <c:v>1.1044132</c:v>
                </c:pt>
                <c:pt idx="32">
                  <c:v>1.1045817</c:v>
                </c:pt>
                <c:pt idx="33">
                  <c:v>1.1031257</c:v>
                </c:pt>
                <c:pt idx="34">
                  <c:v>1.1047986</c:v>
                </c:pt>
                <c:pt idx="35">
                  <c:v>1.1056067</c:v>
                </c:pt>
                <c:pt idx="36">
                  <c:v>1.1045717</c:v>
                </c:pt>
                <c:pt idx="37">
                  <c:v>1.1040092</c:v>
                </c:pt>
                <c:pt idx="38">
                  <c:v>1.1036484</c:v>
                </c:pt>
                <c:pt idx="39">
                  <c:v>1.1044924</c:v>
                </c:pt>
                <c:pt idx="40">
                  <c:v>1.1060672</c:v>
                </c:pt>
                <c:pt idx="41">
                  <c:v>1.1052767</c:v>
                </c:pt>
                <c:pt idx="42">
                  <c:v>1.1050606</c:v>
                </c:pt>
                <c:pt idx="43">
                  <c:v>1.105333</c:v>
                </c:pt>
                <c:pt idx="44">
                  <c:v>1.1060481</c:v>
                </c:pt>
                <c:pt idx="45">
                  <c:v>1.1049923</c:v>
                </c:pt>
                <c:pt idx="46">
                  <c:v>1.1069564</c:v>
                </c:pt>
                <c:pt idx="47">
                  <c:v>1.1054281</c:v>
                </c:pt>
                <c:pt idx="48">
                  <c:v>1.0948403</c:v>
                </c:pt>
                <c:pt idx="49">
                  <c:v>1.0978094</c:v>
                </c:pt>
                <c:pt idx="50">
                  <c:v>1.1002207</c:v>
                </c:pt>
                <c:pt idx="51">
                  <c:v>1.1013004</c:v>
                </c:pt>
                <c:pt idx="52">
                  <c:v>1.1007926</c:v>
                </c:pt>
                <c:pt idx="53">
                  <c:v>1.1011499</c:v>
                </c:pt>
                <c:pt idx="54">
                  <c:v>1.1001984</c:v>
                </c:pt>
                <c:pt idx="55">
                  <c:v>1.1025674</c:v>
                </c:pt>
                <c:pt idx="56">
                  <c:v>1.1033882</c:v>
                </c:pt>
                <c:pt idx="57">
                  <c:v>1.102915</c:v>
                </c:pt>
                <c:pt idx="58">
                  <c:v>1.1034144</c:v>
                </c:pt>
                <c:pt idx="59">
                  <c:v>1.1023555</c:v>
                </c:pt>
                <c:pt idx="60">
                  <c:v>1.1013921</c:v>
                </c:pt>
                <c:pt idx="61">
                  <c:v>1.1035249</c:v>
                </c:pt>
                <c:pt idx="62">
                  <c:v>1.1037034</c:v>
                </c:pt>
                <c:pt idx="63">
                  <c:v>1.1021423</c:v>
                </c:pt>
                <c:pt idx="64">
                  <c:v>1.1031055</c:v>
                </c:pt>
                <c:pt idx="65">
                  <c:v>1.1023756</c:v>
                </c:pt>
                <c:pt idx="66">
                  <c:v>1.1039194</c:v>
                </c:pt>
                <c:pt idx="67">
                  <c:v>1.1024493</c:v>
                </c:pt>
                <c:pt idx="68">
                  <c:v>1.1044997</c:v>
                </c:pt>
                <c:pt idx="69">
                  <c:v>1.1054484</c:v>
                </c:pt>
                <c:pt idx="70">
                  <c:v>1.1047628</c:v>
                </c:pt>
                <c:pt idx="71">
                  <c:v>1.1055067</c:v>
                </c:pt>
                <c:pt idx="72">
                  <c:v>1.1046109</c:v>
                </c:pt>
                <c:pt idx="73">
                  <c:v>1.1044987</c:v>
                </c:pt>
                <c:pt idx="74">
                  <c:v>1.104005</c:v>
                </c:pt>
                <c:pt idx="75">
                  <c:v>1.1051755</c:v>
                </c:pt>
                <c:pt idx="76">
                  <c:v>1.1034743</c:v>
                </c:pt>
                <c:pt idx="77">
                  <c:v>1.1062732</c:v>
                </c:pt>
                <c:pt idx="78">
                  <c:v>1.1049323</c:v>
                </c:pt>
                <c:pt idx="79">
                  <c:v>1.1042345</c:v>
                </c:pt>
                <c:pt idx="80">
                  <c:v>1.1023369</c:v>
                </c:pt>
                <c:pt idx="81">
                  <c:v>1.1045876</c:v>
                </c:pt>
                <c:pt idx="82">
                  <c:v>1.1053462</c:v>
                </c:pt>
                <c:pt idx="83">
                  <c:v>1.1046505</c:v>
                </c:pt>
                <c:pt idx="84">
                  <c:v>1.1048557</c:v>
                </c:pt>
                <c:pt idx="85">
                  <c:v>1.1048869</c:v>
                </c:pt>
                <c:pt idx="86">
                  <c:v>1.107138</c:v>
                </c:pt>
                <c:pt idx="87">
                  <c:v>1.1077628</c:v>
                </c:pt>
                <c:pt idx="88">
                  <c:v>1.1060264</c:v>
                </c:pt>
                <c:pt idx="89">
                  <c:v>1.1071166</c:v>
                </c:pt>
                <c:pt idx="90">
                  <c:v>1.10662</c:v>
                </c:pt>
                <c:pt idx="91">
                  <c:v>1.1074655</c:v>
                </c:pt>
                <c:pt idx="92">
                  <c:v>1.1070158</c:v>
                </c:pt>
                <c:pt idx="93">
                  <c:v>1.1072036</c:v>
                </c:pt>
                <c:pt idx="94">
                  <c:v>1.1083778</c:v>
                </c:pt>
                <c:pt idx="95">
                  <c:v>1.1075747</c:v>
                </c:pt>
                <c:pt idx="96">
                  <c:v>1.1070908</c:v>
                </c:pt>
                <c:pt idx="97">
                  <c:v>1.1071154</c:v>
                </c:pt>
                <c:pt idx="98">
                  <c:v>1.1076849</c:v>
                </c:pt>
                <c:pt idx="99">
                  <c:v>1.1065857</c:v>
                </c:pt>
              </c:numCache>
            </c:numRef>
          </c:yVal>
        </c:ser>
        <c:ser>
          <c:idx val="10"/>
          <c:order val="10"/>
          <c:tx>
            <c:v>Batch2_cell_013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Data'!$V$2:$V$101</c:f>
              <c:numCache>
                <c:formatCode>General</c:formatCode>
                <c:ptCount val="100"/>
                <c:pt idx="0">
                  <c:v>1.0958186</c:v>
                </c:pt>
                <c:pt idx="1">
                  <c:v>1.0954365</c:v>
                </c:pt>
                <c:pt idx="2">
                  <c:v>1.0962155</c:v>
                </c:pt>
                <c:pt idx="3">
                  <c:v>1.0957689</c:v>
                </c:pt>
                <c:pt idx="4">
                  <c:v>1.0958209</c:v>
                </c:pt>
                <c:pt idx="5">
                  <c:v>1.0958422</c:v>
                </c:pt>
                <c:pt idx="6">
                  <c:v>1.0954682</c:v>
                </c:pt>
                <c:pt idx="7">
                  <c:v>1.0965061</c:v>
                </c:pt>
                <c:pt idx="8">
                  <c:v>1.0963813</c:v>
                </c:pt>
                <c:pt idx="9">
                  <c:v>1.0968143</c:v>
                </c:pt>
                <c:pt idx="10">
                  <c:v>1.0952849</c:v>
                </c:pt>
                <c:pt idx="11">
                  <c:v>1.0960945</c:v>
                </c:pt>
                <c:pt idx="12">
                  <c:v>1.0957409</c:v>
                </c:pt>
                <c:pt idx="13">
                  <c:v>1.0964546</c:v>
                </c:pt>
                <c:pt idx="14">
                  <c:v>1.0958704</c:v>
                </c:pt>
                <c:pt idx="15">
                  <c:v>1.0967793</c:v>
                </c:pt>
                <c:pt idx="16">
                  <c:v>1.095718</c:v>
                </c:pt>
                <c:pt idx="17">
                  <c:v>1.0972735</c:v>
                </c:pt>
                <c:pt idx="18">
                  <c:v>1.0947027</c:v>
                </c:pt>
                <c:pt idx="19">
                  <c:v>1.0958774</c:v>
                </c:pt>
                <c:pt idx="20">
                  <c:v>1.0959398</c:v>
                </c:pt>
                <c:pt idx="21">
                  <c:v>1.0952836</c:v>
                </c:pt>
                <c:pt idx="22">
                  <c:v>1.0962541</c:v>
                </c:pt>
                <c:pt idx="23">
                  <c:v>1.0959193</c:v>
                </c:pt>
                <c:pt idx="24">
                  <c:v>1.0961696</c:v>
                </c:pt>
                <c:pt idx="25">
                  <c:v>1.0965661</c:v>
                </c:pt>
                <c:pt idx="26">
                  <c:v>1.0943227</c:v>
                </c:pt>
                <c:pt idx="27">
                  <c:v>1.0958319</c:v>
                </c:pt>
                <c:pt idx="28">
                  <c:v>1.0953584</c:v>
                </c:pt>
                <c:pt idx="29">
                  <c:v>1.0965395</c:v>
                </c:pt>
                <c:pt idx="30">
                  <c:v>1.0956577</c:v>
                </c:pt>
                <c:pt idx="31">
                  <c:v>1.0951281</c:v>
                </c:pt>
                <c:pt idx="32">
                  <c:v>1.0952637</c:v>
                </c:pt>
                <c:pt idx="33">
                  <c:v>1.0961756</c:v>
                </c:pt>
                <c:pt idx="34">
                  <c:v>1.0951786</c:v>
                </c:pt>
                <c:pt idx="35">
                  <c:v>1.0957121</c:v>
                </c:pt>
                <c:pt idx="36">
                  <c:v>1.0940572</c:v>
                </c:pt>
                <c:pt idx="37">
                  <c:v>1.0953662</c:v>
                </c:pt>
                <c:pt idx="38">
                  <c:v>1.0949285</c:v>
                </c:pt>
                <c:pt idx="39">
                  <c:v>1.0950729</c:v>
                </c:pt>
                <c:pt idx="40">
                  <c:v>1.0959663</c:v>
                </c:pt>
                <c:pt idx="41">
                  <c:v>1.0954757</c:v>
                </c:pt>
                <c:pt idx="42">
                  <c:v>1.0952246</c:v>
                </c:pt>
                <c:pt idx="43">
                  <c:v>1.0939755</c:v>
                </c:pt>
                <c:pt idx="44">
                  <c:v>1.0963019</c:v>
                </c:pt>
                <c:pt idx="45">
                  <c:v>1.0943131</c:v>
                </c:pt>
                <c:pt idx="46">
                  <c:v>1.0958422</c:v>
                </c:pt>
                <c:pt idx="47">
                  <c:v>1.0896044</c:v>
                </c:pt>
                <c:pt idx="48">
                  <c:v>1.0917236</c:v>
                </c:pt>
                <c:pt idx="49">
                  <c:v>1.0900871</c:v>
                </c:pt>
                <c:pt idx="50">
                  <c:v>1.0924516</c:v>
                </c:pt>
                <c:pt idx="51">
                  <c:v>1.0934194</c:v>
                </c:pt>
                <c:pt idx="52">
                  <c:v>1.0941615</c:v>
                </c:pt>
                <c:pt idx="53">
                  <c:v>1.0920807</c:v>
                </c:pt>
                <c:pt idx="54">
                  <c:v>1.0935533</c:v>
                </c:pt>
                <c:pt idx="55">
                  <c:v>1.0933465</c:v>
                </c:pt>
                <c:pt idx="56">
                  <c:v>1.0930305</c:v>
                </c:pt>
                <c:pt idx="57">
                  <c:v>1.0936733</c:v>
                </c:pt>
                <c:pt idx="58">
                  <c:v>1.0936475</c:v>
                </c:pt>
                <c:pt idx="59">
                  <c:v>1.0923387</c:v>
                </c:pt>
                <c:pt idx="60">
                  <c:v>1.0928773</c:v>
                </c:pt>
                <c:pt idx="61">
                  <c:v>1.093944</c:v>
                </c:pt>
                <c:pt idx="62">
                  <c:v>1.0934678</c:v>
                </c:pt>
                <c:pt idx="63">
                  <c:v>1.0933012</c:v>
                </c:pt>
                <c:pt idx="64">
                  <c:v>1.0940404</c:v>
                </c:pt>
                <c:pt idx="65">
                  <c:v>1.0924945</c:v>
                </c:pt>
                <c:pt idx="66">
                  <c:v>1.094173</c:v>
                </c:pt>
                <c:pt idx="67">
                  <c:v>1.0942675</c:v>
                </c:pt>
                <c:pt idx="68">
                  <c:v>1.0953083</c:v>
                </c:pt>
                <c:pt idx="69">
                  <c:v>1.0941356</c:v>
                </c:pt>
                <c:pt idx="70">
                  <c:v>1.095376</c:v>
                </c:pt>
                <c:pt idx="71">
                  <c:v>1.0941409</c:v>
                </c:pt>
                <c:pt idx="72">
                  <c:v>1.0940825</c:v>
                </c:pt>
                <c:pt idx="73">
                  <c:v>1.0944281</c:v>
                </c:pt>
                <c:pt idx="74">
                  <c:v>1.0961686</c:v>
                </c:pt>
                <c:pt idx="75">
                  <c:v>1.094371</c:v>
                </c:pt>
                <c:pt idx="76">
                  <c:v>1.0955342</c:v>
                </c:pt>
                <c:pt idx="77">
                  <c:v>1.0950773</c:v>
                </c:pt>
                <c:pt idx="78">
                  <c:v>1.0936097</c:v>
                </c:pt>
                <c:pt idx="79">
                  <c:v>1.0925674</c:v>
                </c:pt>
                <c:pt idx="80">
                  <c:v>1.094817</c:v>
                </c:pt>
                <c:pt idx="81">
                  <c:v>1.0946892</c:v>
                </c:pt>
                <c:pt idx="82">
                  <c:v>1.0932323</c:v>
                </c:pt>
                <c:pt idx="83">
                  <c:v>1.0959036</c:v>
                </c:pt>
                <c:pt idx="84">
                  <c:v>1.095582</c:v>
                </c:pt>
                <c:pt idx="85">
                  <c:v>1.0964648</c:v>
                </c:pt>
                <c:pt idx="86">
                  <c:v>1.096095</c:v>
                </c:pt>
                <c:pt idx="87">
                  <c:v>1.095435</c:v>
                </c:pt>
                <c:pt idx="88">
                  <c:v>1.0950236</c:v>
                </c:pt>
                <c:pt idx="89">
                  <c:v>1.0955143</c:v>
                </c:pt>
                <c:pt idx="90">
                  <c:v>1.094233</c:v>
                </c:pt>
                <c:pt idx="91">
                  <c:v>1.0972373</c:v>
                </c:pt>
                <c:pt idx="92">
                  <c:v>1.0938289</c:v>
                </c:pt>
                <c:pt idx="93">
                  <c:v>1.0974606</c:v>
                </c:pt>
                <c:pt idx="94">
                  <c:v>1.0959765</c:v>
                </c:pt>
                <c:pt idx="95">
                  <c:v>1.0963827</c:v>
                </c:pt>
                <c:pt idx="96">
                  <c:v>1.0975729</c:v>
                </c:pt>
                <c:pt idx="97">
                  <c:v>1.094064</c:v>
                </c:pt>
                <c:pt idx="98">
                  <c:v>1.0956608</c:v>
                </c:pt>
                <c:pt idx="99">
                  <c:v>1.0951428</c:v>
                </c:pt>
              </c:numCache>
            </c:numRef>
          </c:yVal>
        </c:ser>
        <c:ser>
          <c:idx val="11"/>
          <c:order val="11"/>
          <c:tx>
            <c:v>Batch2_cell_014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Data'!$X$2:$X$101</c:f>
              <c:numCache>
                <c:formatCode>General</c:formatCode>
                <c:ptCount val="100"/>
                <c:pt idx="0">
                  <c:v>1.0838536</c:v>
                </c:pt>
                <c:pt idx="1">
                  <c:v>1.0844886</c:v>
                </c:pt>
                <c:pt idx="2">
                  <c:v>1.083961</c:v>
                </c:pt>
                <c:pt idx="3">
                  <c:v>1.0849786</c:v>
                </c:pt>
                <c:pt idx="4">
                  <c:v>1.0845788</c:v>
                </c:pt>
                <c:pt idx="5">
                  <c:v>1.0839609</c:v>
                </c:pt>
                <c:pt idx="6">
                  <c:v>1.0839429</c:v>
                </c:pt>
                <c:pt idx="7">
                  <c:v>1.0827465</c:v>
                </c:pt>
                <c:pt idx="8">
                  <c:v>1.0842229</c:v>
                </c:pt>
                <c:pt idx="9">
                  <c:v>1.0849262</c:v>
                </c:pt>
                <c:pt idx="10">
                  <c:v>1.0835075</c:v>
                </c:pt>
                <c:pt idx="11">
                  <c:v>1.0831523</c:v>
                </c:pt>
                <c:pt idx="12">
                  <c:v>1.0832349</c:v>
                </c:pt>
                <c:pt idx="13">
                  <c:v>1.083474</c:v>
                </c:pt>
                <c:pt idx="14">
                  <c:v>1.0844134</c:v>
                </c:pt>
                <c:pt idx="15">
                  <c:v>1.0831029</c:v>
                </c:pt>
                <c:pt idx="16">
                  <c:v>1.0823331</c:v>
                </c:pt>
                <c:pt idx="17">
                  <c:v>1.083189</c:v>
                </c:pt>
                <c:pt idx="18">
                  <c:v>1.0825942</c:v>
                </c:pt>
                <c:pt idx="19">
                  <c:v>1.083282</c:v>
                </c:pt>
                <c:pt idx="20">
                  <c:v>1.0828135</c:v>
                </c:pt>
                <c:pt idx="21">
                  <c:v>1.0836508</c:v>
                </c:pt>
                <c:pt idx="22">
                  <c:v>1.0829644</c:v>
                </c:pt>
                <c:pt idx="23">
                  <c:v>1.0825516</c:v>
                </c:pt>
                <c:pt idx="24">
                  <c:v>1.0824732</c:v>
                </c:pt>
                <c:pt idx="25">
                  <c:v>1.0833572</c:v>
                </c:pt>
                <c:pt idx="26">
                  <c:v>1.0826323</c:v>
                </c:pt>
                <c:pt idx="27">
                  <c:v>1.0819772</c:v>
                </c:pt>
                <c:pt idx="28">
                  <c:v>1.0817443</c:v>
                </c:pt>
                <c:pt idx="29">
                  <c:v>1.0816216</c:v>
                </c:pt>
                <c:pt idx="30">
                  <c:v>1.0820775</c:v>
                </c:pt>
                <c:pt idx="31">
                  <c:v>1.0829302</c:v>
                </c:pt>
                <c:pt idx="32">
                  <c:v>1.0818014</c:v>
                </c:pt>
                <c:pt idx="33">
                  <c:v>1.0814497</c:v>
                </c:pt>
                <c:pt idx="34">
                  <c:v>1.0827277</c:v>
                </c:pt>
                <c:pt idx="35">
                  <c:v>1.0828226</c:v>
                </c:pt>
                <c:pt idx="36">
                  <c:v>1.0812219</c:v>
                </c:pt>
                <c:pt idx="37">
                  <c:v>1.0820076</c:v>
                </c:pt>
                <c:pt idx="38">
                  <c:v>1.0807855</c:v>
                </c:pt>
                <c:pt idx="39">
                  <c:v>1.0824426</c:v>
                </c:pt>
                <c:pt idx="40">
                  <c:v>1.0826188</c:v>
                </c:pt>
                <c:pt idx="41">
                  <c:v>1.0814004</c:v>
                </c:pt>
                <c:pt idx="42">
                  <c:v>1.0810896</c:v>
                </c:pt>
                <c:pt idx="43">
                  <c:v>1.0813589</c:v>
                </c:pt>
                <c:pt idx="44">
                  <c:v>1.0810962</c:v>
                </c:pt>
                <c:pt idx="45">
                  <c:v>1.082427</c:v>
                </c:pt>
                <c:pt idx="46">
                  <c:v>1.0801746</c:v>
                </c:pt>
                <c:pt idx="47">
                  <c:v>1.080671</c:v>
                </c:pt>
                <c:pt idx="48">
                  <c:v>1.0802133</c:v>
                </c:pt>
                <c:pt idx="49">
                  <c:v>1.0714527</c:v>
                </c:pt>
                <c:pt idx="50">
                  <c:v>1.0734872</c:v>
                </c:pt>
                <c:pt idx="51">
                  <c:v>1.0745823</c:v>
                </c:pt>
                <c:pt idx="52">
                  <c:v>1.0747732</c:v>
                </c:pt>
                <c:pt idx="53">
                  <c:v>1.0759238</c:v>
                </c:pt>
                <c:pt idx="54">
                  <c:v>1.07689</c:v>
                </c:pt>
                <c:pt idx="55">
                  <c:v>1.0745236</c:v>
                </c:pt>
                <c:pt idx="56">
                  <c:v>1.0763274</c:v>
                </c:pt>
                <c:pt idx="57">
                  <c:v>1.075732</c:v>
                </c:pt>
                <c:pt idx="58">
                  <c:v>1.0761141</c:v>
                </c:pt>
                <c:pt idx="59">
                  <c:v>1.0758622</c:v>
                </c:pt>
                <c:pt idx="60">
                  <c:v>1.076651</c:v>
                </c:pt>
                <c:pt idx="61">
                  <c:v>1.0759841</c:v>
                </c:pt>
                <c:pt idx="62">
                  <c:v>1.0755869</c:v>
                </c:pt>
                <c:pt idx="63">
                  <c:v>1.0750878</c:v>
                </c:pt>
                <c:pt idx="64">
                  <c:v>1.0764284</c:v>
                </c:pt>
                <c:pt idx="65">
                  <c:v>1.0746099</c:v>
                </c:pt>
                <c:pt idx="66">
                  <c:v>1.0762178</c:v>
                </c:pt>
                <c:pt idx="67">
                  <c:v>1.0755001</c:v>
                </c:pt>
                <c:pt idx="68">
                  <c:v>1.0761954</c:v>
                </c:pt>
                <c:pt idx="69">
                  <c:v>1.0762999</c:v>
                </c:pt>
                <c:pt idx="70">
                  <c:v>1.0769798</c:v>
                </c:pt>
                <c:pt idx="71">
                  <c:v>1.0774473</c:v>
                </c:pt>
                <c:pt idx="72">
                  <c:v>1.0757667</c:v>
                </c:pt>
                <c:pt idx="73">
                  <c:v>1.075959</c:v>
                </c:pt>
                <c:pt idx="74">
                  <c:v>1.0774031</c:v>
                </c:pt>
                <c:pt idx="75">
                  <c:v>1.0754553</c:v>
                </c:pt>
                <c:pt idx="76">
                  <c:v>1.077924</c:v>
                </c:pt>
                <c:pt idx="77">
                  <c:v>1.07549</c:v>
                </c:pt>
                <c:pt idx="78">
                  <c:v>1.0752343</c:v>
                </c:pt>
                <c:pt idx="79">
                  <c:v>1.0733595</c:v>
                </c:pt>
                <c:pt idx="80">
                  <c:v>1.0748757</c:v>
                </c:pt>
                <c:pt idx="81">
                  <c:v>1.0768462</c:v>
                </c:pt>
                <c:pt idx="82">
                  <c:v>1.0755358</c:v>
                </c:pt>
                <c:pt idx="83">
                  <c:v>1.07478</c:v>
                </c:pt>
                <c:pt idx="84">
                  <c:v>1.0753208</c:v>
                </c:pt>
                <c:pt idx="85">
                  <c:v>1.0771847</c:v>
                </c:pt>
                <c:pt idx="86">
                  <c:v>1.0775497</c:v>
                </c:pt>
                <c:pt idx="87">
                  <c:v>1.0764537</c:v>
                </c:pt>
                <c:pt idx="88">
                  <c:v>1.0769874</c:v>
                </c:pt>
                <c:pt idx="89">
                  <c:v>1.0776747</c:v>
                </c:pt>
                <c:pt idx="90">
                  <c:v>1.0751948</c:v>
                </c:pt>
                <c:pt idx="91">
                  <c:v>1.0763744</c:v>
                </c:pt>
                <c:pt idx="92">
                  <c:v>1.0780898</c:v>
                </c:pt>
                <c:pt idx="93">
                  <c:v>1.0767734</c:v>
                </c:pt>
                <c:pt idx="94">
                  <c:v>1.077144</c:v>
                </c:pt>
                <c:pt idx="95">
                  <c:v>1.0768517</c:v>
                </c:pt>
                <c:pt idx="96">
                  <c:v>1.0771906</c:v>
                </c:pt>
                <c:pt idx="97">
                  <c:v>1.0780272</c:v>
                </c:pt>
                <c:pt idx="98">
                  <c:v>1.0774776</c:v>
                </c:pt>
                <c:pt idx="99">
                  <c:v>1.0776343</c:v>
                </c:pt>
              </c:numCache>
            </c:numRef>
          </c:yVal>
        </c:ser>
        <c:ser>
          <c:idx val="12"/>
          <c:order val="12"/>
          <c:tx>
            <c:v>Batch2_cell_017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Data'!$Z$2:$Z$101</c:f>
              <c:numCache>
                <c:formatCode>General</c:formatCode>
                <c:ptCount val="100"/>
                <c:pt idx="0">
                  <c:v>1.0892786</c:v>
                </c:pt>
                <c:pt idx="1">
                  <c:v>1.0917177</c:v>
                </c:pt>
                <c:pt idx="2">
                  <c:v>1.0920639</c:v>
                </c:pt>
                <c:pt idx="3">
                  <c:v>1.0921801</c:v>
                </c:pt>
                <c:pt idx="4">
                  <c:v>1.0911998</c:v>
                </c:pt>
                <c:pt idx="5">
                  <c:v>1.0925022</c:v>
                </c:pt>
                <c:pt idx="6">
                  <c:v>1.092047</c:v>
                </c:pt>
                <c:pt idx="7">
                  <c:v>1.0931408</c:v>
                </c:pt>
                <c:pt idx="8">
                  <c:v>1.0926291</c:v>
                </c:pt>
                <c:pt idx="9">
                  <c:v>1.09258</c:v>
                </c:pt>
                <c:pt idx="10">
                  <c:v>1.0927008</c:v>
                </c:pt>
                <c:pt idx="11">
                  <c:v>1.0946261</c:v>
                </c:pt>
                <c:pt idx="12">
                  <c:v>1.0916575</c:v>
                </c:pt>
                <c:pt idx="13">
                  <c:v>1.0924852</c:v>
                </c:pt>
                <c:pt idx="14">
                  <c:v>1.092568</c:v>
                </c:pt>
                <c:pt idx="15">
                  <c:v>1.092592</c:v>
                </c:pt>
                <c:pt idx="16">
                  <c:v>1.0919716</c:v>
                </c:pt>
                <c:pt idx="17">
                  <c:v>1.0927739</c:v>
                </c:pt>
                <c:pt idx="18">
                  <c:v>1.0907178</c:v>
                </c:pt>
                <c:pt idx="19">
                  <c:v>1.0913711</c:v>
                </c:pt>
                <c:pt idx="20">
                  <c:v>1.091581</c:v>
                </c:pt>
                <c:pt idx="21">
                  <c:v>1.0932118</c:v>
                </c:pt>
                <c:pt idx="22">
                  <c:v>1.0930938</c:v>
                </c:pt>
                <c:pt idx="23">
                  <c:v>1.0926912</c:v>
                </c:pt>
                <c:pt idx="24">
                  <c:v>1.0929128</c:v>
                </c:pt>
                <c:pt idx="25">
                  <c:v>1.0916113</c:v>
                </c:pt>
                <c:pt idx="26">
                  <c:v>1.0922971</c:v>
                </c:pt>
                <c:pt idx="27">
                  <c:v>1.0923277</c:v>
                </c:pt>
                <c:pt idx="28">
                  <c:v>1.0919237</c:v>
                </c:pt>
                <c:pt idx="29">
                  <c:v>1.0921437</c:v>
                </c:pt>
                <c:pt idx="30">
                  <c:v>1.0919117</c:v>
                </c:pt>
                <c:pt idx="31">
                  <c:v>1.0925212</c:v>
                </c:pt>
                <c:pt idx="32">
                  <c:v>1.0925518</c:v>
                </c:pt>
                <c:pt idx="33">
                  <c:v>1.0920677</c:v>
                </c:pt>
                <c:pt idx="34">
                  <c:v>1.0933371</c:v>
                </c:pt>
                <c:pt idx="35">
                  <c:v>1.092397</c:v>
                </c:pt>
                <c:pt idx="36">
                  <c:v>1.092867</c:v>
                </c:pt>
                <c:pt idx="37">
                  <c:v>1.0923796</c:v>
                </c:pt>
                <c:pt idx="38">
                  <c:v>1.0934769</c:v>
                </c:pt>
                <c:pt idx="39">
                  <c:v>1.0929456</c:v>
                </c:pt>
                <c:pt idx="40">
                  <c:v>1.0923042</c:v>
                </c:pt>
                <c:pt idx="41">
                  <c:v>1.0929599</c:v>
                </c:pt>
                <c:pt idx="42">
                  <c:v>1.0914536</c:v>
                </c:pt>
                <c:pt idx="43">
                  <c:v>1.0940133</c:v>
                </c:pt>
                <c:pt idx="44">
                  <c:v>1.0910866</c:v>
                </c:pt>
                <c:pt idx="45">
                  <c:v>1.0933554</c:v>
                </c:pt>
                <c:pt idx="46">
                  <c:v>1.0938655</c:v>
                </c:pt>
                <c:pt idx="47">
                  <c:v>1.0927582</c:v>
                </c:pt>
                <c:pt idx="48">
                  <c:v>1.0955405</c:v>
                </c:pt>
                <c:pt idx="49">
                  <c:v>1.0938005</c:v>
                </c:pt>
                <c:pt idx="50">
                  <c:v>1.0935313</c:v>
                </c:pt>
                <c:pt idx="51">
                  <c:v>1.0930492</c:v>
                </c:pt>
                <c:pt idx="52">
                  <c:v>1.1099353</c:v>
                </c:pt>
                <c:pt idx="53">
                  <c:v>1.0938803</c:v>
                </c:pt>
                <c:pt idx="54">
                  <c:v>1.0949043</c:v>
                </c:pt>
                <c:pt idx="55">
                  <c:v>1.0946684</c:v>
                </c:pt>
                <c:pt idx="56">
                  <c:v>1.0970305</c:v>
                </c:pt>
                <c:pt idx="57">
                  <c:v>1.0943739</c:v>
                </c:pt>
                <c:pt idx="58">
                  <c:v>1.0949998</c:v>
                </c:pt>
                <c:pt idx="59">
                  <c:v>1.0945756</c:v>
                </c:pt>
                <c:pt idx="60">
                  <c:v>1.0949464</c:v>
                </c:pt>
                <c:pt idx="61">
                  <c:v>1.0948663</c:v>
                </c:pt>
                <c:pt idx="62">
                  <c:v>1.0939096</c:v>
                </c:pt>
                <c:pt idx="63">
                  <c:v>1.0952669</c:v>
                </c:pt>
                <c:pt idx="64">
                  <c:v>1.0957236</c:v>
                </c:pt>
                <c:pt idx="65">
                  <c:v>1.0945877</c:v>
                </c:pt>
                <c:pt idx="66">
                  <c:v>1.094768</c:v>
                </c:pt>
                <c:pt idx="67">
                  <c:v>1.0949407</c:v>
                </c:pt>
                <c:pt idx="68">
                  <c:v>1.0957944</c:v>
                </c:pt>
                <c:pt idx="69">
                  <c:v>1.0959184</c:v>
                </c:pt>
                <c:pt idx="70">
                  <c:v>1.0944352</c:v>
                </c:pt>
                <c:pt idx="71">
                  <c:v>1.0954643</c:v>
                </c:pt>
                <c:pt idx="72">
                  <c:v>1.0970749</c:v>
                </c:pt>
                <c:pt idx="73">
                  <c:v>1.0966218</c:v>
                </c:pt>
                <c:pt idx="74">
                  <c:v>1.0961598</c:v>
                </c:pt>
                <c:pt idx="75">
                  <c:v>1.0969429</c:v>
                </c:pt>
                <c:pt idx="76">
                  <c:v>1.0955894</c:v>
                </c:pt>
                <c:pt idx="77">
                  <c:v>1.0967056</c:v>
                </c:pt>
                <c:pt idx="78">
                  <c:v>1.0956185</c:v>
                </c:pt>
                <c:pt idx="79">
                  <c:v>1.0950521</c:v>
                </c:pt>
                <c:pt idx="80">
                  <c:v>1.0950454</c:v>
                </c:pt>
                <c:pt idx="81">
                  <c:v>1.0953493</c:v>
                </c:pt>
                <c:pt idx="82">
                  <c:v>1.0945086</c:v>
                </c:pt>
                <c:pt idx="83">
                  <c:v>1.0947919</c:v>
                </c:pt>
                <c:pt idx="84">
                  <c:v>1.093436</c:v>
                </c:pt>
                <c:pt idx="85">
                  <c:v>1.0947477</c:v>
                </c:pt>
                <c:pt idx="86">
                  <c:v>1.0939723</c:v>
                </c:pt>
                <c:pt idx="87">
                  <c:v>1.0952431</c:v>
                </c:pt>
                <c:pt idx="88">
                  <c:v>1.0966625</c:v>
                </c:pt>
                <c:pt idx="89">
                  <c:v>1.0956336</c:v>
                </c:pt>
                <c:pt idx="90">
                  <c:v>1.094764</c:v>
                </c:pt>
                <c:pt idx="91">
                  <c:v>1.0956867</c:v>
                </c:pt>
                <c:pt idx="92">
                  <c:v>1.0939786</c:v>
                </c:pt>
                <c:pt idx="93">
                  <c:v>1.0948365</c:v>
                </c:pt>
                <c:pt idx="94">
                  <c:v>1.0933267</c:v>
                </c:pt>
                <c:pt idx="95">
                  <c:v>1.0934023</c:v>
                </c:pt>
                <c:pt idx="96">
                  <c:v>1.0949703</c:v>
                </c:pt>
                <c:pt idx="97">
                  <c:v>1.0936327</c:v>
                </c:pt>
                <c:pt idx="98">
                  <c:v>1.0937603</c:v>
                </c:pt>
                <c:pt idx="99">
                  <c:v>1.0944375</c:v>
                </c:pt>
              </c:numCache>
            </c:numRef>
          </c:yVal>
        </c:ser>
        <c:ser>
          <c:idx val="13"/>
          <c:order val="13"/>
          <c:tx>
            <c:v>Batch2_cell_018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Data'!$AB$2:$AB$101</c:f>
              <c:numCache>
                <c:formatCode>General</c:formatCode>
                <c:ptCount val="100"/>
                <c:pt idx="0">
                  <c:v>1.075542</c:v>
                </c:pt>
                <c:pt idx="1">
                  <c:v>1.0756292</c:v>
                </c:pt>
                <c:pt idx="2">
                  <c:v>1.0754716</c:v>
                </c:pt>
                <c:pt idx="3">
                  <c:v>1.0767643</c:v>
                </c:pt>
                <c:pt idx="4">
                  <c:v>1.0776064</c:v>
                </c:pt>
                <c:pt idx="5">
                  <c:v>1.0774491</c:v>
                </c:pt>
                <c:pt idx="6">
                  <c:v>1.0776873</c:v>
                </c:pt>
                <c:pt idx="7">
                  <c:v>1.0772347</c:v>
                </c:pt>
                <c:pt idx="8">
                  <c:v>1.0764831</c:v>
                </c:pt>
                <c:pt idx="9">
                  <c:v>1.0786648</c:v>
                </c:pt>
                <c:pt idx="10">
                  <c:v>1.0798888</c:v>
                </c:pt>
                <c:pt idx="11">
                  <c:v>1.07609</c:v>
                </c:pt>
                <c:pt idx="12">
                  <c:v>1.0777206</c:v>
                </c:pt>
                <c:pt idx="13">
                  <c:v>1.0794158</c:v>
                </c:pt>
                <c:pt idx="14">
                  <c:v>1.0785028</c:v>
                </c:pt>
                <c:pt idx="15">
                  <c:v>1.0784447</c:v>
                </c:pt>
                <c:pt idx="16">
                  <c:v>1.0782127</c:v>
                </c:pt>
                <c:pt idx="17">
                  <c:v>1.0783601</c:v>
                </c:pt>
                <c:pt idx="18">
                  <c:v>1.0775298</c:v>
                </c:pt>
                <c:pt idx="19">
                  <c:v>1.0786946</c:v>
                </c:pt>
                <c:pt idx="20">
                  <c:v>1.0795536</c:v>
                </c:pt>
                <c:pt idx="21">
                  <c:v>1.079684</c:v>
                </c:pt>
                <c:pt idx="22">
                  <c:v>1.0790534</c:v>
                </c:pt>
                <c:pt idx="23">
                  <c:v>1.0797223</c:v>
                </c:pt>
                <c:pt idx="24">
                  <c:v>1.0794146</c:v>
                </c:pt>
                <c:pt idx="25">
                  <c:v>1.0805378</c:v>
                </c:pt>
                <c:pt idx="26">
                  <c:v>1.0792023</c:v>
                </c:pt>
                <c:pt idx="27">
                  <c:v>1.0794653</c:v>
                </c:pt>
                <c:pt idx="28">
                  <c:v>1.0788677</c:v>
                </c:pt>
                <c:pt idx="29">
                  <c:v>1.077951</c:v>
                </c:pt>
                <c:pt idx="30">
                  <c:v>1.0794481</c:v>
                </c:pt>
                <c:pt idx="31">
                  <c:v>1.0798994</c:v>
                </c:pt>
                <c:pt idx="32">
                  <c:v>1.0791324</c:v>
                </c:pt>
                <c:pt idx="33">
                  <c:v>1.080438</c:v>
                </c:pt>
                <c:pt idx="34">
                  <c:v>1.0804663</c:v>
                </c:pt>
                <c:pt idx="35">
                  <c:v>1.0797039</c:v>
                </c:pt>
                <c:pt idx="36">
                  <c:v>1.0796646</c:v>
                </c:pt>
                <c:pt idx="37">
                  <c:v>1.0789547</c:v>
                </c:pt>
                <c:pt idx="38">
                  <c:v>1.0813372</c:v>
                </c:pt>
                <c:pt idx="39">
                  <c:v>1.0802505</c:v>
                </c:pt>
                <c:pt idx="40">
                  <c:v>1.0814703</c:v>
                </c:pt>
                <c:pt idx="41">
                  <c:v>1.0804894</c:v>
                </c:pt>
                <c:pt idx="42">
                  <c:v>1.0801522</c:v>
                </c:pt>
                <c:pt idx="43">
                  <c:v>1.0814257</c:v>
                </c:pt>
                <c:pt idx="44">
                  <c:v>1.0810171</c:v>
                </c:pt>
                <c:pt idx="45">
                  <c:v>1.0825152</c:v>
                </c:pt>
                <c:pt idx="46">
                  <c:v>1.0816684</c:v>
                </c:pt>
                <c:pt idx="47">
                  <c:v>1.0814155</c:v>
                </c:pt>
                <c:pt idx="48">
                  <c:v>1.0820843</c:v>
                </c:pt>
                <c:pt idx="49">
                  <c:v>1.0824913</c:v>
                </c:pt>
                <c:pt idx="50">
                  <c:v>1.081697</c:v>
                </c:pt>
                <c:pt idx="51">
                  <c:v>1.0844057</c:v>
                </c:pt>
                <c:pt idx="52">
                  <c:v>1.0851245</c:v>
                </c:pt>
                <c:pt idx="53">
                  <c:v>1.0852963</c:v>
                </c:pt>
                <c:pt idx="54">
                  <c:v>1.0867299</c:v>
                </c:pt>
                <c:pt idx="55">
                  <c:v>1.0854154</c:v>
                </c:pt>
                <c:pt idx="56">
                  <c:v>1.0849508</c:v>
                </c:pt>
                <c:pt idx="57">
                  <c:v>1.0850036</c:v>
                </c:pt>
                <c:pt idx="58">
                  <c:v>1.0857629</c:v>
                </c:pt>
                <c:pt idx="59">
                  <c:v>1.0850779</c:v>
                </c:pt>
                <c:pt idx="60">
                  <c:v>1.0855469</c:v>
                </c:pt>
                <c:pt idx="61">
                  <c:v>1.0844691</c:v>
                </c:pt>
                <c:pt idx="62">
                  <c:v>1.0846601</c:v>
                </c:pt>
                <c:pt idx="63">
                  <c:v>1.0841978</c:v>
                </c:pt>
                <c:pt idx="64">
                  <c:v>1.0856224</c:v>
                </c:pt>
                <c:pt idx="65">
                  <c:v>1.0850682</c:v>
                </c:pt>
                <c:pt idx="66">
                  <c:v>1.0848657</c:v>
                </c:pt>
                <c:pt idx="67">
                  <c:v>1.0857371</c:v>
                </c:pt>
                <c:pt idx="68">
                  <c:v>1.0857702</c:v>
                </c:pt>
                <c:pt idx="69">
                  <c:v>1.0866665</c:v>
                </c:pt>
                <c:pt idx="70">
                  <c:v>1.08608</c:v>
                </c:pt>
                <c:pt idx="71">
                  <c:v>1.0870942</c:v>
                </c:pt>
                <c:pt idx="72">
                  <c:v>1.0879334</c:v>
                </c:pt>
                <c:pt idx="73">
                  <c:v>1.0884191</c:v>
                </c:pt>
                <c:pt idx="74">
                  <c:v>1.0867015</c:v>
                </c:pt>
                <c:pt idx="75">
                  <c:v>1.0853398</c:v>
                </c:pt>
                <c:pt idx="76">
                  <c:v>1.0858449</c:v>
                </c:pt>
                <c:pt idx="77">
                  <c:v>1.0862391</c:v>
                </c:pt>
                <c:pt idx="78">
                  <c:v>1.0850451</c:v>
                </c:pt>
                <c:pt idx="79">
                  <c:v>1.086918</c:v>
                </c:pt>
                <c:pt idx="80">
                  <c:v>1.0852915</c:v>
                </c:pt>
                <c:pt idx="81">
                  <c:v>1.0847518</c:v>
                </c:pt>
                <c:pt idx="82">
                  <c:v>1.0852544</c:v>
                </c:pt>
                <c:pt idx="83">
                  <c:v>1.0861328</c:v>
                </c:pt>
                <c:pt idx="84">
                  <c:v>1.0865272</c:v>
                </c:pt>
                <c:pt idx="85">
                  <c:v>1.0875207</c:v>
                </c:pt>
                <c:pt idx="86">
                  <c:v>1.0867524</c:v>
                </c:pt>
                <c:pt idx="87">
                  <c:v>1.0875236</c:v>
                </c:pt>
                <c:pt idx="88">
                  <c:v>1.0862262</c:v>
                </c:pt>
                <c:pt idx="89">
                  <c:v>1.0855144</c:v>
                </c:pt>
                <c:pt idx="90">
                  <c:v>1.0869166</c:v>
                </c:pt>
                <c:pt idx="91">
                  <c:v>1.085259</c:v>
                </c:pt>
                <c:pt idx="92">
                  <c:v>1.0849978</c:v>
                </c:pt>
                <c:pt idx="93">
                  <c:v>1.0865276</c:v>
                </c:pt>
                <c:pt idx="94">
                  <c:v>1.085332</c:v>
                </c:pt>
                <c:pt idx="95">
                  <c:v>1.0851964</c:v>
                </c:pt>
                <c:pt idx="96">
                  <c:v>1.0856853</c:v>
                </c:pt>
                <c:pt idx="97">
                  <c:v>1.0849184</c:v>
                </c:pt>
                <c:pt idx="98">
                  <c:v>1.0850455</c:v>
                </c:pt>
                <c:pt idx="99">
                  <c:v>1.0858426</c:v>
                </c:pt>
              </c:numCache>
            </c:numRef>
          </c:yVal>
        </c:ser>
        <c:ser>
          <c:idx val="14"/>
          <c:order val="14"/>
          <c:tx>
            <c:v>Batch2_cell_019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Data'!$AD$2:$AD$101</c:f>
              <c:numCache>
                <c:formatCode>General</c:formatCode>
                <c:ptCount val="100"/>
                <c:pt idx="0">
                  <c:v>1.0912853</c:v>
                </c:pt>
                <c:pt idx="1">
                  <c:v>1.0902406</c:v>
                </c:pt>
                <c:pt idx="2">
                  <c:v>1.0934031</c:v>
                </c:pt>
                <c:pt idx="3">
                  <c:v>1.0907462</c:v>
                </c:pt>
                <c:pt idx="4">
                  <c:v>1.0921835</c:v>
                </c:pt>
                <c:pt idx="5">
                  <c:v>1.0929073</c:v>
                </c:pt>
                <c:pt idx="6">
                  <c:v>1.092916</c:v>
                </c:pt>
                <c:pt idx="7">
                  <c:v>1.0929101</c:v>
                </c:pt>
                <c:pt idx="8">
                  <c:v>1.0926902</c:v>
                </c:pt>
                <c:pt idx="9">
                  <c:v>1.0924506</c:v>
                </c:pt>
                <c:pt idx="10">
                  <c:v>1.0930161</c:v>
                </c:pt>
                <c:pt idx="11">
                  <c:v>1.094359</c:v>
                </c:pt>
                <c:pt idx="12">
                  <c:v>1.0941044</c:v>
                </c:pt>
                <c:pt idx="13">
                  <c:v>1.0947381</c:v>
                </c:pt>
                <c:pt idx="14">
                  <c:v>1.0935801</c:v>
                </c:pt>
                <c:pt idx="15">
                  <c:v>1.0939213</c:v>
                </c:pt>
                <c:pt idx="16">
                  <c:v>1.0936342</c:v>
                </c:pt>
                <c:pt idx="17">
                  <c:v>1.09465</c:v>
                </c:pt>
                <c:pt idx="18">
                  <c:v>1.0950593</c:v>
                </c:pt>
                <c:pt idx="19">
                  <c:v>1.0962794</c:v>
                </c:pt>
                <c:pt idx="20">
                  <c:v>1.0968611</c:v>
                </c:pt>
                <c:pt idx="21">
                  <c:v>1.0964859</c:v>
                </c:pt>
                <c:pt idx="22">
                  <c:v>1.0947016</c:v>
                </c:pt>
                <c:pt idx="23">
                  <c:v>1.0944214</c:v>
                </c:pt>
                <c:pt idx="24">
                  <c:v>1.0954068</c:v>
                </c:pt>
                <c:pt idx="25">
                  <c:v>1.0951707</c:v>
                </c:pt>
                <c:pt idx="26">
                  <c:v>1.0950007</c:v>
                </c:pt>
                <c:pt idx="27">
                  <c:v>1.0958395</c:v>
                </c:pt>
                <c:pt idx="28">
                  <c:v>1.0961156</c:v>
                </c:pt>
                <c:pt idx="29">
                  <c:v>1.0951934</c:v>
                </c:pt>
                <c:pt idx="30">
                  <c:v>1.0936848</c:v>
                </c:pt>
                <c:pt idx="31">
                  <c:v>1.0945297</c:v>
                </c:pt>
                <c:pt idx="32">
                  <c:v>1.0960799</c:v>
                </c:pt>
                <c:pt idx="33">
                  <c:v>1.0969408</c:v>
                </c:pt>
                <c:pt idx="34">
                  <c:v>1.0962034</c:v>
                </c:pt>
                <c:pt idx="35">
                  <c:v>1.0977476</c:v>
                </c:pt>
                <c:pt idx="36">
                  <c:v>1.097578</c:v>
                </c:pt>
                <c:pt idx="37">
                  <c:v>1.0976421</c:v>
                </c:pt>
                <c:pt idx="38">
                  <c:v>1.0956777</c:v>
                </c:pt>
                <c:pt idx="39">
                  <c:v>1.0977716</c:v>
                </c:pt>
                <c:pt idx="40">
                  <c:v>1.0969104</c:v>
                </c:pt>
                <c:pt idx="41">
                  <c:v>1.0965582</c:v>
                </c:pt>
                <c:pt idx="42">
                  <c:v>1.0982323</c:v>
                </c:pt>
                <c:pt idx="43">
                  <c:v>1.0985194</c:v>
                </c:pt>
                <c:pt idx="44">
                  <c:v>1.0986713</c:v>
                </c:pt>
                <c:pt idx="45">
                  <c:v>1.0995233</c:v>
                </c:pt>
                <c:pt idx="46">
                  <c:v>1.0987709</c:v>
                </c:pt>
                <c:pt idx="47">
                  <c:v>1.1003811</c:v>
                </c:pt>
                <c:pt idx="48">
                  <c:v>1.0839374</c:v>
                </c:pt>
                <c:pt idx="49">
                  <c:v>1.0863184</c:v>
                </c:pt>
                <c:pt idx="50">
                  <c:v>1.0898108</c:v>
                </c:pt>
                <c:pt idx="51">
                  <c:v>1.090219</c:v>
                </c:pt>
                <c:pt idx="52">
                  <c:v>1.0907193</c:v>
                </c:pt>
                <c:pt idx="53">
                  <c:v>1.0896032</c:v>
                </c:pt>
                <c:pt idx="54">
                  <c:v>1.0899327</c:v>
                </c:pt>
                <c:pt idx="55">
                  <c:v>1.0903602</c:v>
                </c:pt>
                <c:pt idx="56">
                  <c:v>1.0905855</c:v>
                </c:pt>
                <c:pt idx="57">
                  <c:v>1.0904053</c:v>
                </c:pt>
                <c:pt idx="58">
                  <c:v>1.0913028</c:v>
                </c:pt>
                <c:pt idx="59">
                  <c:v>1.0914524</c:v>
                </c:pt>
                <c:pt idx="60">
                  <c:v>1.0895578</c:v>
                </c:pt>
                <c:pt idx="61">
                  <c:v>1.0931689</c:v>
                </c:pt>
                <c:pt idx="62">
                  <c:v>1.0923787</c:v>
                </c:pt>
                <c:pt idx="63">
                  <c:v>1.0942888</c:v>
                </c:pt>
                <c:pt idx="64">
                  <c:v>1.0942245</c:v>
                </c:pt>
                <c:pt idx="65">
                  <c:v>1.0945064</c:v>
                </c:pt>
                <c:pt idx="66">
                  <c:v>1.0943965</c:v>
                </c:pt>
                <c:pt idx="67">
                  <c:v>1.094445</c:v>
                </c:pt>
                <c:pt idx="68">
                  <c:v>1.0950985</c:v>
                </c:pt>
                <c:pt idx="69">
                  <c:v>1.0974143</c:v>
                </c:pt>
                <c:pt idx="70">
                  <c:v>1.0984738</c:v>
                </c:pt>
                <c:pt idx="71">
                  <c:v>1.0986837</c:v>
                </c:pt>
                <c:pt idx="72">
                  <c:v>1.0956707</c:v>
                </c:pt>
                <c:pt idx="73">
                  <c:v>1.0973887</c:v>
                </c:pt>
                <c:pt idx="74">
                  <c:v>1.0963942</c:v>
                </c:pt>
                <c:pt idx="75">
                  <c:v>1.0965418</c:v>
                </c:pt>
                <c:pt idx="76">
                  <c:v>1.0943985</c:v>
                </c:pt>
                <c:pt idx="77">
                  <c:v>1.0937487</c:v>
                </c:pt>
                <c:pt idx="78">
                  <c:v>1.0938963</c:v>
                </c:pt>
                <c:pt idx="79">
                  <c:v>1.0962657</c:v>
                </c:pt>
                <c:pt idx="80">
                  <c:v>1.0958018</c:v>
                </c:pt>
                <c:pt idx="81">
                  <c:v>1.0961773</c:v>
                </c:pt>
                <c:pt idx="82">
                  <c:v>1.0972784</c:v>
                </c:pt>
                <c:pt idx="83">
                  <c:v>1.0955209</c:v>
                </c:pt>
                <c:pt idx="84">
                  <c:v>1.0963643</c:v>
                </c:pt>
                <c:pt idx="85">
                  <c:v>1.0964594</c:v>
                </c:pt>
                <c:pt idx="86">
                  <c:v>1.0969515</c:v>
                </c:pt>
                <c:pt idx="87">
                  <c:v>1.0982678</c:v>
                </c:pt>
                <c:pt idx="88">
                  <c:v>1.0982674</c:v>
                </c:pt>
                <c:pt idx="89">
                  <c:v>1.0981153</c:v>
                </c:pt>
                <c:pt idx="90">
                  <c:v>1.0948868</c:v>
                </c:pt>
                <c:pt idx="91">
                  <c:v>1.0973572</c:v>
                </c:pt>
                <c:pt idx="92">
                  <c:v>1.0968412</c:v>
                </c:pt>
                <c:pt idx="93">
                  <c:v>1.0965936</c:v>
                </c:pt>
                <c:pt idx="94">
                  <c:v>1.0952739</c:v>
                </c:pt>
                <c:pt idx="95">
                  <c:v>1.0952394</c:v>
                </c:pt>
                <c:pt idx="96">
                  <c:v>1.0970404</c:v>
                </c:pt>
                <c:pt idx="97">
                  <c:v>1.0945666</c:v>
                </c:pt>
                <c:pt idx="98">
                  <c:v>1.0947831</c:v>
                </c:pt>
                <c:pt idx="99">
                  <c:v>1.0930592</c:v>
                </c:pt>
              </c:numCache>
            </c:numRef>
          </c:yVal>
        </c:ser>
        <c:ser>
          <c:idx val="15"/>
          <c:order val="15"/>
          <c:tx>
            <c:v>Batch2_cell_020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Data'!$AF$2:$AF$101</c:f>
              <c:numCache>
                <c:formatCode>General</c:formatCode>
                <c:ptCount val="100"/>
                <c:pt idx="0">
                  <c:v>1.0973283</c:v>
                </c:pt>
                <c:pt idx="1">
                  <c:v>1.0977259</c:v>
                </c:pt>
                <c:pt idx="2">
                  <c:v>1.0973581</c:v>
                </c:pt>
                <c:pt idx="3">
                  <c:v>1.0988827</c:v>
                </c:pt>
                <c:pt idx="4">
                  <c:v>1.0982624</c:v>
                </c:pt>
                <c:pt idx="5">
                  <c:v>1.0981072</c:v>
                </c:pt>
                <c:pt idx="6">
                  <c:v>1.0999666</c:v>
                </c:pt>
                <c:pt idx="7">
                  <c:v>1.1003783</c:v>
                </c:pt>
                <c:pt idx="8">
                  <c:v>1.0988334</c:v>
                </c:pt>
                <c:pt idx="9">
                  <c:v>1.1000065</c:v>
                </c:pt>
                <c:pt idx="10">
                  <c:v>1.0994825</c:v>
                </c:pt>
                <c:pt idx="11">
                  <c:v>1.0989804</c:v>
                </c:pt>
                <c:pt idx="12">
                  <c:v>1.098466</c:v>
                </c:pt>
                <c:pt idx="13">
                  <c:v>1.0994316</c:v>
                </c:pt>
                <c:pt idx="14">
                  <c:v>1.1012417</c:v>
                </c:pt>
                <c:pt idx="15">
                  <c:v>1.0992999</c:v>
                </c:pt>
                <c:pt idx="16">
                  <c:v>1.0995517</c:v>
                </c:pt>
                <c:pt idx="17">
                  <c:v>1.0999514</c:v>
                </c:pt>
                <c:pt idx="18">
                  <c:v>1.0999416</c:v>
                </c:pt>
                <c:pt idx="19">
                  <c:v>1.0992482</c:v>
                </c:pt>
                <c:pt idx="20">
                  <c:v>1.0993935</c:v>
                </c:pt>
                <c:pt idx="21">
                  <c:v>1.100058</c:v>
                </c:pt>
                <c:pt idx="22">
                  <c:v>1.0995398</c:v>
                </c:pt>
                <c:pt idx="23">
                  <c:v>1.1003678</c:v>
                </c:pt>
                <c:pt idx="24">
                  <c:v>1.0997467</c:v>
                </c:pt>
                <c:pt idx="25">
                  <c:v>1.0997447</c:v>
                </c:pt>
                <c:pt idx="26">
                  <c:v>1.0983024</c:v>
                </c:pt>
                <c:pt idx="27">
                  <c:v>1.0997322</c:v>
                </c:pt>
                <c:pt idx="28">
                  <c:v>1.1012921</c:v>
                </c:pt>
                <c:pt idx="29">
                  <c:v>1.100991</c:v>
                </c:pt>
                <c:pt idx="30">
                  <c:v>1.0998542</c:v>
                </c:pt>
                <c:pt idx="31">
                  <c:v>1.1017867</c:v>
                </c:pt>
                <c:pt idx="32">
                  <c:v>1.102512</c:v>
                </c:pt>
                <c:pt idx="33">
                  <c:v>1.1005211</c:v>
                </c:pt>
                <c:pt idx="34">
                  <c:v>1.1011722</c:v>
                </c:pt>
                <c:pt idx="35">
                  <c:v>1.1006936</c:v>
                </c:pt>
                <c:pt idx="36">
                  <c:v>1.1003705</c:v>
                </c:pt>
                <c:pt idx="37">
                  <c:v>1.1000742</c:v>
                </c:pt>
                <c:pt idx="38">
                  <c:v>1.102353</c:v>
                </c:pt>
                <c:pt idx="39">
                  <c:v>1.1009483</c:v>
                </c:pt>
                <c:pt idx="40">
                  <c:v>1.1002773</c:v>
                </c:pt>
                <c:pt idx="41">
                  <c:v>1.1009144</c:v>
                </c:pt>
                <c:pt idx="42">
                  <c:v>1.1015801</c:v>
                </c:pt>
                <c:pt idx="43">
                  <c:v>1.1018547</c:v>
                </c:pt>
                <c:pt idx="44">
                  <c:v>1.1019326</c:v>
                </c:pt>
                <c:pt idx="45">
                  <c:v>1.1014329</c:v>
                </c:pt>
                <c:pt idx="46">
                  <c:v>1.1027781</c:v>
                </c:pt>
                <c:pt idx="47">
                  <c:v>1.1019735</c:v>
                </c:pt>
                <c:pt idx="48">
                  <c:v>1.1023651</c:v>
                </c:pt>
                <c:pt idx="49">
                  <c:v>1.0933541</c:v>
                </c:pt>
                <c:pt idx="50">
                  <c:v>1.0945971</c:v>
                </c:pt>
                <c:pt idx="51">
                  <c:v>1.0948051</c:v>
                </c:pt>
                <c:pt idx="52">
                  <c:v>1.0962374</c:v>
                </c:pt>
                <c:pt idx="53">
                  <c:v>1.0966967</c:v>
                </c:pt>
                <c:pt idx="54">
                  <c:v>1.0961831</c:v>
                </c:pt>
                <c:pt idx="55">
                  <c:v>1.0962447</c:v>
                </c:pt>
                <c:pt idx="56">
                  <c:v>1.0971848</c:v>
                </c:pt>
                <c:pt idx="57">
                  <c:v>1.0972739</c:v>
                </c:pt>
                <c:pt idx="58">
                  <c:v>1.0987581</c:v>
                </c:pt>
                <c:pt idx="59">
                  <c:v>1.0973141</c:v>
                </c:pt>
                <c:pt idx="60">
                  <c:v>1.0971175</c:v>
                </c:pt>
                <c:pt idx="61">
                  <c:v>1.0990771</c:v>
                </c:pt>
                <c:pt idx="62">
                  <c:v>1.0989611</c:v>
                </c:pt>
                <c:pt idx="63">
                  <c:v>1.0972621</c:v>
                </c:pt>
                <c:pt idx="64">
                  <c:v>1.0985906</c:v>
                </c:pt>
                <c:pt idx="65">
                  <c:v>1.0987082</c:v>
                </c:pt>
                <c:pt idx="66">
                  <c:v>1.0997049</c:v>
                </c:pt>
                <c:pt idx="67">
                  <c:v>1.0987612</c:v>
                </c:pt>
                <c:pt idx="68">
                  <c:v>1.1009756</c:v>
                </c:pt>
                <c:pt idx="69">
                  <c:v>1.0982547</c:v>
                </c:pt>
                <c:pt idx="70">
                  <c:v>1.1004189</c:v>
                </c:pt>
                <c:pt idx="71">
                  <c:v>1.0986137</c:v>
                </c:pt>
                <c:pt idx="72">
                  <c:v>1.0983698</c:v>
                </c:pt>
                <c:pt idx="73">
                  <c:v>1.0999374</c:v>
                </c:pt>
                <c:pt idx="74">
                  <c:v>1.1011131</c:v>
                </c:pt>
                <c:pt idx="75">
                  <c:v>1.100872</c:v>
                </c:pt>
                <c:pt idx="76">
                  <c:v>1.1006032</c:v>
                </c:pt>
                <c:pt idx="77">
                  <c:v>1.1009891</c:v>
                </c:pt>
                <c:pt idx="78">
                  <c:v>1.1008772</c:v>
                </c:pt>
                <c:pt idx="79">
                  <c:v>1.1012427</c:v>
                </c:pt>
                <c:pt idx="80">
                  <c:v>1.1021906</c:v>
                </c:pt>
                <c:pt idx="81">
                  <c:v>1.1016687</c:v>
                </c:pt>
                <c:pt idx="82">
                  <c:v>1.1017596</c:v>
                </c:pt>
                <c:pt idx="83">
                  <c:v>1.10208</c:v>
                </c:pt>
                <c:pt idx="84">
                  <c:v>1.1008834</c:v>
                </c:pt>
                <c:pt idx="85">
                  <c:v>1.1018419</c:v>
                </c:pt>
                <c:pt idx="86">
                  <c:v>1.1007601</c:v>
                </c:pt>
                <c:pt idx="87">
                  <c:v>1.1022836</c:v>
                </c:pt>
                <c:pt idx="88">
                  <c:v>1.1016012</c:v>
                </c:pt>
                <c:pt idx="89">
                  <c:v>1.1029574</c:v>
                </c:pt>
                <c:pt idx="90">
                  <c:v>1.1017275</c:v>
                </c:pt>
                <c:pt idx="91">
                  <c:v>1.1029581</c:v>
                </c:pt>
                <c:pt idx="92">
                  <c:v>1.1036202</c:v>
                </c:pt>
                <c:pt idx="93">
                  <c:v>1.1018188</c:v>
                </c:pt>
                <c:pt idx="94">
                  <c:v>1.1036271</c:v>
                </c:pt>
                <c:pt idx="95">
                  <c:v>1.1031773</c:v>
                </c:pt>
                <c:pt idx="96">
                  <c:v>1.1026871</c:v>
                </c:pt>
                <c:pt idx="97">
                  <c:v>1.1033462</c:v>
                </c:pt>
                <c:pt idx="98">
                  <c:v>1.1046962</c:v>
                </c:pt>
                <c:pt idx="99">
                  <c:v>1.1038647</c:v>
                </c:pt>
              </c:numCache>
            </c:numRef>
          </c:yVal>
        </c:ser>
        <c:ser>
          <c:idx val="16"/>
          <c:order val="16"/>
          <c:tx>
            <c:v>Batch2_cell_021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Data'!$AH$2:$AH$101</c:f>
              <c:numCache>
                <c:formatCode>General</c:formatCode>
                <c:ptCount val="100"/>
                <c:pt idx="0">
                  <c:v>1.09855</c:v>
                </c:pt>
                <c:pt idx="1">
                  <c:v>1.0985936</c:v>
                </c:pt>
                <c:pt idx="2">
                  <c:v>1.0982407</c:v>
                </c:pt>
                <c:pt idx="3">
                  <c:v>1.099995</c:v>
                </c:pt>
                <c:pt idx="4">
                  <c:v>1.1005412</c:v>
                </c:pt>
                <c:pt idx="5">
                  <c:v>1.1009929</c:v>
                </c:pt>
                <c:pt idx="6">
                  <c:v>1.09989</c:v>
                </c:pt>
                <c:pt idx="7">
                  <c:v>1.1006373</c:v>
                </c:pt>
                <c:pt idx="8">
                  <c:v>1.1020024</c:v>
                </c:pt>
                <c:pt idx="9">
                  <c:v>1.102361</c:v>
                </c:pt>
                <c:pt idx="10">
                  <c:v>1.0991174</c:v>
                </c:pt>
                <c:pt idx="11">
                  <c:v>1.1009465</c:v>
                </c:pt>
                <c:pt idx="12">
                  <c:v>1.1024144</c:v>
                </c:pt>
                <c:pt idx="13">
                  <c:v>1.1021839</c:v>
                </c:pt>
                <c:pt idx="14">
                  <c:v>1.1008855</c:v>
                </c:pt>
                <c:pt idx="15">
                  <c:v>1.1011955</c:v>
                </c:pt>
                <c:pt idx="16">
                  <c:v>1.1009769</c:v>
                </c:pt>
                <c:pt idx="17">
                  <c:v>1.0995799</c:v>
                </c:pt>
                <c:pt idx="18">
                  <c:v>1.1011059</c:v>
                </c:pt>
                <c:pt idx="19">
                  <c:v>1.1012627</c:v>
                </c:pt>
                <c:pt idx="20">
                  <c:v>1.1014702</c:v>
                </c:pt>
                <c:pt idx="21">
                  <c:v>1.1027304</c:v>
                </c:pt>
                <c:pt idx="22">
                  <c:v>1.1011657</c:v>
                </c:pt>
                <c:pt idx="23">
                  <c:v>1.101419</c:v>
                </c:pt>
                <c:pt idx="24">
                  <c:v>1.1025496</c:v>
                </c:pt>
                <c:pt idx="25">
                  <c:v>1.1029462</c:v>
                </c:pt>
                <c:pt idx="26">
                  <c:v>1.1018888</c:v>
                </c:pt>
                <c:pt idx="27">
                  <c:v>1.1009462</c:v>
                </c:pt>
                <c:pt idx="28">
                  <c:v>1.1016108</c:v>
                </c:pt>
                <c:pt idx="29">
                  <c:v>1.1013087</c:v>
                </c:pt>
                <c:pt idx="30">
                  <c:v>1.1017487</c:v>
                </c:pt>
                <c:pt idx="31">
                  <c:v>1.1031455</c:v>
                </c:pt>
                <c:pt idx="32">
                  <c:v>1.1018683</c:v>
                </c:pt>
                <c:pt idx="33">
                  <c:v>1.1018714</c:v>
                </c:pt>
                <c:pt idx="34">
                  <c:v>1.1028951</c:v>
                </c:pt>
                <c:pt idx="35">
                  <c:v>1.1039444</c:v>
                </c:pt>
                <c:pt idx="36">
                  <c:v>1.1040269</c:v>
                </c:pt>
                <c:pt idx="37">
                  <c:v>1.1034489</c:v>
                </c:pt>
                <c:pt idx="38">
                  <c:v>1.1043777</c:v>
                </c:pt>
                <c:pt idx="39">
                  <c:v>1.105922</c:v>
                </c:pt>
                <c:pt idx="40">
                  <c:v>1.1045218</c:v>
                </c:pt>
                <c:pt idx="41">
                  <c:v>1.1045058</c:v>
                </c:pt>
                <c:pt idx="42">
                  <c:v>1.1046761</c:v>
                </c:pt>
                <c:pt idx="43">
                  <c:v>1.1049246</c:v>
                </c:pt>
                <c:pt idx="44">
                  <c:v>1.1068199</c:v>
                </c:pt>
                <c:pt idx="45">
                  <c:v>1.1049178</c:v>
                </c:pt>
                <c:pt idx="46">
                  <c:v>1.1066968</c:v>
                </c:pt>
                <c:pt idx="47">
                  <c:v>0.99432302</c:v>
                </c:pt>
                <c:pt idx="48">
                  <c:v>1.0964967</c:v>
                </c:pt>
                <c:pt idx="49">
                  <c:v>1.098886</c:v>
                </c:pt>
                <c:pt idx="50">
                  <c:v>1.0988535</c:v>
                </c:pt>
                <c:pt idx="51">
                  <c:v>1.0988742</c:v>
                </c:pt>
                <c:pt idx="52">
                  <c:v>1.0996543</c:v>
                </c:pt>
                <c:pt idx="53">
                  <c:v>1.098884</c:v>
                </c:pt>
                <c:pt idx="54">
                  <c:v>1.0972061</c:v>
                </c:pt>
                <c:pt idx="55">
                  <c:v>1.0977545</c:v>
                </c:pt>
                <c:pt idx="56">
                  <c:v>1.0991204</c:v>
                </c:pt>
                <c:pt idx="57">
                  <c:v>1.0990478</c:v>
                </c:pt>
                <c:pt idx="58">
                  <c:v>1.098619</c:v>
                </c:pt>
                <c:pt idx="59">
                  <c:v>1.0981543</c:v>
                </c:pt>
                <c:pt idx="60">
                  <c:v>1.0975119</c:v>
                </c:pt>
                <c:pt idx="61">
                  <c:v>1.0998381</c:v>
                </c:pt>
                <c:pt idx="62">
                  <c:v>1.1004115</c:v>
                </c:pt>
                <c:pt idx="63">
                  <c:v>1.0991031</c:v>
                </c:pt>
                <c:pt idx="64">
                  <c:v>1.1024528</c:v>
                </c:pt>
                <c:pt idx="65">
                  <c:v>1.103621</c:v>
                </c:pt>
                <c:pt idx="66">
                  <c:v>1.1025374</c:v>
                </c:pt>
                <c:pt idx="67">
                  <c:v>1.102935</c:v>
                </c:pt>
                <c:pt idx="68">
                  <c:v>1.1032544</c:v>
                </c:pt>
                <c:pt idx="69">
                  <c:v>1.1038849</c:v>
                </c:pt>
                <c:pt idx="70">
                  <c:v>1.1063896</c:v>
                </c:pt>
                <c:pt idx="71">
                  <c:v>1.1025865</c:v>
                </c:pt>
                <c:pt idx="72">
                  <c:v>1.1043857</c:v>
                </c:pt>
                <c:pt idx="73">
                  <c:v>1.105615</c:v>
                </c:pt>
                <c:pt idx="74">
                  <c:v>1.1038818</c:v>
                </c:pt>
                <c:pt idx="75">
                  <c:v>1.1032412</c:v>
                </c:pt>
                <c:pt idx="76">
                  <c:v>1.1001492</c:v>
                </c:pt>
                <c:pt idx="77">
                  <c:v>1.1042268</c:v>
                </c:pt>
                <c:pt idx="78">
                  <c:v>1.1035863</c:v>
                </c:pt>
                <c:pt idx="79">
                  <c:v>1.1041961</c:v>
                </c:pt>
                <c:pt idx="80">
                  <c:v>1.1041639</c:v>
                </c:pt>
                <c:pt idx="81">
                  <c:v>1.103484</c:v>
                </c:pt>
                <c:pt idx="82">
                  <c:v>1.1050712</c:v>
                </c:pt>
                <c:pt idx="83">
                  <c:v>1.1050043</c:v>
                </c:pt>
                <c:pt idx="84">
                  <c:v>1.102929</c:v>
                </c:pt>
                <c:pt idx="85">
                  <c:v>1.1037536</c:v>
                </c:pt>
                <c:pt idx="86">
                  <c:v>1.1069587</c:v>
                </c:pt>
                <c:pt idx="87">
                  <c:v>1.1042312</c:v>
                </c:pt>
                <c:pt idx="88">
                  <c:v>1.1025152</c:v>
                </c:pt>
                <c:pt idx="89">
                  <c:v>1.1053007</c:v>
                </c:pt>
                <c:pt idx="90">
                  <c:v>1.1044809</c:v>
                </c:pt>
                <c:pt idx="91">
                  <c:v>1.1034656</c:v>
                </c:pt>
                <c:pt idx="92">
                  <c:v>1.1064752</c:v>
                </c:pt>
                <c:pt idx="93">
                  <c:v>1.1059742</c:v>
                </c:pt>
                <c:pt idx="94">
                  <c:v>1.103222</c:v>
                </c:pt>
                <c:pt idx="95">
                  <c:v>1.1037123</c:v>
                </c:pt>
                <c:pt idx="96">
                  <c:v>1.1034008</c:v>
                </c:pt>
                <c:pt idx="97">
                  <c:v>1.1026791</c:v>
                </c:pt>
                <c:pt idx="98">
                  <c:v>1.1026068</c:v>
                </c:pt>
                <c:pt idx="99">
                  <c:v>1.1000447</c:v>
                </c:pt>
              </c:numCache>
            </c:numRef>
          </c:yVal>
        </c:ser>
        <c:ser>
          <c:idx val="17"/>
          <c:order val="17"/>
          <c:tx>
            <c:v>Batch2_cell_024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Data'!$AJ$2:$AJ$101</c:f>
              <c:numCache>
                <c:formatCode>General</c:formatCode>
                <c:ptCount val="100"/>
                <c:pt idx="0">
                  <c:v>1.0920496</c:v>
                </c:pt>
                <c:pt idx="1">
                  <c:v>1.0923017</c:v>
                </c:pt>
                <c:pt idx="2">
                  <c:v>1.0946524</c:v>
                </c:pt>
                <c:pt idx="3">
                  <c:v>1.0919416</c:v>
                </c:pt>
                <c:pt idx="4">
                  <c:v>1.0940183</c:v>
                </c:pt>
                <c:pt idx="5">
                  <c:v>1.0947909</c:v>
                </c:pt>
                <c:pt idx="6">
                  <c:v>1.0941064</c:v>
                </c:pt>
                <c:pt idx="7">
                  <c:v>1.0940739</c:v>
                </c:pt>
                <c:pt idx="8">
                  <c:v>1.0949279</c:v>
                </c:pt>
                <c:pt idx="9">
                  <c:v>1.0956398</c:v>
                </c:pt>
                <c:pt idx="10">
                  <c:v>1.09543</c:v>
                </c:pt>
                <c:pt idx="11">
                  <c:v>1.0955253</c:v>
                </c:pt>
                <c:pt idx="12">
                  <c:v>1.0967113</c:v>
                </c:pt>
                <c:pt idx="13">
                  <c:v>1.0951794</c:v>
                </c:pt>
                <c:pt idx="14">
                  <c:v>1.0954196</c:v>
                </c:pt>
                <c:pt idx="15">
                  <c:v>1.0960118</c:v>
                </c:pt>
                <c:pt idx="16">
                  <c:v>1.0964385</c:v>
                </c:pt>
                <c:pt idx="17">
                  <c:v>1.0948453</c:v>
                </c:pt>
                <c:pt idx="18">
                  <c:v>1.0946363</c:v>
                </c:pt>
                <c:pt idx="19">
                  <c:v>1.0957532</c:v>
                </c:pt>
                <c:pt idx="20">
                  <c:v>1.0957099</c:v>
                </c:pt>
                <c:pt idx="21">
                  <c:v>1.097048</c:v>
                </c:pt>
                <c:pt idx="22">
                  <c:v>1.0962005</c:v>
                </c:pt>
                <c:pt idx="23">
                  <c:v>1.0965376</c:v>
                </c:pt>
                <c:pt idx="24">
                  <c:v>1.0957625</c:v>
                </c:pt>
                <c:pt idx="25">
                  <c:v>1.097746</c:v>
                </c:pt>
                <c:pt idx="26">
                  <c:v>1.0946625</c:v>
                </c:pt>
                <c:pt idx="27">
                  <c:v>1.098057</c:v>
                </c:pt>
                <c:pt idx="28">
                  <c:v>1.0962455</c:v>
                </c:pt>
                <c:pt idx="29">
                  <c:v>1.0963466</c:v>
                </c:pt>
                <c:pt idx="30">
                  <c:v>1.0953835</c:v>
                </c:pt>
                <c:pt idx="31">
                  <c:v>1.0961306</c:v>
                </c:pt>
                <c:pt idx="32">
                  <c:v>1.0978025</c:v>
                </c:pt>
                <c:pt idx="33">
                  <c:v>1.096296</c:v>
                </c:pt>
                <c:pt idx="34">
                  <c:v>1.0971432</c:v>
                </c:pt>
                <c:pt idx="35">
                  <c:v>1.0972937</c:v>
                </c:pt>
                <c:pt idx="36">
                  <c:v>1.096765</c:v>
                </c:pt>
                <c:pt idx="37">
                  <c:v>1.0980161</c:v>
                </c:pt>
                <c:pt idx="38">
                  <c:v>1.0984422</c:v>
                </c:pt>
                <c:pt idx="39">
                  <c:v>1.0970181</c:v>
                </c:pt>
                <c:pt idx="40">
                  <c:v>1.095798</c:v>
                </c:pt>
                <c:pt idx="41">
                  <c:v>1.0966048</c:v>
                </c:pt>
                <c:pt idx="42">
                  <c:v>1.0968742</c:v>
                </c:pt>
                <c:pt idx="43">
                  <c:v>1.0963831</c:v>
                </c:pt>
                <c:pt idx="44">
                  <c:v>1.0974123</c:v>
                </c:pt>
                <c:pt idx="45">
                  <c:v>1.095783</c:v>
                </c:pt>
                <c:pt idx="46">
                  <c:v>1.0961131</c:v>
                </c:pt>
                <c:pt idx="47">
                  <c:v>1.0987911</c:v>
                </c:pt>
                <c:pt idx="48">
                  <c:v>1.0869893</c:v>
                </c:pt>
                <c:pt idx="49">
                  <c:v>1.0892041</c:v>
                </c:pt>
                <c:pt idx="50">
                  <c:v>1.0910954</c:v>
                </c:pt>
                <c:pt idx="51">
                  <c:v>1.0935531</c:v>
                </c:pt>
                <c:pt idx="52">
                  <c:v>1.0919473</c:v>
                </c:pt>
                <c:pt idx="53">
                  <c:v>1.0938314</c:v>
                </c:pt>
                <c:pt idx="54">
                  <c:v>1.0932735</c:v>
                </c:pt>
                <c:pt idx="55">
                  <c:v>1.0933815</c:v>
                </c:pt>
                <c:pt idx="56">
                  <c:v>1.0939111</c:v>
                </c:pt>
                <c:pt idx="57">
                  <c:v>1.0930099</c:v>
                </c:pt>
                <c:pt idx="58">
                  <c:v>1.0965879</c:v>
                </c:pt>
                <c:pt idx="59">
                  <c:v>1.095538</c:v>
                </c:pt>
                <c:pt idx="60">
                  <c:v>1.0950228</c:v>
                </c:pt>
                <c:pt idx="61">
                  <c:v>1.0957844</c:v>
                </c:pt>
                <c:pt idx="62">
                  <c:v>1.0949755</c:v>
                </c:pt>
                <c:pt idx="63">
                  <c:v>1.0968498</c:v>
                </c:pt>
                <c:pt idx="64">
                  <c:v>1.0949012</c:v>
                </c:pt>
                <c:pt idx="65">
                  <c:v>1.0960453</c:v>
                </c:pt>
                <c:pt idx="66">
                  <c:v>1.0956469</c:v>
                </c:pt>
                <c:pt idx="67">
                  <c:v>1.0952181</c:v>
                </c:pt>
                <c:pt idx="68">
                  <c:v>1.0951505</c:v>
                </c:pt>
                <c:pt idx="69">
                  <c:v>1.0957942</c:v>
                </c:pt>
                <c:pt idx="70">
                  <c:v>1.0960637</c:v>
                </c:pt>
                <c:pt idx="71">
                  <c:v>1.0981824</c:v>
                </c:pt>
                <c:pt idx="72">
                  <c:v>1.0968918</c:v>
                </c:pt>
                <c:pt idx="73">
                  <c:v>1.0965912</c:v>
                </c:pt>
                <c:pt idx="74">
                  <c:v>1.0964791</c:v>
                </c:pt>
                <c:pt idx="75">
                  <c:v>1.0972397</c:v>
                </c:pt>
                <c:pt idx="76">
                  <c:v>1.0962583</c:v>
                </c:pt>
                <c:pt idx="77">
                  <c:v>1.0989958</c:v>
                </c:pt>
                <c:pt idx="78">
                  <c:v>1.0981765</c:v>
                </c:pt>
                <c:pt idx="79">
                  <c:v>1.0978532</c:v>
                </c:pt>
                <c:pt idx="80">
                  <c:v>1.0985745</c:v>
                </c:pt>
                <c:pt idx="81">
                  <c:v>1.0962292</c:v>
                </c:pt>
                <c:pt idx="82">
                  <c:v>1.0978788</c:v>
                </c:pt>
                <c:pt idx="83">
                  <c:v>1.0977067</c:v>
                </c:pt>
                <c:pt idx="84">
                  <c:v>1.0993369</c:v>
                </c:pt>
                <c:pt idx="85">
                  <c:v>1.0995138</c:v>
                </c:pt>
                <c:pt idx="86">
                  <c:v>1.0983001</c:v>
                </c:pt>
                <c:pt idx="87">
                  <c:v>1.0982705</c:v>
                </c:pt>
                <c:pt idx="88">
                  <c:v>1.0974591</c:v>
                </c:pt>
                <c:pt idx="89">
                  <c:v>1.0959418</c:v>
                </c:pt>
                <c:pt idx="90">
                  <c:v>1.0974622</c:v>
                </c:pt>
                <c:pt idx="91">
                  <c:v>1.1015991</c:v>
                </c:pt>
                <c:pt idx="92">
                  <c:v>1.1012707</c:v>
                </c:pt>
                <c:pt idx="93">
                  <c:v>1.0992842</c:v>
                </c:pt>
                <c:pt idx="94">
                  <c:v>1.0998371</c:v>
                </c:pt>
                <c:pt idx="95">
                  <c:v>1.1000577</c:v>
                </c:pt>
                <c:pt idx="96">
                  <c:v>1.101379</c:v>
                </c:pt>
                <c:pt idx="97">
                  <c:v>1.1001389</c:v>
                </c:pt>
                <c:pt idx="98">
                  <c:v>1.1007358</c:v>
                </c:pt>
                <c:pt idx="99">
                  <c:v>1.1019264</c:v>
                </c:pt>
              </c:numCache>
            </c:numRef>
          </c:yVal>
        </c:ser>
        <c:ser>
          <c:idx val="18"/>
          <c:order val="18"/>
          <c:tx>
            <c:v>Batch2_cell_025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Data'!$AL$2:$AL$101</c:f>
              <c:numCache>
                <c:formatCode>General</c:formatCode>
                <c:ptCount val="100"/>
                <c:pt idx="0">
                  <c:v>1.0981549</c:v>
                </c:pt>
                <c:pt idx="1">
                  <c:v>1.098838</c:v>
                </c:pt>
                <c:pt idx="2">
                  <c:v>1.0995392</c:v>
                </c:pt>
                <c:pt idx="3">
                  <c:v>1.0985878</c:v>
                </c:pt>
                <c:pt idx="4">
                  <c:v>1.1001149</c:v>
                </c:pt>
                <c:pt idx="5">
                  <c:v>1.1017976</c:v>
                </c:pt>
                <c:pt idx="6">
                  <c:v>1.1021053</c:v>
                </c:pt>
                <c:pt idx="7">
                  <c:v>1.1006938</c:v>
                </c:pt>
                <c:pt idx="8">
                  <c:v>1.0998745</c:v>
                </c:pt>
                <c:pt idx="9">
                  <c:v>1.1010141</c:v>
                </c:pt>
                <c:pt idx="10">
                  <c:v>1.1002337</c:v>
                </c:pt>
                <c:pt idx="11">
                  <c:v>1.0999749</c:v>
                </c:pt>
                <c:pt idx="12">
                  <c:v>1.1015189</c:v>
                </c:pt>
                <c:pt idx="13">
                  <c:v>1.1016725</c:v>
                </c:pt>
                <c:pt idx="14">
                  <c:v>1.1029108</c:v>
                </c:pt>
                <c:pt idx="15">
                  <c:v>1.1010977</c:v>
                </c:pt>
                <c:pt idx="16">
                  <c:v>1.1016051</c:v>
                </c:pt>
                <c:pt idx="17">
                  <c:v>1.1000478</c:v>
                </c:pt>
                <c:pt idx="18">
                  <c:v>1.1015352</c:v>
                </c:pt>
                <c:pt idx="19">
                  <c:v>1.101644</c:v>
                </c:pt>
                <c:pt idx="20">
                  <c:v>1.1016842</c:v>
                </c:pt>
                <c:pt idx="21">
                  <c:v>1.1025405</c:v>
                </c:pt>
                <c:pt idx="22">
                  <c:v>1.1021066</c:v>
                </c:pt>
                <c:pt idx="23">
                  <c:v>1.1022948</c:v>
                </c:pt>
                <c:pt idx="24">
                  <c:v>1.1023966</c:v>
                </c:pt>
                <c:pt idx="25">
                  <c:v>1.1034836</c:v>
                </c:pt>
                <c:pt idx="26">
                  <c:v>1.1015105</c:v>
                </c:pt>
                <c:pt idx="27">
                  <c:v>1.1034281</c:v>
                </c:pt>
                <c:pt idx="28">
                  <c:v>1.1027477</c:v>
                </c:pt>
                <c:pt idx="29">
                  <c:v>1.10456</c:v>
                </c:pt>
                <c:pt idx="30">
                  <c:v>1.1021721</c:v>
                </c:pt>
                <c:pt idx="31">
                  <c:v>1.1024836</c:v>
                </c:pt>
                <c:pt idx="32">
                  <c:v>1.1027106</c:v>
                </c:pt>
                <c:pt idx="33">
                  <c:v>1.1034508</c:v>
                </c:pt>
                <c:pt idx="34">
                  <c:v>1.1028926</c:v>
                </c:pt>
                <c:pt idx="35">
                  <c:v>1.1002641</c:v>
                </c:pt>
                <c:pt idx="36">
                  <c:v>1.1036001</c:v>
                </c:pt>
                <c:pt idx="37">
                  <c:v>1.1039122</c:v>
                </c:pt>
                <c:pt idx="38">
                  <c:v>1.103272</c:v>
                </c:pt>
                <c:pt idx="39">
                  <c:v>1.1034015</c:v>
                </c:pt>
                <c:pt idx="40">
                  <c:v>1.1041898</c:v>
                </c:pt>
                <c:pt idx="41">
                  <c:v>1.1043756</c:v>
                </c:pt>
                <c:pt idx="42">
                  <c:v>1.1027925</c:v>
                </c:pt>
                <c:pt idx="43">
                  <c:v>1.1045697</c:v>
                </c:pt>
                <c:pt idx="44">
                  <c:v>1.1029191</c:v>
                </c:pt>
                <c:pt idx="45">
                  <c:v>1.1036962</c:v>
                </c:pt>
                <c:pt idx="46">
                  <c:v>1.1018749</c:v>
                </c:pt>
                <c:pt idx="47">
                  <c:v>1.1005896</c:v>
                </c:pt>
                <c:pt idx="48">
                  <c:v>1.1052334</c:v>
                </c:pt>
                <c:pt idx="49">
                  <c:v>1.0936671</c:v>
                </c:pt>
                <c:pt idx="50">
                  <c:v>1.0934371</c:v>
                </c:pt>
                <c:pt idx="51">
                  <c:v>1.0953635</c:v>
                </c:pt>
                <c:pt idx="52">
                  <c:v>1.0980667</c:v>
                </c:pt>
                <c:pt idx="53">
                  <c:v>1.0996637</c:v>
                </c:pt>
                <c:pt idx="54">
                  <c:v>1.1002502</c:v>
                </c:pt>
                <c:pt idx="55">
                  <c:v>1.1001941</c:v>
                </c:pt>
                <c:pt idx="56">
                  <c:v>1.1014858</c:v>
                </c:pt>
                <c:pt idx="57">
                  <c:v>1.0995307</c:v>
                </c:pt>
                <c:pt idx="58">
                  <c:v>1.1021883</c:v>
                </c:pt>
                <c:pt idx="59">
                  <c:v>1.100486</c:v>
                </c:pt>
                <c:pt idx="60">
                  <c:v>1.1008798</c:v>
                </c:pt>
                <c:pt idx="61">
                  <c:v>1.1004653</c:v>
                </c:pt>
                <c:pt idx="62">
                  <c:v>1.1003159</c:v>
                </c:pt>
                <c:pt idx="63">
                  <c:v>1.1005695</c:v>
                </c:pt>
                <c:pt idx="64">
                  <c:v>1.1015813</c:v>
                </c:pt>
                <c:pt idx="65">
                  <c:v>1.0999699</c:v>
                </c:pt>
                <c:pt idx="66">
                  <c:v>1.1017672</c:v>
                </c:pt>
                <c:pt idx="67">
                  <c:v>1.1021123</c:v>
                </c:pt>
                <c:pt idx="68">
                  <c:v>1.1002338</c:v>
                </c:pt>
                <c:pt idx="69">
                  <c:v>1.1005088</c:v>
                </c:pt>
                <c:pt idx="70">
                  <c:v>1.1002682</c:v>
                </c:pt>
                <c:pt idx="71">
                  <c:v>1.1025141</c:v>
                </c:pt>
                <c:pt idx="72">
                  <c:v>1.1040915</c:v>
                </c:pt>
                <c:pt idx="73">
                  <c:v>1.1014066</c:v>
                </c:pt>
                <c:pt idx="74">
                  <c:v>1.1022429</c:v>
                </c:pt>
                <c:pt idx="75">
                  <c:v>1.1035866</c:v>
                </c:pt>
                <c:pt idx="76">
                  <c:v>1.1041887</c:v>
                </c:pt>
                <c:pt idx="77">
                  <c:v>1.1035088</c:v>
                </c:pt>
                <c:pt idx="78">
                  <c:v>1.1041694</c:v>
                </c:pt>
                <c:pt idx="79">
                  <c:v>1.1027993</c:v>
                </c:pt>
                <c:pt idx="80">
                  <c:v>1.103896</c:v>
                </c:pt>
                <c:pt idx="81">
                  <c:v>1.1032466</c:v>
                </c:pt>
                <c:pt idx="82">
                  <c:v>1.1052339</c:v>
                </c:pt>
                <c:pt idx="83">
                  <c:v>1.1039947</c:v>
                </c:pt>
                <c:pt idx="84">
                  <c:v>1.1056925</c:v>
                </c:pt>
                <c:pt idx="85">
                  <c:v>1.1042691</c:v>
                </c:pt>
                <c:pt idx="86">
                  <c:v>1.1060655</c:v>
                </c:pt>
                <c:pt idx="87">
                  <c:v>1.1046257</c:v>
                </c:pt>
                <c:pt idx="88">
                  <c:v>1.1053525</c:v>
                </c:pt>
                <c:pt idx="89">
                  <c:v>1.1047109</c:v>
                </c:pt>
                <c:pt idx="90">
                  <c:v>1.104995</c:v>
                </c:pt>
                <c:pt idx="91">
                  <c:v>1.1049523</c:v>
                </c:pt>
                <c:pt idx="92">
                  <c:v>1.1047294</c:v>
                </c:pt>
                <c:pt idx="93">
                  <c:v>1.1022025</c:v>
                </c:pt>
                <c:pt idx="94">
                  <c:v>1.1063253</c:v>
                </c:pt>
                <c:pt idx="95">
                  <c:v>1.1069529</c:v>
                </c:pt>
                <c:pt idx="96">
                  <c:v>1.1049079</c:v>
                </c:pt>
                <c:pt idx="97">
                  <c:v>1.1054114</c:v>
                </c:pt>
                <c:pt idx="98">
                  <c:v>1.1070514</c:v>
                </c:pt>
                <c:pt idx="99">
                  <c:v>1.1063702</c:v>
                </c:pt>
              </c:numCache>
            </c:numRef>
          </c:yVal>
        </c:ser>
        <c:ser>
          <c:idx val="19"/>
          <c:order val="19"/>
          <c:tx>
            <c:v>Batch2_cell_026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Data'!$AN$2:$AN$101</c:f>
              <c:numCache>
                <c:formatCode>General</c:formatCode>
                <c:ptCount val="100"/>
                <c:pt idx="0">
                  <c:v>1.1048244</c:v>
                </c:pt>
                <c:pt idx="1">
                  <c:v>1.1043522</c:v>
                </c:pt>
                <c:pt idx="2">
                  <c:v>1.1059661</c:v>
                </c:pt>
                <c:pt idx="3">
                  <c:v>1.1056468</c:v>
                </c:pt>
                <c:pt idx="4">
                  <c:v>1.1050026</c:v>
                </c:pt>
                <c:pt idx="5">
                  <c:v>1.1058443</c:v>
                </c:pt>
                <c:pt idx="6">
                  <c:v>1.1055447</c:v>
                </c:pt>
                <c:pt idx="7">
                  <c:v>1.1052161</c:v>
                </c:pt>
                <c:pt idx="8">
                  <c:v>1.1048484</c:v>
                </c:pt>
                <c:pt idx="9">
                  <c:v>1.1064944</c:v>
                </c:pt>
                <c:pt idx="10">
                  <c:v>1.1061758</c:v>
                </c:pt>
                <c:pt idx="11">
                  <c:v>1.1061106</c:v>
                </c:pt>
                <c:pt idx="12">
                  <c:v>1.1050446</c:v>
                </c:pt>
                <c:pt idx="13">
                  <c:v>1.1052417</c:v>
                </c:pt>
                <c:pt idx="14">
                  <c:v>1.1068605</c:v>
                </c:pt>
                <c:pt idx="15">
                  <c:v>1.1060632</c:v>
                </c:pt>
                <c:pt idx="16">
                  <c:v>1.1050086</c:v>
                </c:pt>
                <c:pt idx="17">
                  <c:v>1.1047018</c:v>
                </c:pt>
                <c:pt idx="18">
                  <c:v>1.1058496</c:v>
                </c:pt>
                <c:pt idx="19">
                  <c:v>1.1047199</c:v>
                </c:pt>
                <c:pt idx="20">
                  <c:v>1.1062765</c:v>
                </c:pt>
                <c:pt idx="21">
                  <c:v>1.10533</c:v>
                </c:pt>
                <c:pt idx="22">
                  <c:v>1.1050785</c:v>
                </c:pt>
                <c:pt idx="23">
                  <c:v>1.1046664</c:v>
                </c:pt>
                <c:pt idx="24">
                  <c:v>1.1054925</c:v>
                </c:pt>
                <c:pt idx="25">
                  <c:v>1.1046691</c:v>
                </c:pt>
                <c:pt idx="26">
                  <c:v>1.1039997</c:v>
                </c:pt>
                <c:pt idx="27">
                  <c:v>1.105194</c:v>
                </c:pt>
                <c:pt idx="28">
                  <c:v>1.1052213</c:v>
                </c:pt>
                <c:pt idx="29">
                  <c:v>1.1060202</c:v>
                </c:pt>
                <c:pt idx="30">
                  <c:v>1.1048003</c:v>
                </c:pt>
                <c:pt idx="31">
                  <c:v>1.1058531</c:v>
                </c:pt>
                <c:pt idx="32">
                  <c:v>1.1047207</c:v>
                </c:pt>
                <c:pt idx="33">
                  <c:v>1.1044393</c:v>
                </c:pt>
                <c:pt idx="34">
                  <c:v>1.1042703</c:v>
                </c:pt>
                <c:pt idx="35">
                  <c:v>1.1031114</c:v>
                </c:pt>
                <c:pt idx="36">
                  <c:v>1.1045817</c:v>
                </c:pt>
                <c:pt idx="37">
                  <c:v>1.1051464</c:v>
                </c:pt>
                <c:pt idx="38">
                  <c:v>1.1059616</c:v>
                </c:pt>
                <c:pt idx="39">
                  <c:v>1.1037368</c:v>
                </c:pt>
                <c:pt idx="40">
                  <c:v>1.1056534</c:v>
                </c:pt>
                <c:pt idx="41">
                  <c:v>1.1062523</c:v>
                </c:pt>
                <c:pt idx="42">
                  <c:v>1.1057036</c:v>
                </c:pt>
                <c:pt idx="43">
                  <c:v>1.1050154</c:v>
                </c:pt>
                <c:pt idx="44">
                  <c:v>1.1048161</c:v>
                </c:pt>
                <c:pt idx="45">
                  <c:v>1.1047281</c:v>
                </c:pt>
                <c:pt idx="46">
                  <c:v>1.1046144</c:v>
                </c:pt>
                <c:pt idx="47">
                  <c:v>1.1056114</c:v>
                </c:pt>
                <c:pt idx="48">
                  <c:v>1.1045014</c:v>
                </c:pt>
                <c:pt idx="49">
                  <c:v>1.1052415</c:v>
                </c:pt>
                <c:pt idx="50">
                  <c:v>1.0964247</c:v>
                </c:pt>
                <c:pt idx="51">
                  <c:v>1.0973636</c:v>
                </c:pt>
                <c:pt idx="52">
                  <c:v>1.0984645</c:v>
                </c:pt>
                <c:pt idx="53">
                  <c:v>1.1002889</c:v>
                </c:pt>
                <c:pt idx="54">
                  <c:v>1.1000547</c:v>
                </c:pt>
                <c:pt idx="55">
                  <c:v>1.1006334</c:v>
                </c:pt>
                <c:pt idx="56">
                  <c:v>1.1005076</c:v>
                </c:pt>
                <c:pt idx="57">
                  <c:v>1.1009111</c:v>
                </c:pt>
                <c:pt idx="58">
                  <c:v>1.1010658</c:v>
                </c:pt>
                <c:pt idx="59">
                  <c:v>1.0998601</c:v>
                </c:pt>
                <c:pt idx="60">
                  <c:v>1.1016744</c:v>
                </c:pt>
                <c:pt idx="61">
                  <c:v>1.1018969</c:v>
                </c:pt>
                <c:pt idx="62">
                  <c:v>1.1020103</c:v>
                </c:pt>
                <c:pt idx="63">
                  <c:v>1.1007726</c:v>
                </c:pt>
                <c:pt idx="64">
                  <c:v>1.1004853</c:v>
                </c:pt>
                <c:pt idx="65">
                  <c:v>1.1015027</c:v>
                </c:pt>
                <c:pt idx="66">
                  <c:v>1.1030772</c:v>
                </c:pt>
                <c:pt idx="67">
                  <c:v>1.1016628</c:v>
                </c:pt>
                <c:pt idx="68">
                  <c:v>1.1013445</c:v>
                </c:pt>
                <c:pt idx="69">
                  <c:v>1.1022888</c:v>
                </c:pt>
                <c:pt idx="70">
                  <c:v>1.1023419</c:v>
                </c:pt>
                <c:pt idx="71">
                  <c:v>1.1009368</c:v>
                </c:pt>
                <c:pt idx="72">
                  <c:v>1.102544</c:v>
                </c:pt>
                <c:pt idx="73">
                  <c:v>1.1022861</c:v>
                </c:pt>
                <c:pt idx="74">
                  <c:v>1.104455</c:v>
                </c:pt>
                <c:pt idx="75">
                  <c:v>1.1047949</c:v>
                </c:pt>
                <c:pt idx="76">
                  <c:v>1.10414</c:v>
                </c:pt>
                <c:pt idx="77">
                  <c:v>1.1034137</c:v>
                </c:pt>
                <c:pt idx="78">
                  <c:v>1.1052328</c:v>
                </c:pt>
                <c:pt idx="79">
                  <c:v>1.1043708</c:v>
                </c:pt>
                <c:pt idx="80">
                  <c:v>1.103943</c:v>
                </c:pt>
                <c:pt idx="81">
                  <c:v>1.1051722</c:v>
                </c:pt>
                <c:pt idx="82">
                  <c:v>1.1039829</c:v>
                </c:pt>
                <c:pt idx="83">
                  <c:v>1.1056347</c:v>
                </c:pt>
                <c:pt idx="84">
                  <c:v>1.1044259</c:v>
                </c:pt>
                <c:pt idx="85">
                  <c:v>1.106624</c:v>
                </c:pt>
                <c:pt idx="86">
                  <c:v>1.1060596</c:v>
                </c:pt>
                <c:pt idx="87">
                  <c:v>1.1062019</c:v>
                </c:pt>
                <c:pt idx="88">
                  <c:v>1.1045737</c:v>
                </c:pt>
                <c:pt idx="89">
                  <c:v>1.106034</c:v>
                </c:pt>
                <c:pt idx="90">
                  <c:v>1.1050606</c:v>
                </c:pt>
                <c:pt idx="91">
                  <c:v>1.1050888</c:v>
                </c:pt>
                <c:pt idx="92">
                  <c:v>1.105805</c:v>
                </c:pt>
                <c:pt idx="93">
                  <c:v>1.1062764</c:v>
                </c:pt>
                <c:pt idx="94">
                  <c:v>1.1041638</c:v>
                </c:pt>
                <c:pt idx="95">
                  <c:v>1.1072066</c:v>
                </c:pt>
                <c:pt idx="96">
                  <c:v>1.106019</c:v>
                </c:pt>
                <c:pt idx="97">
                  <c:v>1.1051329</c:v>
                </c:pt>
                <c:pt idx="98">
                  <c:v>1.1064082</c:v>
                </c:pt>
                <c:pt idx="99">
                  <c:v>1.1065354</c:v>
                </c:pt>
              </c:numCache>
            </c:numRef>
          </c:yVal>
        </c:ser>
        <c:ser>
          <c:idx val="20"/>
          <c:order val="20"/>
          <c:tx>
            <c:v>Batch2_cell_027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Data'!$AP$2:$AP$101</c:f>
              <c:numCache>
                <c:formatCode>General</c:formatCode>
                <c:ptCount val="100"/>
                <c:pt idx="0">
                  <c:v>1.0919615</c:v>
                </c:pt>
                <c:pt idx="1">
                  <c:v>1.0925682</c:v>
                </c:pt>
                <c:pt idx="2">
                  <c:v>1.0951403</c:v>
                </c:pt>
                <c:pt idx="3">
                  <c:v>1.0942627</c:v>
                </c:pt>
                <c:pt idx="4">
                  <c:v>1.0947001</c:v>
                </c:pt>
                <c:pt idx="5">
                  <c:v>1.0945592</c:v>
                </c:pt>
                <c:pt idx="6">
                  <c:v>1.0957614</c:v>
                </c:pt>
                <c:pt idx="7">
                  <c:v>1.0955764</c:v>
                </c:pt>
                <c:pt idx="8">
                  <c:v>1.096252</c:v>
                </c:pt>
                <c:pt idx="9">
                  <c:v>1.0961983</c:v>
                </c:pt>
                <c:pt idx="10">
                  <c:v>1.0957271</c:v>
                </c:pt>
                <c:pt idx="11">
                  <c:v>1.0967549</c:v>
                </c:pt>
                <c:pt idx="12">
                  <c:v>1.0957111</c:v>
                </c:pt>
                <c:pt idx="13">
                  <c:v>1.0955337</c:v>
                </c:pt>
                <c:pt idx="14">
                  <c:v>1.096683</c:v>
                </c:pt>
                <c:pt idx="15">
                  <c:v>1.096151</c:v>
                </c:pt>
                <c:pt idx="16">
                  <c:v>1.0952932</c:v>
                </c:pt>
                <c:pt idx="17">
                  <c:v>1.0958723</c:v>
                </c:pt>
                <c:pt idx="18">
                  <c:v>1.095498</c:v>
                </c:pt>
                <c:pt idx="19">
                  <c:v>1.096629</c:v>
                </c:pt>
                <c:pt idx="20">
                  <c:v>1.0970404</c:v>
                </c:pt>
                <c:pt idx="21">
                  <c:v>1.0966641</c:v>
                </c:pt>
                <c:pt idx="22">
                  <c:v>1.095486</c:v>
                </c:pt>
                <c:pt idx="23">
                  <c:v>1.0981197</c:v>
                </c:pt>
                <c:pt idx="24">
                  <c:v>1.0971814</c:v>
                </c:pt>
                <c:pt idx="25">
                  <c:v>1.098649</c:v>
                </c:pt>
                <c:pt idx="26">
                  <c:v>1.0965157</c:v>
                </c:pt>
                <c:pt idx="27">
                  <c:v>1.0957835</c:v>
                </c:pt>
                <c:pt idx="28">
                  <c:v>1.0969923</c:v>
                </c:pt>
                <c:pt idx="29">
                  <c:v>1.0974637</c:v>
                </c:pt>
                <c:pt idx="30">
                  <c:v>1.0979954</c:v>
                </c:pt>
                <c:pt idx="31">
                  <c:v>1.0967951</c:v>
                </c:pt>
                <c:pt idx="32">
                  <c:v>1.0962346</c:v>
                </c:pt>
                <c:pt idx="33">
                  <c:v>1.0991896</c:v>
                </c:pt>
                <c:pt idx="34">
                  <c:v>1.0968586</c:v>
                </c:pt>
                <c:pt idx="35">
                  <c:v>1.0980722</c:v>
                </c:pt>
                <c:pt idx="36">
                  <c:v>1.0984883</c:v>
                </c:pt>
                <c:pt idx="37">
                  <c:v>1.0964156</c:v>
                </c:pt>
                <c:pt idx="38">
                  <c:v>1.0993389</c:v>
                </c:pt>
                <c:pt idx="39">
                  <c:v>1.0979065</c:v>
                </c:pt>
                <c:pt idx="40">
                  <c:v>1.098264</c:v>
                </c:pt>
                <c:pt idx="41">
                  <c:v>1.0988187</c:v>
                </c:pt>
                <c:pt idx="42">
                  <c:v>1.0976095</c:v>
                </c:pt>
                <c:pt idx="43">
                  <c:v>1.0987765</c:v>
                </c:pt>
                <c:pt idx="44">
                  <c:v>1.0988331</c:v>
                </c:pt>
                <c:pt idx="45">
                  <c:v>1.0984509</c:v>
                </c:pt>
                <c:pt idx="46">
                  <c:v>1.0992073</c:v>
                </c:pt>
                <c:pt idx="47">
                  <c:v>1.0983176</c:v>
                </c:pt>
                <c:pt idx="48">
                  <c:v>1.0942786</c:v>
                </c:pt>
                <c:pt idx="49">
                  <c:v>1.0947737</c:v>
                </c:pt>
                <c:pt idx="50">
                  <c:v>1.0957532</c:v>
                </c:pt>
                <c:pt idx="51">
                  <c:v>1.0968832</c:v>
                </c:pt>
                <c:pt idx="52">
                  <c:v>1.0977191</c:v>
                </c:pt>
                <c:pt idx="53">
                  <c:v>1.0977577</c:v>
                </c:pt>
                <c:pt idx="54">
                  <c:v>1.0979104</c:v>
                </c:pt>
                <c:pt idx="55">
                  <c:v>1.0967135</c:v>
                </c:pt>
                <c:pt idx="56">
                  <c:v>1.098317</c:v>
                </c:pt>
                <c:pt idx="57">
                  <c:v>1.0986252</c:v>
                </c:pt>
                <c:pt idx="58">
                  <c:v>1.0973638</c:v>
                </c:pt>
                <c:pt idx="59">
                  <c:v>1.0984653</c:v>
                </c:pt>
                <c:pt idx="60">
                  <c:v>1.0974145</c:v>
                </c:pt>
                <c:pt idx="61">
                  <c:v>1.0975212</c:v>
                </c:pt>
                <c:pt idx="62">
                  <c:v>1.0973518</c:v>
                </c:pt>
                <c:pt idx="63">
                  <c:v>1.0981586</c:v>
                </c:pt>
                <c:pt idx="64">
                  <c:v>1.0991203</c:v>
                </c:pt>
                <c:pt idx="65">
                  <c:v>1.0987515</c:v>
                </c:pt>
                <c:pt idx="66">
                  <c:v>1.0980629</c:v>
                </c:pt>
                <c:pt idx="67">
                  <c:v>1.0979763</c:v>
                </c:pt>
                <c:pt idx="68">
                  <c:v>1.0985411</c:v>
                </c:pt>
                <c:pt idx="69">
                  <c:v>1.0973446</c:v>
                </c:pt>
                <c:pt idx="70">
                  <c:v>1.1000837</c:v>
                </c:pt>
                <c:pt idx="71">
                  <c:v>1.0999792</c:v>
                </c:pt>
                <c:pt idx="72">
                  <c:v>1.0997508</c:v>
                </c:pt>
                <c:pt idx="73">
                  <c:v>1.1008663</c:v>
                </c:pt>
                <c:pt idx="74">
                  <c:v>1.1016716</c:v>
                </c:pt>
                <c:pt idx="75">
                  <c:v>1.1003429</c:v>
                </c:pt>
                <c:pt idx="76">
                  <c:v>1.1014451</c:v>
                </c:pt>
                <c:pt idx="77">
                  <c:v>1.0990841</c:v>
                </c:pt>
                <c:pt idx="78">
                  <c:v>1.1016303</c:v>
                </c:pt>
                <c:pt idx="79">
                  <c:v>1.1012908</c:v>
                </c:pt>
                <c:pt idx="80">
                  <c:v>1.1005038</c:v>
                </c:pt>
                <c:pt idx="81">
                  <c:v>1.1014917</c:v>
                </c:pt>
                <c:pt idx="82">
                  <c:v>1.1003087</c:v>
                </c:pt>
                <c:pt idx="83">
                  <c:v>1.1014913</c:v>
                </c:pt>
                <c:pt idx="84">
                  <c:v>1.1029385</c:v>
                </c:pt>
                <c:pt idx="85">
                  <c:v>1.1020267</c:v>
                </c:pt>
                <c:pt idx="86">
                  <c:v>1.1007472</c:v>
                </c:pt>
                <c:pt idx="87">
                  <c:v>1.1018224</c:v>
                </c:pt>
                <c:pt idx="88">
                  <c:v>1.1031119</c:v>
                </c:pt>
                <c:pt idx="89">
                  <c:v>1.1021072</c:v>
                </c:pt>
                <c:pt idx="90">
                  <c:v>1.1041472</c:v>
                </c:pt>
                <c:pt idx="91">
                  <c:v>1.1035295</c:v>
                </c:pt>
                <c:pt idx="92">
                  <c:v>1.102461</c:v>
                </c:pt>
                <c:pt idx="93">
                  <c:v>1.1037713</c:v>
                </c:pt>
                <c:pt idx="94">
                  <c:v>1.1034191</c:v>
                </c:pt>
                <c:pt idx="95">
                  <c:v>1.1033741</c:v>
                </c:pt>
                <c:pt idx="96">
                  <c:v>1.1040796</c:v>
                </c:pt>
                <c:pt idx="97">
                  <c:v>1.1041315</c:v>
                </c:pt>
                <c:pt idx="98">
                  <c:v>1.1051688</c:v>
                </c:pt>
                <c:pt idx="99">
                  <c:v>1.1031471</c:v>
                </c:pt>
              </c:numCache>
            </c:numRef>
          </c:yVal>
        </c:ser>
        <c:ser>
          <c:idx val="21"/>
          <c:order val="21"/>
          <c:tx>
            <c:v>Batch2_cell_028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Data'!$AR$2:$AR$101</c:f>
              <c:numCache>
                <c:formatCode>General</c:formatCode>
                <c:ptCount val="100"/>
                <c:pt idx="0">
                  <c:v>1.0873438</c:v>
                </c:pt>
                <c:pt idx="1">
                  <c:v>1.0904486</c:v>
                </c:pt>
                <c:pt idx="2">
                  <c:v>1.0899123</c:v>
                </c:pt>
                <c:pt idx="3">
                  <c:v>1.0897655</c:v>
                </c:pt>
                <c:pt idx="4">
                  <c:v>1.0911843</c:v>
                </c:pt>
                <c:pt idx="5">
                  <c:v>1.0924524</c:v>
                </c:pt>
                <c:pt idx="6">
                  <c:v>1.0925268</c:v>
                </c:pt>
                <c:pt idx="7">
                  <c:v>1.0934255</c:v>
                </c:pt>
                <c:pt idx="8">
                  <c:v>1.0921518</c:v>
                </c:pt>
                <c:pt idx="9">
                  <c:v>1.0936617</c:v>
                </c:pt>
                <c:pt idx="10">
                  <c:v>1.0929682</c:v>
                </c:pt>
                <c:pt idx="11">
                  <c:v>1.0931131</c:v>
                </c:pt>
                <c:pt idx="12">
                  <c:v>1.092919</c:v>
                </c:pt>
                <c:pt idx="13">
                  <c:v>1.0919563</c:v>
                </c:pt>
                <c:pt idx="14">
                  <c:v>1.0951691</c:v>
                </c:pt>
                <c:pt idx="15">
                  <c:v>1.0928208</c:v>
                </c:pt>
                <c:pt idx="16">
                  <c:v>1.0931792</c:v>
                </c:pt>
                <c:pt idx="17">
                  <c:v>1.0932171</c:v>
                </c:pt>
                <c:pt idx="18">
                  <c:v>1.0917717</c:v>
                </c:pt>
                <c:pt idx="19">
                  <c:v>1.0933824</c:v>
                </c:pt>
                <c:pt idx="20">
                  <c:v>1.0949714</c:v>
                </c:pt>
                <c:pt idx="21">
                  <c:v>1.0958513</c:v>
                </c:pt>
                <c:pt idx="22">
                  <c:v>1.0932634</c:v>
                </c:pt>
                <c:pt idx="23">
                  <c:v>1.0943826</c:v>
                </c:pt>
                <c:pt idx="24">
                  <c:v>1.0953854</c:v>
                </c:pt>
                <c:pt idx="25">
                  <c:v>1.095232</c:v>
                </c:pt>
                <c:pt idx="26">
                  <c:v>1.0958922</c:v>
                </c:pt>
                <c:pt idx="27">
                  <c:v>1.0953703</c:v>
                </c:pt>
                <c:pt idx="28">
                  <c:v>1.0958272</c:v>
                </c:pt>
                <c:pt idx="29">
                  <c:v>1.0961994</c:v>
                </c:pt>
                <c:pt idx="30">
                  <c:v>1.0945293</c:v>
                </c:pt>
                <c:pt idx="31">
                  <c:v>1.0949453</c:v>
                </c:pt>
                <c:pt idx="32">
                  <c:v>1.0967009</c:v>
                </c:pt>
                <c:pt idx="33">
                  <c:v>1.0962898</c:v>
                </c:pt>
                <c:pt idx="34">
                  <c:v>1.0952986</c:v>
                </c:pt>
                <c:pt idx="35">
                  <c:v>1.0964473</c:v>
                </c:pt>
                <c:pt idx="36">
                  <c:v>1.09497</c:v>
                </c:pt>
                <c:pt idx="37">
                  <c:v>1.0967989</c:v>
                </c:pt>
                <c:pt idx="38">
                  <c:v>1.0954338</c:v>
                </c:pt>
                <c:pt idx="39">
                  <c:v>1.0945519</c:v>
                </c:pt>
                <c:pt idx="40">
                  <c:v>1.0954808</c:v>
                </c:pt>
                <c:pt idx="41">
                  <c:v>1.0944117</c:v>
                </c:pt>
                <c:pt idx="42">
                  <c:v>1.0960766</c:v>
                </c:pt>
                <c:pt idx="43">
                  <c:v>1.0939181</c:v>
                </c:pt>
                <c:pt idx="44">
                  <c:v>1.0968952</c:v>
                </c:pt>
                <c:pt idx="45">
                  <c:v>1.0970906</c:v>
                </c:pt>
                <c:pt idx="46">
                  <c:v>1.09574</c:v>
                </c:pt>
                <c:pt idx="47">
                  <c:v>1.0973959</c:v>
                </c:pt>
                <c:pt idx="48">
                  <c:v>1.0878246</c:v>
                </c:pt>
                <c:pt idx="49">
                  <c:v>1.0888414</c:v>
                </c:pt>
                <c:pt idx="50">
                  <c:v>1.0902233</c:v>
                </c:pt>
                <c:pt idx="51">
                  <c:v>1.0919787</c:v>
                </c:pt>
                <c:pt idx="52">
                  <c:v>1.0932411</c:v>
                </c:pt>
                <c:pt idx="53">
                  <c:v>1.0928737</c:v>
                </c:pt>
                <c:pt idx="54">
                  <c:v>1.0922098</c:v>
                </c:pt>
                <c:pt idx="55">
                  <c:v>1.0930269</c:v>
                </c:pt>
                <c:pt idx="56">
                  <c:v>1.0939509</c:v>
                </c:pt>
                <c:pt idx="57">
                  <c:v>1.0946201</c:v>
                </c:pt>
                <c:pt idx="58">
                  <c:v>1.0934061</c:v>
                </c:pt>
                <c:pt idx="59">
                  <c:v>1.0942292</c:v>
                </c:pt>
                <c:pt idx="60">
                  <c:v>1.0942979</c:v>
                </c:pt>
                <c:pt idx="61">
                  <c:v>1.0934638</c:v>
                </c:pt>
                <c:pt idx="62">
                  <c:v>1.0950973</c:v>
                </c:pt>
                <c:pt idx="63">
                  <c:v>1.0942906</c:v>
                </c:pt>
                <c:pt idx="64">
                  <c:v>1.0939482</c:v>
                </c:pt>
                <c:pt idx="65">
                  <c:v>1.0948454</c:v>
                </c:pt>
                <c:pt idx="66">
                  <c:v>1.0935503</c:v>
                </c:pt>
                <c:pt idx="67">
                  <c:v>1.0944918</c:v>
                </c:pt>
                <c:pt idx="68">
                  <c:v>1.0954198</c:v>
                </c:pt>
                <c:pt idx="69">
                  <c:v>1.0945927</c:v>
                </c:pt>
                <c:pt idx="70">
                  <c:v>1.0961431</c:v>
                </c:pt>
                <c:pt idx="71">
                  <c:v>1.0962957</c:v>
                </c:pt>
                <c:pt idx="72">
                  <c:v>1.0953033</c:v>
                </c:pt>
                <c:pt idx="73">
                  <c:v>1.0958602</c:v>
                </c:pt>
                <c:pt idx="74">
                  <c:v>1.0959996</c:v>
                </c:pt>
                <c:pt idx="75">
                  <c:v>1.0979569</c:v>
                </c:pt>
                <c:pt idx="76">
                  <c:v>1.097821</c:v>
                </c:pt>
                <c:pt idx="77">
                  <c:v>1.097733</c:v>
                </c:pt>
                <c:pt idx="78">
                  <c:v>1.0983335</c:v>
                </c:pt>
                <c:pt idx="79">
                  <c:v>1.0971993</c:v>
                </c:pt>
                <c:pt idx="80">
                  <c:v>1.098767</c:v>
                </c:pt>
                <c:pt idx="81">
                  <c:v>1.0977489</c:v>
                </c:pt>
                <c:pt idx="82">
                  <c:v>1.0955161</c:v>
                </c:pt>
                <c:pt idx="83">
                  <c:v>1.0990702</c:v>
                </c:pt>
                <c:pt idx="84">
                  <c:v>1.0974194</c:v>
                </c:pt>
                <c:pt idx="85">
                  <c:v>1.0975263</c:v>
                </c:pt>
                <c:pt idx="86">
                  <c:v>1.0977112</c:v>
                </c:pt>
                <c:pt idx="87">
                  <c:v>1.0981492</c:v>
                </c:pt>
                <c:pt idx="88">
                  <c:v>1.0968033</c:v>
                </c:pt>
                <c:pt idx="89">
                  <c:v>1.0982137</c:v>
                </c:pt>
                <c:pt idx="90">
                  <c:v>1.0990832</c:v>
                </c:pt>
                <c:pt idx="91">
                  <c:v>1.0947154</c:v>
                </c:pt>
                <c:pt idx="92">
                  <c:v>1.0988554</c:v>
                </c:pt>
                <c:pt idx="93">
                  <c:v>1.0980922</c:v>
                </c:pt>
                <c:pt idx="94">
                  <c:v>1.0996724</c:v>
                </c:pt>
                <c:pt idx="95">
                  <c:v>1.0969013</c:v>
                </c:pt>
                <c:pt idx="96">
                  <c:v>1.0984979</c:v>
                </c:pt>
                <c:pt idx="97">
                  <c:v>1.0980512</c:v>
                </c:pt>
                <c:pt idx="98">
                  <c:v>1.099527</c:v>
                </c:pt>
                <c:pt idx="99">
                  <c:v>1.0995919</c:v>
                </c:pt>
              </c:numCache>
            </c:numRef>
          </c:yVal>
        </c:ser>
        <c:ser>
          <c:idx val="22"/>
          <c:order val="22"/>
          <c:tx>
            <c:v>Batch2_cell_029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Data'!$AT$2:$AT$101</c:f>
              <c:numCache>
                <c:formatCode>General</c:formatCode>
                <c:ptCount val="100"/>
                <c:pt idx="0">
                  <c:v>1.1018348</c:v>
                </c:pt>
                <c:pt idx="1">
                  <c:v>1.1032062</c:v>
                </c:pt>
                <c:pt idx="2">
                  <c:v>1.1035252</c:v>
                </c:pt>
                <c:pt idx="3">
                  <c:v>1.1028264</c:v>
                </c:pt>
                <c:pt idx="4">
                  <c:v>1.1027535</c:v>
                </c:pt>
                <c:pt idx="5">
                  <c:v>1.1030062</c:v>
                </c:pt>
                <c:pt idx="6">
                  <c:v>1.1044538</c:v>
                </c:pt>
                <c:pt idx="7">
                  <c:v>1.1054013</c:v>
                </c:pt>
                <c:pt idx="8">
                  <c:v>1.1037036</c:v>
                </c:pt>
                <c:pt idx="9">
                  <c:v>1.1057531</c:v>
                </c:pt>
                <c:pt idx="10">
                  <c:v>1.1056679</c:v>
                </c:pt>
                <c:pt idx="11">
                  <c:v>1.1047951</c:v>
                </c:pt>
                <c:pt idx="12">
                  <c:v>1.1068796</c:v>
                </c:pt>
                <c:pt idx="13">
                  <c:v>1.1072327</c:v>
                </c:pt>
                <c:pt idx="14">
                  <c:v>1.1066005</c:v>
                </c:pt>
                <c:pt idx="15">
                  <c:v>1.1058264</c:v>
                </c:pt>
                <c:pt idx="16">
                  <c:v>1.1070685</c:v>
                </c:pt>
                <c:pt idx="17">
                  <c:v>1.1075176</c:v>
                </c:pt>
                <c:pt idx="18">
                  <c:v>1.1068949</c:v>
                </c:pt>
                <c:pt idx="19">
                  <c:v>1.1071755</c:v>
                </c:pt>
                <c:pt idx="20">
                  <c:v>1.1070621</c:v>
                </c:pt>
                <c:pt idx="21">
                  <c:v>1.1063024</c:v>
                </c:pt>
                <c:pt idx="22">
                  <c:v>1.1073704</c:v>
                </c:pt>
                <c:pt idx="23">
                  <c:v>1.107412</c:v>
                </c:pt>
                <c:pt idx="24">
                  <c:v>1.1078712</c:v>
                </c:pt>
                <c:pt idx="25">
                  <c:v>1.1083642</c:v>
                </c:pt>
                <c:pt idx="26">
                  <c:v>1.1091996</c:v>
                </c:pt>
                <c:pt idx="27">
                  <c:v>1.108294</c:v>
                </c:pt>
                <c:pt idx="28">
                  <c:v>1.1089512</c:v>
                </c:pt>
                <c:pt idx="29">
                  <c:v>1.1089954</c:v>
                </c:pt>
                <c:pt idx="30">
                  <c:v>1.1076229</c:v>
                </c:pt>
                <c:pt idx="31">
                  <c:v>1.1072975</c:v>
                </c:pt>
                <c:pt idx="32">
                  <c:v>1.1083096</c:v>
                </c:pt>
                <c:pt idx="33">
                  <c:v>1.108235</c:v>
                </c:pt>
                <c:pt idx="34">
                  <c:v>1.1064273</c:v>
                </c:pt>
                <c:pt idx="35">
                  <c:v>1.1089592</c:v>
                </c:pt>
                <c:pt idx="36">
                  <c:v>1.1098274</c:v>
                </c:pt>
                <c:pt idx="37">
                  <c:v>1.1088002</c:v>
                </c:pt>
                <c:pt idx="38">
                  <c:v>1.1101791</c:v>
                </c:pt>
                <c:pt idx="39">
                  <c:v>1.1085356</c:v>
                </c:pt>
                <c:pt idx="40">
                  <c:v>1.1109697</c:v>
                </c:pt>
                <c:pt idx="41">
                  <c:v>1.1097356</c:v>
                </c:pt>
                <c:pt idx="42">
                  <c:v>1.1103506</c:v>
                </c:pt>
                <c:pt idx="43">
                  <c:v>1.1103942</c:v>
                </c:pt>
                <c:pt idx="44">
                  <c:v>1.1098001</c:v>
                </c:pt>
                <c:pt idx="45">
                  <c:v>1.1110777</c:v>
                </c:pt>
                <c:pt idx="46">
                  <c:v>1.1106813</c:v>
                </c:pt>
                <c:pt idx="47">
                  <c:v>1.1062931</c:v>
                </c:pt>
                <c:pt idx="48">
                  <c:v>1.1048638</c:v>
                </c:pt>
                <c:pt idx="49">
                  <c:v>1.1075794</c:v>
                </c:pt>
                <c:pt idx="50">
                  <c:v>1.1084836</c:v>
                </c:pt>
                <c:pt idx="51">
                  <c:v>1.1083454</c:v>
                </c:pt>
                <c:pt idx="52">
                  <c:v>1.1090246</c:v>
                </c:pt>
                <c:pt idx="53">
                  <c:v>1.1088723</c:v>
                </c:pt>
                <c:pt idx="54">
                  <c:v>1.1100267</c:v>
                </c:pt>
                <c:pt idx="55">
                  <c:v>1.1084884</c:v>
                </c:pt>
                <c:pt idx="56">
                  <c:v>1.1113906</c:v>
                </c:pt>
                <c:pt idx="57">
                  <c:v>1.1098093</c:v>
                </c:pt>
                <c:pt idx="58">
                  <c:v>1.1078283</c:v>
                </c:pt>
                <c:pt idx="59">
                  <c:v>1.1107107</c:v>
                </c:pt>
                <c:pt idx="60">
                  <c:v>1.1099861</c:v>
                </c:pt>
                <c:pt idx="61">
                  <c:v>1.1103768</c:v>
                </c:pt>
                <c:pt idx="62">
                  <c:v>1.1111945</c:v>
                </c:pt>
                <c:pt idx="63">
                  <c:v>1.1104395</c:v>
                </c:pt>
                <c:pt idx="64">
                  <c:v>1.1101469</c:v>
                </c:pt>
                <c:pt idx="65">
                  <c:v>1.1102545</c:v>
                </c:pt>
                <c:pt idx="66">
                  <c:v>1.1110982</c:v>
                </c:pt>
                <c:pt idx="67">
                  <c:v>1.1103039</c:v>
                </c:pt>
                <c:pt idx="68">
                  <c:v>1.1101969</c:v>
                </c:pt>
                <c:pt idx="69">
                  <c:v>1.1119827</c:v>
                </c:pt>
                <c:pt idx="70">
                  <c:v>1.1123214</c:v>
                </c:pt>
                <c:pt idx="71">
                  <c:v>1.1125247</c:v>
                </c:pt>
                <c:pt idx="72">
                  <c:v>1.1124516</c:v>
                </c:pt>
                <c:pt idx="73">
                  <c:v>1.1134763</c:v>
                </c:pt>
                <c:pt idx="74">
                  <c:v>1.1127784</c:v>
                </c:pt>
                <c:pt idx="75">
                  <c:v>1.1131485</c:v>
                </c:pt>
                <c:pt idx="76">
                  <c:v>1.1114322</c:v>
                </c:pt>
                <c:pt idx="77">
                  <c:v>1.1158</c:v>
                </c:pt>
                <c:pt idx="78">
                  <c:v>1.1113302</c:v>
                </c:pt>
                <c:pt idx="79">
                  <c:v>1.1151431</c:v>
                </c:pt>
                <c:pt idx="80">
                  <c:v>1.1123136</c:v>
                </c:pt>
                <c:pt idx="81">
                  <c:v>1.1144553</c:v>
                </c:pt>
                <c:pt idx="82">
                  <c:v>1.1140908</c:v>
                </c:pt>
                <c:pt idx="83">
                  <c:v>1.1153805</c:v>
                </c:pt>
                <c:pt idx="84">
                  <c:v>1.1145953</c:v>
                </c:pt>
                <c:pt idx="85">
                  <c:v>1.1147767</c:v>
                </c:pt>
                <c:pt idx="86">
                  <c:v>1.1150147</c:v>
                </c:pt>
                <c:pt idx="87">
                  <c:v>1.1152713</c:v>
                </c:pt>
                <c:pt idx="88">
                  <c:v>1.1140858</c:v>
                </c:pt>
                <c:pt idx="89">
                  <c:v>1.1154104</c:v>
                </c:pt>
                <c:pt idx="90">
                  <c:v>1.1172013</c:v>
                </c:pt>
                <c:pt idx="91">
                  <c:v>1.1165975</c:v>
                </c:pt>
                <c:pt idx="92">
                  <c:v>1.1153998</c:v>
                </c:pt>
                <c:pt idx="93">
                  <c:v>1.116691</c:v>
                </c:pt>
                <c:pt idx="94">
                  <c:v>1.1142974</c:v>
                </c:pt>
                <c:pt idx="95">
                  <c:v>1.115382</c:v>
                </c:pt>
                <c:pt idx="96">
                  <c:v>1.1181728</c:v>
                </c:pt>
                <c:pt idx="97">
                  <c:v>1.1164269</c:v>
                </c:pt>
                <c:pt idx="98">
                  <c:v>1.1155905</c:v>
                </c:pt>
                <c:pt idx="99">
                  <c:v>1.1159806</c:v>
                </c:pt>
              </c:numCache>
            </c:numRef>
          </c:yVal>
        </c:ser>
        <c:ser>
          <c:idx val="23"/>
          <c:order val="23"/>
          <c:tx>
            <c:v>Batch2_cell_030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Data'!$AV$2:$AV$101</c:f>
              <c:numCache>
                <c:formatCode>General</c:formatCode>
                <c:ptCount val="100"/>
                <c:pt idx="0">
                  <c:v>1.0946058</c:v>
                </c:pt>
                <c:pt idx="1">
                  <c:v>1.0946374</c:v>
                </c:pt>
                <c:pt idx="2">
                  <c:v>1.0962735</c:v>
                </c:pt>
                <c:pt idx="3">
                  <c:v>1.0950533</c:v>
                </c:pt>
                <c:pt idx="4">
                  <c:v>1.0959653</c:v>
                </c:pt>
                <c:pt idx="5">
                  <c:v>1.0947011</c:v>
                </c:pt>
                <c:pt idx="6">
                  <c:v>1.0976448</c:v>
                </c:pt>
                <c:pt idx="7">
                  <c:v>1.0982414</c:v>
                </c:pt>
                <c:pt idx="8">
                  <c:v>1.0971799</c:v>
                </c:pt>
                <c:pt idx="9">
                  <c:v>1.0984639</c:v>
                </c:pt>
                <c:pt idx="10">
                  <c:v>1.0972185</c:v>
                </c:pt>
                <c:pt idx="11">
                  <c:v>1.0973027</c:v>
                </c:pt>
                <c:pt idx="12">
                  <c:v>1.0973699</c:v>
                </c:pt>
                <c:pt idx="13">
                  <c:v>1.0982476</c:v>
                </c:pt>
                <c:pt idx="14">
                  <c:v>1.0970798</c:v>
                </c:pt>
                <c:pt idx="15">
                  <c:v>1.0970764</c:v>
                </c:pt>
                <c:pt idx="16">
                  <c:v>1.0978258</c:v>
                </c:pt>
                <c:pt idx="17">
                  <c:v>1.0953082</c:v>
                </c:pt>
                <c:pt idx="18">
                  <c:v>1.0956377</c:v>
                </c:pt>
                <c:pt idx="19">
                  <c:v>1.0953571</c:v>
                </c:pt>
                <c:pt idx="20">
                  <c:v>1.0979594</c:v>
                </c:pt>
                <c:pt idx="21">
                  <c:v>1.0947342</c:v>
                </c:pt>
                <c:pt idx="22">
                  <c:v>1.0960753</c:v>
                </c:pt>
                <c:pt idx="23">
                  <c:v>1.0969055</c:v>
                </c:pt>
                <c:pt idx="24">
                  <c:v>1.0970517</c:v>
                </c:pt>
                <c:pt idx="25">
                  <c:v>1.0962615</c:v>
                </c:pt>
                <c:pt idx="26">
                  <c:v>1.0969183</c:v>
                </c:pt>
                <c:pt idx="27">
                  <c:v>1.096321</c:v>
                </c:pt>
                <c:pt idx="28">
                  <c:v>1.0962238</c:v>
                </c:pt>
                <c:pt idx="29">
                  <c:v>1.0940311</c:v>
                </c:pt>
                <c:pt idx="30">
                  <c:v>1.095809</c:v>
                </c:pt>
                <c:pt idx="31">
                  <c:v>1.0957395</c:v>
                </c:pt>
                <c:pt idx="32">
                  <c:v>1.0959004</c:v>
                </c:pt>
                <c:pt idx="33">
                  <c:v>1.0950471</c:v>
                </c:pt>
                <c:pt idx="34">
                  <c:v>1.0957496</c:v>
                </c:pt>
                <c:pt idx="35">
                  <c:v>1.094592</c:v>
                </c:pt>
                <c:pt idx="36">
                  <c:v>1.0967003</c:v>
                </c:pt>
                <c:pt idx="37">
                  <c:v>1.0962303</c:v>
                </c:pt>
                <c:pt idx="38">
                  <c:v>1.0957998</c:v>
                </c:pt>
                <c:pt idx="39">
                  <c:v>1.09422</c:v>
                </c:pt>
                <c:pt idx="40">
                  <c:v>1.0943079</c:v>
                </c:pt>
                <c:pt idx="41">
                  <c:v>1.0943029</c:v>
                </c:pt>
                <c:pt idx="42">
                  <c:v>1.0950549</c:v>
                </c:pt>
                <c:pt idx="43">
                  <c:v>1.0973544</c:v>
                </c:pt>
                <c:pt idx="44">
                  <c:v>1.0951548</c:v>
                </c:pt>
                <c:pt idx="45">
                  <c:v>1.0953938</c:v>
                </c:pt>
                <c:pt idx="46">
                  <c:v>1.0944732</c:v>
                </c:pt>
                <c:pt idx="47">
                  <c:v>1.0937331</c:v>
                </c:pt>
                <c:pt idx="48">
                  <c:v>1.0945542</c:v>
                </c:pt>
                <c:pt idx="49">
                  <c:v>1.0930492</c:v>
                </c:pt>
                <c:pt idx="50">
                  <c:v>1.0960521</c:v>
                </c:pt>
                <c:pt idx="51">
                  <c:v>1.0829761</c:v>
                </c:pt>
                <c:pt idx="52">
                  <c:v>1.0843079</c:v>
                </c:pt>
                <c:pt idx="53">
                  <c:v>1.0861081</c:v>
                </c:pt>
                <c:pt idx="54">
                  <c:v>1.0887929</c:v>
                </c:pt>
                <c:pt idx="55">
                  <c:v>1.0881696</c:v>
                </c:pt>
                <c:pt idx="56">
                  <c:v>1.0890985</c:v>
                </c:pt>
                <c:pt idx="57">
                  <c:v>1.0892003</c:v>
                </c:pt>
                <c:pt idx="58">
                  <c:v>1.0875216</c:v>
                </c:pt>
                <c:pt idx="59">
                  <c:v>1.0885749</c:v>
                </c:pt>
                <c:pt idx="60">
                  <c:v>1.0899178</c:v>
                </c:pt>
                <c:pt idx="61">
                  <c:v>1.089581</c:v>
                </c:pt>
                <c:pt idx="62">
                  <c:v>1.0906367</c:v>
                </c:pt>
                <c:pt idx="63">
                  <c:v>1.0894973</c:v>
                </c:pt>
                <c:pt idx="64">
                  <c:v>1.0878758</c:v>
                </c:pt>
                <c:pt idx="65">
                  <c:v>1.0879631</c:v>
                </c:pt>
                <c:pt idx="66">
                  <c:v>1.089833</c:v>
                </c:pt>
                <c:pt idx="67">
                  <c:v>1.0888224</c:v>
                </c:pt>
                <c:pt idx="68">
                  <c:v>1.0898182</c:v>
                </c:pt>
                <c:pt idx="69">
                  <c:v>1.090661</c:v>
                </c:pt>
                <c:pt idx="70">
                  <c:v>1.0889658</c:v>
                </c:pt>
                <c:pt idx="71">
                  <c:v>1.0874796</c:v>
                </c:pt>
                <c:pt idx="72">
                  <c:v>1.0896624</c:v>
                </c:pt>
                <c:pt idx="73">
                  <c:v>1.0902106</c:v>
                </c:pt>
                <c:pt idx="74">
                  <c:v>1.0898851</c:v>
                </c:pt>
                <c:pt idx="75">
                  <c:v>1.0913618</c:v>
                </c:pt>
                <c:pt idx="76">
                  <c:v>1.0909957</c:v>
                </c:pt>
                <c:pt idx="77">
                  <c:v>1.0913299</c:v>
                </c:pt>
                <c:pt idx="78">
                  <c:v>1.0905527</c:v>
                </c:pt>
                <c:pt idx="79">
                  <c:v>1.0912896</c:v>
                </c:pt>
                <c:pt idx="80">
                  <c:v>1.0925313</c:v>
                </c:pt>
                <c:pt idx="81">
                  <c:v>1.0904543</c:v>
                </c:pt>
                <c:pt idx="82">
                  <c:v>1.0922421</c:v>
                </c:pt>
                <c:pt idx="83">
                  <c:v>1.0921787</c:v>
                </c:pt>
                <c:pt idx="84">
                  <c:v>1.0911602</c:v>
                </c:pt>
                <c:pt idx="85">
                  <c:v>1.0910331</c:v>
                </c:pt>
                <c:pt idx="86">
                  <c:v>1.0896951</c:v>
                </c:pt>
                <c:pt idx="87">
                  <c:v>1.0922651</c:v>
                </c:pt>
                <c:pt idx="88">
                  <c:v>1.0904504</c:v>
                </c:pt>
                <c:pt idx="89">
                  <c:v>1.0919193</c:v>
                </c:pt>
                <c:pt idx="90">
                  <c:v>1.0927135</c:v>
                </c:pt>
                <c:pt idx="91">
                  <c:v>1.0913235</c:v>
                </c:pt>
                <c:pt idx="92">
                  <c:v>1.0907856</c:v>
                </c:pt>
                <c:pt idx="93">
                  <c:v>1.0916312</c:v>
                </c:pt>
                <c:pt idx="94">
                  <c:v>1.0906773</c:v>
                </c:pt>
                <c:pt idx="95">
                  <c:v>1.0885112</c:v>
                </c:pt>
                <c:pt idx="96">
                  <c:v>1.0918281</c:v>
                </c:pt>
                <c:pt idx="97">
                  <c:v>1.0890605</c:v>
                </c:pt>
                <c:pt idx="98">
                  <c:v>1.0929298</c:v>
                </c:pt>
                <c:pt idx="99">
                  <c:v>1.092545</c:v>
                </c:pt>
              </c:numCache>
            </c:numRef>
          </c:yVal>
        </c:ser>
        <c:ser>
          <c:idx val="24"/>
          <c:order val="24"/>
          <c:tx>
            <c:v>Batch2_cell_031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Data'!$AX$2:$AX$101</c:f>
              <c:numCache>
                <c:formatCode>General</c:formatCode>
                <c:ptCount val="100"/>
                <c:pt idx="0">
                  <c:v>1.0979669</c:v>
                </c:pt>
                <c:pt idx="1">
                  <c:v>1.0990092</c:v>
                </c:pt>
                <c:pt idx="2">
                  <c:v>1.0990947</c:v>
                </c:pt>
                <c:pt idx="3">
                  <c:v>1.0989966</c:v>
                </c:pt>
                <c:pt idx="4">
                  <c:v>1.0977141</c:v>
                </c:pt>
                <c:pt idx="5">
                  <c:v>1.0996621</c:v>
                </c:pt>
                <c:pt idx="6">
                  <c:v>1.099452</c:v>
                </c:pt>
                <c:pt idx="7">
                  <c:v>1.0994262</c:v>
                </c:pt>
                <c:pt idx="8">
                  <c:v>1.1003547</c:v>
                </c:pt>
                <c:pt idx="9">
                  <c:v>1.09855</c:v>
                </c:pt>
                <c:pt idx="10">
                  <c:v>1.0984659</c:v>
                </c:pt>
                <c:pt idx="11">
                  <c:v>1.0990098</c:v>
                </c:pt>
                <c:pt idx="12">
                  <c:v>1.0994015</c:v>
                </c:pt>
                <c:pt idx="13">
                  <c:v>1.0988773</c:v>
                </c:pt>
                <c:pt idx="14">
                  <c:v>1.0997987</c:v>
                </c:pt>
                <c:pt idx="15">
                  <c:v>1.0979431</c:v>
                </c:pt>
                <c:pt idx="16">
                  <c:v>1.0994197</c:v>
                </c:pt>
                <c:pt idx="17">
                  <c:v>1.0993502</c:v>
                </c:pt>
                <c:pt idx="18">
                  <c:v>1.0986947</c:v>
                </c:pt>
                <c:pt idx="19">
                  <c:v>1.0994477</c:v>
                </c:pt>
                <c:pt idx="20">
                  <c:v>1.0978867</c:v>
                </c:pt>
                <c:pt idx="21">
                  <c:v>1.0983734</c:v>
                </c:pt>
                <c:pt idx="22">
                  <c:v>1.09843</c:v>
                </c:pt>
                <c:pt idx="23">
                  <c:v>1.0976158</c:v>
                </c:pt>
                <c:pt idx="24">
                  <c:v>1.0984737</c:v>
                </c:pt>
                <c:pt idx="25">
                  <c:v>1.0981798</c:v>
                </c:pt>
                <c:pt idx="26">
                  <c:v>1.0989217</c:v>
                </c:pt>
                <c:pt idx="27">
                  <c:v>1.0986633</c:v>
                </c:pt>
                <c:pt idx="28">
                  <c:v>1.0976177</c:v>
                </c:pt>
                <c:pt idx="29">
                  <c:v>1.0984737</c:v>
                </c:pt>
                <c:pt idx="30">
                  <c:v>1.0976735</c:v>
                </c:pt>
                <c:pt idx="31">
                  <c:v>1.0996121</c:v>
                </c:pt>
                <c:pt idx="32">
                  <c:v>1.0994763</c:v>
                </c:pt>
                <c:pt idx="33">
                  <c:v>1.097087</c:v>
                </c:pt>
                <c:pt idx="34">
                  <c:v>1.0980144</c:v>
                </c:pt>
                <c:pt idx="35">
                  <c:v>1.0985924</c:v>
                </c:pt>
                <c:pt idx="36">
                  <c:v>1.0973519</c:v>
                </c:pt>
                <c:pt idx="37">
                  <c:v>1.0970917</c:v>
                </c:pt>
                <c:pt idx="38">
                  <c:v>1.0956696</c:v>
                </c:pt>
                <c:pt idx="39">
                  <c:v>1.0976757</c:v>
                </c:pt>
                <c:pt idx="40">
                  <c:v>1.0985556</c:v>
                </c:pt>
                <c:pt idx="41">
                  <c:v>1.0958333</c:v>
                </c:pt>
                <c:pt idx="42">
                  <c:v>1.097754</c:v>
                </c:pt>
                <c:pt idx="43">
                  <c:v>1.0970372</c:v>
                </c:pt>
                <c:pt idx="44">
                  <c:v>1.0986571</c:v>
                </c:pt>
                <c:pt idx="45">
                  <c:v>1.0977051</c:v>
                </c:pt>
                <c:pt idx="46">
                  <c:v>1.0984026</c:v>
                </c:pt>
                <c:pt idx="47">
                  <c:v>1.097294</c:v>
                </c:pt>
                <c:pt idx="48">
                  <c:v>1.0981714</c:v>
                </c:pt>
                <c:pt idx="49">
                  <c:v>1.0986207</c:v>
                </c:pt>
                <c:pt idx="50">
                  <c:v>1.0990112</c:v>
                </c:pt>
                <c:pt idx="51">
                  <c:v>1.0992671</c:v>
                </c:pt>
                <c:pt idx="52">
                  <c:v>1.1016773</c:v>
                </c:pt>
                <c:pt idx="53">
                  <c:v>1.1030881</c:v>
                </c:pt>
                <c:pt idx="54">
                  <c:v>1.1012732</c:v>
                </c:pt>
                <c:pt idx="55">
                  <c:v>1.1010009</c:v>
                </c:pt>
                <c:pt idx="56">
                  <c:v>1.101916</c:v>
                </c:pt>
                <c:pt idx="57">
                  <c:v>1.102019</c:v>
                </c:pt>
                <c:pt idx="58">
                  <c:v>1.1023382</c:v>
                </c:pt>
                <c:pt idx="59">
                  <c:v>1.1001201</c:v>
                </c:pt>
                <c:pt idx="60">
                  <c:v>1.1027592</c:v>
                </c:pt>
                <c:pt idx="61">
                  <c:v>1.1019065</c:v>
                </c:pt>
                <c:pt idx="62">
                  <c:v>1.099862</c:v>
                </c:pt>
                <c:pt idx="63">
                  <c:v>1.102734</c:v>
                </c:pt>
                <c:pt idx="64">
                  <c:v>1.100206</c:v>
                </c:pt>
                <c:pt idx="65">
                  <c:v>1.1021044</c:v>
                </c:pt>
                <c:pt idx="66">
                  <c:v>1.1012563</c:v>
                </c:pt>
                <c:pt idx="67">
                  <c:v>1.1028194</c:v>
                </c:pt>
                <c:pt idx="68">
                  <c:v>1.1001786</c:v>
                </c:pt>
                <c:pt idx="69">
                  <c:v>1.1019578</c:v>
                </c:pt>
                <c:pt idx="70">
                  <c:v>1.1009338</c:v>
                </c:pt>
                <c:pt idx="71">
                  <c:v>1.101663</c:v>
                </c:pt>
                <c:pt idx="72">
                  <c:v>1.1009673</c:v>
                </c:pt>
                <c:pt idx="73">
                  <c:v>1.0993069</c:v>
                </c:pt>
                <c:pt idx="74">
                  <c:v>1.1012235</c:v>
                </c:pt>
                <c:pt idx="75">
                  <c:v>1.1010752</c:v>
                </c:pt>
                <c:pt idx="76">
                  <c:v>1.1007744</c:v>
                </c:pt>
                <c:pt idx="77">
                  <c:v>1.1022574</c:v>
                </c:pt>
                <c:pt idx="78">
                  <c:v>1.1012996</c:v>
                </c:pt>
                <c:pt idx="79">
                  <c:v>1.1006758</c:v>
                </c:pt>
                <c:pt idx="80">
                  <c:v>1.101954</c:v>
                </c:pt>
                <c:pt idx="81">
                  <c:v>1.1004589</c:v>
                </c:pt>
                <c:pt idx="82">
                  <c:v>1.1007559</c:v>
                </c:pt>
                <c:pt idx="83">
                  <c:v>1.1008241</c:v>
                </c:pt>
                <c:pt idx="84">
                  <c:v>1.1017069</c:v>
                </c:pt>
                <c:pt idx="85">
                  <c:v>1.0987974</c:v>
                </c:pt>
                <c:pt idx="86">
                  <c:v>1.1026031</c:v>
                </c:pt>
                <c:pt idx="87">
                  <c:v>1.0993198</c:v>
                </c:pt>
                <c:pt idx="88">
                  <c:v>1.1017567</c:v>
                </c:pt>
                <c:pt idx="89">
                  <c:v>1.0992333</c:v>
                </c:pt>
                <c:pt idx="90">
                  <c:v>1.1018101</c:v>
                </c:pt>
                <c:pt idx="91">
                  <c:v>1.1020318</c:v>
                </c:pt>
                <c:pt idx="92">
                  <c:v>1.1019173</c:v>
                </c:pt>
                <c:pt idx="93">
                  <c:v>1.1010679</c:v>
                </c:pt>
                <c:pt idx="94">
                  <c:v>1.101447</c:v>
                </c:pt>
                <c:pt idx="95">
                  <c:v>1.1030833</c:v>
                </c:pt>
                <c:pt idx="96">
                  <c:v>1.1025867</c:v>
                </c:pt>
                <c:pt idx="97">
                  <c:v>1.1010823</c:v>
                </c:pt>
                <c:pt idx="98">
                  <c:v>1.1031705</c:v>
                </c:pt>
                <c:pt idx="99">
                  <c:v>1.1006228</c:v>
                </c:pt>
              </c:numCache>
            </c:numRef>
          </c:yVal>
        </c:ser>
        <c:ser>
          <c:idx val="25"/>
          <c:order val="25"/>
          <c:tx>
            <c:v>Batch2_cell_032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Data'!$AZ$2:$AZ$101</c:f>
              <c:numCache>
                <c:formatCode>General</c:formatCode>
                <c:ptCount val="100"/>
                <c:pt idx="0">
                  <c:v>1.0884297</c:v>
                </c:pt>
                <c:pt idx="1">
                  <c:v>1.0881557</c:v>
                </c:pt>
                <c:pt idx="2">
                  <c:v>1.0879874</c:v>
                </c:pt>
                <c:pt idx="3">
                  <c:v>1.0897303</c:v>
                </c:pt>
                <c:pt idx="4">
                  <c:v>1.090693</c:v>
                </c:pt>
                <c:pt idx="5">
                  <c:v>1.0899295</c:v>
                </c:pt>
                <c:pt idx="6">
                  <c:v>1.0899976</c:v>
                </c:pt>
                <c:pt idx="7">
                  <c:v>1.0880455</c:v>
                </c:pt>
                <c:pt idx="8">
                  <c:v>1.0895331</c:v>
                </c:pt>
                <c:pt idx="9">
                  <c:v>1.09124</c:v>
                </c:pt>
                <c:pt idx="10">
                  <c:v>1.0924613</c:v>
                </c:pt>
                <c:pt idx="11">
                  <c:v>1.0911729</c:v>
                </c:pt>
                <c:pt idx="12">
                  <c:v>1.0929407</c:v>
                </c:pt>
                <c:pt idx="13">
                  <c:v>1.0904934</c:v>
                </c:pt>
                <c:pt idx="14">
                  <c:v>1.0926653</c:v>
                </c:pt>
                <c:pt idx="15">
                  <c:v>1.0924315</c:v>
                </c:pt>
                <c:pt idx="16">
                  <c:v>1.0922259</c:v>
                </c:pt>
                <c:pt idx="17">
                  <c:v>1.091543</c:v>
                </c:pt>
                <c:pt idx="18">
                  <c:v>1.0934633</c:v>
                </c:pt>
                <c:pt idx="19">
                  <c:v>1.0924928</c:v>
                </c:pt>
                <c:pt idx="20">
                  <c:v>1.0915953</c:v>
                </c:pt>
                <c:pt idx="21">
                  <c:v>1.0928694</c:v>
                </c:pt>
                <c:pt idx="22">
                  <c:v>1.0915267</c:v>
                </c:pt>
                <c:pt idx="23">
                  <c:v>1.0918802</c:v>
                </c:pt>
                <c:pt idx="24">
                  <c:v>1.0911963</c:v>
                </c:pt>
                <c:pt idx="25">
                  <c:v>1.0918164</c:v>
                </c:pt>
                <c:pt idx="26">
                  <c:v>1.0926473</c:v>
                </c:pt>
                <c:pt idx="27">
                  <c:v>1.0918773</c:v>
                </c:pt>
                <c:pt idx="28">
                  <c:v>1.0919389</c:v>
                </c:pt>
                <c:pt idx="29">
                  <c:v>1.0925112</c:v>
                </c:pt>
                <c:pt idx="30">
                  <c:v>1.0908109</c:v>
                </c:pt>
                <c:pt idx="31">
                  <c:v>1.0938404</c:v>
                </c:pt>
                <c:pt idx="32">
                  <c:v>1.0913109</c:v>
                </c:pt>
                <c:pt idx="33">
                  <c:v>1.0920666</c:v>
                </c:pt>
                <c:pt idx="34">
                  <c:v>1.0927454</c:v>
                </c:pt>
                <c:pt idx="35">
                  <c:v>1.0919</c:v>
                </c:pt>
                <c:pt idx="36">
                  <c:v>1.0930941</c:v>
                </c:pt>
                <c:pt idx="37">
                  <c:v>1.0933061</c:v>
                </c:pt>
                <c:pt idx="38">
                  <c:v>1.0922167</c:v>
                </c:pt>
                <c:pt idx="39">
                  <c:v>1.0939444</c:v>
                </c:pt>
                <c:pt idx="40">
                  <c:v>1.0928884</c:v>
                </c:pt>
                <c:pt idx="41">
                  <c:v>1.0914332</c:v>
                </c:pt>
                <c:pt idx="42">
                  <c:v>1.0917089</c:v>
                </c:pt>
                <c:pt idx="43">
                  <c:v>1.0915926</c:v>
                </c:pt>
                <c:pt idx="44">
                  <c:v>1.0926136</c:v>
                </c:pt>
                <c:pt idx="45">
                  <c:v>1.0931969</c:v>
                </c:pt>
                <c:pt idx="46">
                  <c:v>1.0920818</c:v>
                </c:pt>
                <c:pt idx="47">
                  <c:v>1.0917251</c:v>
                </c:pt>
                <c:pt idx="48">
                  <c:v>1.0907604</c:v>
                </c:pt>
                <c:pt idx="49">
                  <c:v>1.0924355</c:v>
                </c:pt>
                <c:pt idx="50">
                  <c:v>1.0923957</c:v>
                </c:pt>
                <c:pt idx="51">
                  <c:v>1.0912495</c:v>
                </c:pt>
                <c:pt idx="52">
                  <c:v>1.0920913</c:v>
                </c:pt>
                <c:pt idx="53">
                  <c:v>1.0927665</c:v>
                </c:pt>
                <c:pt idx="54">
                  <c:v>1.0917605</c:v>
                </c:pt>
                <c:pt idx="55">
                  <c:v>1.0926325</c:v>
                </c:pt>
                <c:pt idx="56">
                  <c:v>1.0916988</c:v>
                </c:pt>
                <c:pt idx="57">
                  <c:v>1.0923259</c:v>
                </c:pt>
                <c:pt idx="58">
                  <c:v>1.0914415</c:v>
                </c:pt>
                <c:pt idx="59">
                  <c:v>1.0929656</c:v>
                </c:pt>
                <c:pt idx="60">
                  <c:v>1.0923904</c:v>
                </c:pt>
                <c:pt idx="61">
                  <c:v>1.0903828</c:v>
                </c:pt>
                <c:pt idx="62">
                  <c:v>1.089322</c:v>
                </c:pt>
                <c:pt idx="63">
                  <c:v>1.0897017</c:v>
                </c:pt>
                <c:pt idx="64">
                  <c:v>1.0920277</c:v>
                </c:pt>
                <c:pt idx="65">
                  <c:v>1.0906841</c:v>
                </c:pt>
                <c:pt idx="66">
                  <c:v>1.0910414</c:v>
                </c:pt>
                <c:pt idx="67">
                  <c:v>1.0909861</c:v>
                </c:pt>
                <c:pt idx="68">
                  <c:v>1.0918859</c:v>
                </c:pt>
                <c:pt idx="69">
                  <c:v>1.0914816</c:v>
                </c:pt>
                <c:pt idx="70">
                  <c:v>1.0791935</c:v>
                </c:pt>
                <c:pt idx="71">
                  <c:v>1.0801686</c:v>
                </c:pt>
                <c:pt idx="72">
                  <c:v>1.0803255</c:v>
                </c:pt>
                <c:pt idx="73">
                  <c:v>1.0828574</c:v>
                </c:pt>
                <c:pt idx="74">
                  <c:v>1.0817013</c:v>
                </c:pt>
                <c:pt idx="75">
                  <c:v>1.0851923</c:v>
                </c:pt>
                <c:pt idx="76">
                  <c:v>1.085838</c:v>
                </c:pt>
                <c:pt idx="77">
                  <c:v>1.0872271</c:v>
                </c:pt>
                <c:pt idx="78">
                  <c:v>1.0860686</c:v>
                </c:pt>
                <c:pt idx="79">
                  <c:v>1.087411</c:v>
                </c:pt>
                <c:pt idx="80">
                  <c:v>1.086803</c:v>
                </c:pt>
                <c:pt idx="81">
                  <c:v>1.0871271</c:v>
                </c:pt>
                <c:pt idx="82">
                  <c:v>1.0866402</c:v>
                </c:pt>
                <c:pt idx="83">
                  <c:v>1.0868549</c:v>
                </c:pt>
                <c:pt idx="84">
                  <c:v>1.0874205</c:v>
                </c:pt>
                <c:pt idx="85">
                  <c:v>1.0861963</c:v>
                </c:pt>
                <c:pt idx="86">
                  <c:v>1.0864456</c:v>
                </c:pt>
                <c:pt idx="87">
                  <c:v>1.0877503</c:v>
                </c:pt>
                <c:pt idx="88">
                  <c:v>1.0890156</c:v>
                </c:pt>
                <c:pt idx="89">
                  <c:v>1.0881538</c:v>
                </c:pt>
                <c:pt idx="90">
                  <c:v>1.0877664</c:v>
                </c:pt>
                <c:pt idx="91">
                  <c:v>1.0877174</c:v>
                </c:pt>
                <c:pt idx="92">
                  <c:v>1.0887661</c:v>
                </c:pt>
                <c:pt idx="93">
                  <c:v>1.0873404</c:v>
                </c:pt>
                <c:pt idx="94">
                  <c:v>1.0890447</c:v>
                </c:pt>
                <c:pt idx="95">
                  <c:v>1.0886441</c:v>
                </c:pt>
                <c:pt idx="96">
                  <c:v>1.0888621</c:v>
                </c:pt>
                <c:pt idx="97">
                  <c:v>1.0884762</c:v>
                </c:pt>
                <c:pt idx="98">
                  <c:v>1.0882854</c:v>
                </c:pt>
                <c:pt idx="99">
                  <c:v>1.0874337</c:v>
                </c:pt>
              </c:numCache>
            </c:numRef>
          </c:yVal>
        </c:ser>
        <c:ser>
          <c:idx val="26"/>
          <c:order val="26"/>
          <c:tx>
            <c:v>Batch2_cell_033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Data'!$BB$2:$BB$101</c:f>
              <c:numCache>
                <c:formatCode>General</c:formatCode>
                <c:ptCount val="100"/>
                <c:pt idx="0">
                  <c:v>1.0723264</c:v>
                </c:pt>
                <c:pt idx="1">
                  <c:v>1.0732747</c:v>
                </c:pt>
                <c:pt idx="2">
                  <c:v>1.0736533</c:v>
                </c:pt>
                <c:pt idx="3">
                  <c:v>1.0738243</c:v>
                </c:pt>
                <c:pt idx="4">
                  <c:v>1.0741441</c:v>
                </c:pt>
                <c:pt idx="5">
                  <c:v>1.074231</c:v>
                </c:pt>
                <c:pt idx="6">
                  <c:v>1.0744208</c:v>
                </c:pt>
                <c:pt idx="7">
                  <c:v>1.0742047</c:v>
                </c:pt>
                <c:pt idx="8">
                  <c:v>1.0747027</c:v>
                </c:pt>
                <c:pt idx="9">
                  <c:v>1.0744437</c:v>
                </c:pt>
                <c:pt idx="10">
                  <c:v>1.074591</c:v>
                </c:pt>
                <c:pt idx="11">
                  <c:v>1.0743859</c:v>
                </c:pt>
                <c:pt idx="12">
                  <c:v>1.0746447</c:v>
                </c:pt>
                <c:pt idx="13">
                  <c:v>1.0744615</c:v>
                </c:pt>
                <c:pt idx="14">
                  <c:v>1.0745113</c:v>
                </c:pt>
                <c:pt idx="15">
                  <c:v>1.0744476</c:v>
                </c:pt>
                <c:pt idx="16">
                  <c:v>1.0745695</c:v>
                </c:pt>
                <c:pt idx="17">
                  <c:v>1.0745202</c:v>
                </c:pt>
                <c:pt idx="18">
                  <c:v>1.0745825</c:v>
                </c:pt>
                <c:pt idx="19">
                  <c:v>1.0744982</c:v>
                </c:pt>
                <c:pt idx="20">
                  <c:v>1.0745046</c:v>
                </c:pt>
                <c:pt idx="21">
                  <c:v>1.0740737</c:v>
                </c:pt>
                <c:pt idx="22">
                  <c:v>1.0741526</c:v>
                </c:pt>
                <c:pt idx="23">
                  <c:v>1.0744619</c:v>
                </c:pt>
                <c:pt idx="24">
                  <c:v>1.0742561</c:v>
                </c:pt>
                <c:pt idx="25">
                  <c:v>1.0741282</c:v>
                </c:pt>
                <c:pt idx="26">
                  <c:v>1.0741211</c:v>
                </c:pt>
                <c:pt idx="27">
                  <c:v>1.074046</c:v>
                </c:pt>
                <c:pt idx="28">
                  <c:v>1.0740185</c:v>
                </c:pt>
                <c:pt idx="29">
                  <c:v>1.0738872</c:v>
                </c:pt>
                <c:pt idx="30">
                  <c:v>1.0740592</c:v>
                </c:pt>
                <c:pt idx="31">
                  <c:v>1.073928</c:v>
                </c:pt>
                <c:pt idx="32">
                  <c:v>1.0739752</c:v>
                </c:pt>
                <c:pt idx="33">
                  <c:v>1.0739591</c:v>
                </c:pt>
                <c:pt idx="34">
                  <c:v>1.0739517</c:v>
                </c:pt>
                <c:pt idx="35">
                  <c:v>1.0738547</c:v>
                </c:pt>
                <c:pt idx="36">
                  <c:v>1.0738231</c:v>
                </c:pt>
                <c:pt idx="37">
                  <c:v>1.0738119</c:v>
                </c:pt>
                <c:pt idx="38">
                  <c:v>1.0737855</c:v>
                </c:pt>
                <c:pt idx="39">
                  <c:v>1.073783</c:v>
                </c:pt>
                <c:pt idx="40">
                  <c:v>1.0738376</c:v>
                </c:pt>
                <c:pt idx="41">
                  <c:v>1.0737603</c:v>
                </c:pt>
                <c:pt idx="42">
                  <c:v>1.0738832</c:v>
                </c:pt>
                <c:pt idx="43">
                  <c:v>1.0736855</c:v>
                </c:pt>
                <c:pt idx="44">
                  <c:v>1.0736133</c:v>
                </c:pt>
                <c:pt idx="45">
                  <c:v>1.0739163</c:v>
                </c:pt>
                <c:pt idx="46">
                  <c:v>1.0736973</c:v>
                </c:pt>
                <c:pt idx="47">
                  <c:v>1.0736856</c:v>
                </c:pt>
                <c:pt idx="48">
                  <c:v>1.0737026</c:v>
                </c:pt>
                <c:pt idx="49">
                  <c:v>1.0735507</c:v>
                </c:pt>
                <c:pt idx="50">
                  <c:v>1.0734634</c:v>
                </c:pt>
                <c:pt idx="51">
                  <c:v>1.0733265</c:v>
                </c:pt>
                <c:pt idx="52">
                  <c:v>1.0734332</c:v>
                </c:pt>
                <c:pt idx="53">
                  <c:v>1.073483</c:v>
                </c:pt>
                <c:pt idx="54">
                  <c:v>1.0732825</c:v>
                </c:pt>
                <c:pt idx="55">
                  <c:v>1.0733601</c:v>
                </c:pt>
                <c:pt idx="56">
                  <c:v>1.0732908</c:v>
                </c:pt>
                <c:pt idx="57">
                  <c:v>1.0734531</c:v>
                </c:pt>
                <c:pt idx="58">
                  <c:v>1.073161</c:v>
                </c:pt>
                <c:pt idx="59">
                  <c:v>1.073085</c:v>
                </c:pt>
                <c:pt idx="60">
                  <c:v>1.0731994</c:v>
                </c:pt>
                <c:pt idx="61">
                  <c:v>1.0731521</c:v>
                </c:pt>
                <c:pt idx="62">
                  <c:v>1.0731072</c:v>
                </c:pt>
                <c:pt idx="63">
                  <c:v>1.0729103</c:v>
                </c:pt>
                <c:pt idx="64">
                  <c:v>1.0729382</c:v>
                </c:pt>
                <c:pt idx="65">
                  <c:v>1.0728629</c:v>
                </c:pt>
                <c:pt idx="66">
                  <c:v>1.0730492</c:v>
                </c:pt>
                <c:pt idx="67">
                  <c:v>1.072747</c:v>
                </c:pt>
                <c:pt idx="68">
                  <c:v>1.0729818</c:v>
                </c:pt>
                <c:pt idx="69">
                  <c:v>1.0727739</c:v>
                </c:pt>
                <c:pt idx="70">
                  <c:v>1.0726396</c:v>
                </c:pt>
                <c:pt idx="71">
                  <c:v>1.0727848</c:v>
                </c:pt>
                <c:pt idx="72">
                  <c:v>1.0726151</c:v>
                </c:pt>
                <c:pt idx="73">
                  <c:v>1.0726072</c:v>
                </c:pt>
                <c:pt idx="74">
                  <c:v>0.9257527</c:v>
                </c:pt>
                <c:pt idx="75">
                  <c:v>1.0601708</c:v>
                </c:pt>
                <c:pt idx="76">
                  <c:v>1.0625545</c:v>
                </c:pt>
                <c:pt idx="77">
                  <c:v>1.0641373</c:v>
                </c:pt>
                <c:pt idx="78">
                  <c:v>1.0652652</c:v>
                </c:pt>
                <c:pt idx="79">
                  <c:v>1.0660553</c:v>
                </c:pt>
                <c:pt idx="80">
                  <c:v>1.0664825</c:v>
                </c:pt>
                <c:pt idx="81">
                  <c:v>1.0669661</c:v>
                </c:pt>
                <c:pt idx="82">
                  <c:v>1.0671705</c:v>
                </c:pt>
                <c:pt idx="83">
                  <c:v>1.0673977</c:v>
                </c:pt>
                <c:pt idx="84">
                  <c:v>1.0676819</c:v>
                </c:pt>
                <c:pt idx="85">
                  <c:v>1.0680455</c:v>
                </c:pt>
                <c:pt idx="86">
                  <c:v>1.0681983</c:v>
                </c:pt>
                <c:pt idx="87">
                  <c:v>1.0681143</c:v>
                </c:pt>
                <c:pt idx="88">
                  <c:v>1.0682274</c:v>
                </c:pt>
                <c:pt idx="89">
                  <c:v>1.0682732</c:v>
                </c:pt>
                <c:pt idx="90">
                  <c:v>1.0682334</c:v>
                </c:pt>
                <c:pt idx="91">
                  <c:v>1.0684084</c:v>
                </c:pt>
                <c:pt idx="92">
                  <c:v>1.0685208</c:v>
                </c:pt>
                <c:pt idx="93">
                  <c:v>1.0687457</c:v>
                </c:pt>
                <c:pt idx="94">
                  <c:v>1.0684001</c:v>
                </c:pt>
                <c:pt idx="95">
                  <c:v>1.0685351</c:v>
                </c:pt>
                <c:pt idx="96">
                  <c:v>1.0673505</c:v>
                </c:pt>
                <c:pt idx="97">
                  <c:v>1.068741</c:v>
                </c:pt>
                <c:pt idx="98">
                  <c:v>1.0686034</c:v>
                </c:pt>
                <c:pt idx="99">
                  <c:v>1.0686773</c:v>
                </c:pt>
              </c:numCache>
            </c:numRef>
          </c:yVal>
        </c:ser>
        <c:ser>
          <c:idx val="27"/>
          <c:order val="27"/>
          <c:tx>
            <c:v>Batch2_cell_034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Data'!$BD$2:$BD$101</c:f>
              <c:numCache>
                <c:formatCode>General</c:formatCode>
                <c:ptCount val="100"/>
                <c:pt idx="0">
                  <c:v>1.0663866</c:v>
                </c:pt>
                <c:pt idx="1">
                  <c:v>1.0671737</c:v>
                </c:pt>
                <c:pt idx="2">
                  <c:v>1.0674114</c:v>
                </c:pt>
                <c:pt idx="3">
                  <c:v>1.0676959</c:v>
                </c:pt>
                <c:pt idx="4">
                  <c:v>1.0679946</c:v>
                </c:pt>
                <c:pt idx="5">
                  <c:v>1.0681121</c:v>
                </c:pt>
                <c:pt idx="6">
                  <c:v>1.0683115</c:v>
                </c:pt>
                <c:pt idx="7">
                  <c:v>1.0683324</c:v>
                </c:pt>
                <c:pt idx="8">
                  <c:v>1.0686839</c:v>
                </c:pt>
                <c:pt idx="9">
                  <c:v>1.0688004</c:v>
                </c:pt>
                <c:pt idx="10">
                  <c:v>1.0687231</c:v>
                </c:pt>
                <c:pt idx="11">
                  <c:v>1.0685601</c:v>
                </c:pt>
                <c:pt idx="12">
                  <c:v>1.0688905</c:v>
                </c:pt>
                <c:pt idx="13">
                  <c:v>1.0687236</c:v>
                </c:pt>
                <c:pt idx="14">
                  <c:v>1.0687187</c:v>
                </c:pt>
                <c:pt idx="15">
                  <c:v>1.0688545</c:v>
                </c:pt>
                <c:pt idx="16">
                  <c:v>1.0687233</c:v>
                </c:pt>
                <c:pt idx="17">
                  <c:v>1.0687661</c:v>
                </c:pt>
                <c:pt idx="18">
                  <c:v>1.068833</c:v>
                </c:pt>
                <c:pt idx="19">
                  <c:v>1.0689068</c:v>
                </c:pt>
                <c:pt idx="20">
                  <c:v>1.0686678</c:v>
                </c:pt>
                <c:pt idx="21">
                  <c:v>1.0687374</c:v>
                </c:pt>
                <c:pt idx="22">
                  <c:v>1.0684789</c:v>
                </c:pt>
                <c:pt idx="23">
                  <c:v>1.0687698</c:v>
                </c:pt>
                <c:pt idx="24">
                  <c:v>1.0687249</c:v>
                </c:pt>
                <c:pt idx="25">
                  <c:v>1.0687501</c:v>
                </c:pt>
                <c:pt idx="26">
                  <c:v>1.0684607</c:v>
                </c:pt>
                <c:pt idx="27">
                  <c:v>1.0686276</c:v>
                </c:pt>
                <c:pt idx="28">
                  <c:v>1.068643</c:v>
                </c:pt>
                <c:pt idx="29">
                  <c:v>1.068583</c:v>
                </c:pt>
                <c:pt idx="30">
                  <c:v>1.0683657</c:v>
                </c:pt>
                <c:pt idx="31">
                  <c:v>1.0686865</c:v>
                </c:pt>
                <c:pt idx="32">
                  <c:v>1.0686516</c:v>
                </c:pt>
                <c:pt idx="33">
                  <c:v>1.0685425</c:v>
                </c:pt>
                <c:pt idx="34">
                  <c:v>1.0685289</c:v>
                </c:pt>
                <c:pt idx="35">
                  <c:v>1.0684998</c:v>
                </c:pt>
                <c:pt idx="36">
                  <c:v>1.06841</c:v>
                </c:pt>
                <c:pt idx="37">
                  <c:v>1.068386</c:v>
                </c:pt>
                <c:pt idx="38">
                  <c:v>1.0684913</c:v>
                </c:pt>
                <c:pt idx="39">
                  <c:v>1.0682021</c:v>
                </c:pt>
                <c:pt idx="40">
                  <c:v>1.0682993</c:v>
                </c:pt>
                <c:pt idx="41">
                  <c:v>1.0682945</c:v>
                </c:pt>
                <c:pt idx="42">
                  <c:v>1.0684661</c:v>
                </c:pt>
                <c:pt idx="43">
                  <c:v>1.0684516</c:v>
                </c:pt>
                <c:pt idx="44">
                  <c:v>1.0684414</c:v>
                </c:pt>
                <c:pt idx="45">
                  <c:v>1.0682772</c:v>
                </c:pt>
                <c:pt idx="46">
                  <c:v>1.0685074</c:v>
                </c:pt>
                <c:pt idx="47">
                  <c:v>1.0682584</c:v>
                </c:pt>
                <c:pt idx="48">
                  <c:v>1.0681887</c:v>
                </c:pt>
                <c:pt idx="49">
                  <c:v>1.0682341</c:v>
                </c:pt>
                <c:pt idx="50">
                  <c:v>1.0681595</c:v>
                </c:pt>
                <c:pt idx="51">
                  <c:v>1.0681462</c:v>
                </c:pt>
                <c:pt idx="52">
                  <c:v>1.0681078</c:v>
                </c:pt>
                <c:pt idx="53">
                  <c:v>1.0680909</c:v>
                </c:pt>
                <c:pt idx="54">
                  <c:v>1.0682116</c:v>
                </c:pt>
                <c:pt idx="55">
                  <c:v>1.0679377</c:v>
                </c:pt>
                <c:pt idx="56">
                  <c:v>1.0679916</c:v>
                </c:pt>
                <c:pt idx="57">
                  <c:v>1.0681528</c:v>
                </c:pt>
                <c:pt idx="58">
                  <c:v>1.0680434</c:v>
                </c:pt>
                <c:pt idx="59">
                  <c:v>1.0680882</c:v>
                </c:pt>
                <c:pt idx="60">
                  <c:v>1.0679693</c:v>
                </c:pt>
                <c:pt idx="61">
                  <c:v>1.0678596</c:v>
                </c:pt>
                <c:pt idx="62">
                  <c:v>1.0678163</c:v>
                </c:pt>
                <c:pt idx="63">
                  <c:v>1.0678527</c:v>
                </c:pt>
                <c:pt idx="64">
                  <c:v>1.067801</c:v>
                </c:pt>
                <c:pt idx="65">
                  <c:v>1.0678455</c:v>
                </c:pt>
                <c:pt idx="66">
                  <c:v>1.0677214</c:v>
                </c:pt>
                <c:pt idx="67">
                  <c:v>1.0678002</c:v>
                </c:pt>
                <c:pt idx="68">
                  <c:v>1.0676556</c:v>
                </c:pt>
                <c:pt idx="69">
                  <c:v>1.0677375</c:v>
                </c:pt>
                <c:pt idx="70">
                  <c:v>1.0675979</c:v>
                </c:pt>
                <c:pt idx="71">
                  <c:v>1.0675628</c:v>
                </c:pt>
                <c:pt idx="72">
                  <c:v>1.0674691</c:v>
                </c:pt>
                <c:pt idx="73">
                  <c:v>1.0674121</c:v>
                </c:pt>
                <c:pt idx="74">
                  <c:v>1.0674188</c:v>
                </c:pt>
                <c:pt idx="75">
                  <c:v>1.0673368</c:v>
                </c:pt>
                <c:pt idx="76">
                  <c:v>1.0596769</c:v>
                </c:pt>
                <c:pt idx="77">
                  <c:v>1.0611691</c:v>
                </c:pt>
                <c:pt idx="78">
                  <c:v>1.0621588</c:v>
                </c:pt>
                <c:pt idx="79">
                  <c:v>1.0627992</c:v>
                </c:pt>
                <c:pt idx="80">
                  <c:v>1.0630594</c:v>
                </c:pt>
                <c:pt idx="81">
                  <c:v>1.0631974</c:v>
                </c:pt>
                <c:pt idx="82">
                  <c:v>1.0635692</c:v>
                </c:pt>
                <c:pt idx="83">
                  <c:v>1.0638195</c:v>
                </c:pt>
                <c:pt idx="84">
                  <c:v>1.0638977</c:v>
                </c:pt>
                <c:pt idx="85">
                  <c:v>1.063933</c:v>
                </c:pt>
                <c:pt idx="86">
                  <c:v>1.0639187</c:v>
                </c:pt>
                <c:pt idx="87">
                  <c:v>1.0641087</c:v>
                </c:pt>
                <c:pt idx="88">
                  <c:v>1.0641922</c:v>
                </c:pt>
                <c:pt idx="89">
                  <c:v>1.0641834</c:v>
                </c:pt>
                <c:pt idx="90">
                  <c:v>1.0643077</c:v>
                </c:pt>
                <c:pt idx="91">
                  <c:v>1.064243</c:v>
                </c:pt>
                <c:pt idx="92">
                  <c:v>1.0643077</c:v>
                </c:pt>
                <c:pt idx="93">
                  <c:v>1.0643556</c:v>
                </c:pt>
                <c:pt idx="94">
                  <c:v>1.0645728</c:v>
                </c:pt>
                <c:pt idx="95">
                  <c:v>1.0643173</c:v>
                </c:pt>
                <c:pt idx="96">
                  <c:v>1.0643544</c:v>
                </c:pt>
                <c:pt idx="97">
                  <c:v>1.0642827</c:v>
                </c:pt>
                <c:pt idx="98">
                  <c:v>1.0646069</c:v>
                </c:pt>
                <c:pt idx="99">
                  <c:v>1.0644548</c:v>
                </c:pt>
              </c:numCache>
            </c:numRef>
          </c:yVal>
        </c:ser>
        <c:ser>
          <c:idx val="28"/>
          <c:order val="28"/>
          <c:tx>
            <c:v>Batch2_cell_041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Data'!$BF$2:$BF$101</c:f>
              <c:numCache>
                <c:formatCode>General</c:formatCode>
                <c:ptCount val="100"/>
                <c:pt idx="0">
                  <c:v>1.1043886</c:v>
                </c:pt>
                <c:pt idx="1">
                  <c:v>1.1049188</c:v>
                </c:pt>
                <c:pt idx="2">
                  <c:v>1.1052881</c:v>
                </c:pt>
                <c:pt idx="3">
                  <c:v>1.1050262</c:v>
                </c:pt>
                <c:pt idx="4">
                  <c:v>1.1055639</c:v>
                </c:pt>
                <c:pt idx="5">
                  <c:v>1.1059542</c:v>
                </c:pt>
                <c:pt idx="6">
                  <c:v>1.1050745</c:v>
                </c:pt>
                <c:pt idx="7">
                  <c:v>1.1060609</c:v>
                </c:pt>
                <c:pt idx="8">
                  <c:v>1.1057193</c:v>
                </c:pt>
                <c:pt idx="9">
                  <c:v>1.1056466</c:v>
                </c:pt>
                <c:pt idx="10">
                  <c:v>1.105657</c:v>
                </c:pt>
                <c:pt idx="11">
                  <c:v>1.1061772</c:v>
                </c:pt>
                <c:pt idx="12">
                  <c:v>1.1051569</c:v>
                </c:pt>
                <c:pt idx="13">
                  <c:v>1.1057229</c:v>
                </c:pt>
                <c:pt idx="14">
                  <c:v>1.1055152</c:v>
                </c:pt>
                <c:pt idx="15">
                  <c:v>1.105099</c:v>
                </c:pt>
                <c:pt idx="16">
                  <c:v>1.1054517</c:v>
                </c:pt>
                <c:pt idx="17">
                  <c:v>1.1046766</c:v>
                </c:pt>
                <c:pt idx="18">
                  <c:v>1.105872</c:v>
                </c:pt>
                <c:pt idx="19">
                  <c:v>1.1058697</c:v>
                </c:pt>
                <c:pt idx="20">
                  <c:v>1.1061804</c:v>
                </c:pt>
                <c:pt idx="21">
                  <c:v>1.1042128</c:v>
                </c:pt>
                <c:pt idx="22">
                  <c:v>1.1053648</c:v>
                </c:pt>
                <c:pt idx="23">
                  <c:v>1.1049302</c:v>
                </c:pt>
                <c:pt idx="24">
                  <c:v>1.1057271</c:v>
                </c:pt>
                <c:pt idx="25">
                  <c:v>1.1067715</c:v>
                </c:pt>
                <c:pt idx="26">
                  <c:v>1.1060685</c:v>
                </c:pt>
                <c:pt idx="27">
                  <c:v>1.1054144</c:v>
                </c:pt>
                <c:pt idx="28">
                  <c:v>1.1052974</c:v>
                </c:pt>
                <c:pt idx="29">
                  <c:v>1.1063628</c:v>
                </c:pt>
                <c:pt idx="30">
                  <c:v>1.104617</c:v>
                </c:pt>
                <c:pt idx="31">
                  <c:v>1.1059666</c:v>
                </c:pt>
                <c:pt idx="32">
                  <c:v>1.1064301</c:v>
                </c:pt>
                <c:pt idx="33">
                  <c:v>1.1048051</c:v>
                </c:pt>
                <c:pt idx="34">
                  <c:v>1.1070617</c:v>
                </c:pt>
                <c:pt idx="35">
                  <c:v>1.1068497</c:v>
                </c:pt>
                <c:pt idx="36">
                  <c:v>1.106388</c:v>
                </c:pt>
                <c:pt idx="37">
                  <c:v>1.1062871</c:v>
                </c:pt>
                <c:pt idx="38">
                  <c:v>1.1069162</c:v>
                </c:pt>
                <c:pt idx="39">
                  <c:v>1.1063092</c:v>
                </c:pt>
                <c:pt idx="40">
                  <c:v>1.105924</c:v>
                </c:pt>
                <c:pt idx="41">
                  <c:v>1.1071961</c:v>
                </c:pt>
                <c:pt idx="42">
                  <c:v>1.1063482</c:v>
                </c:pt>
                <c:pt idx="43">
                  <c:v>1.1066501</c:v>
                </c:pt>
                <c:pt idx="44">
                  <c:v>1.1063017</c:v>
                </c:pt>
                <c:pt idx="45">
                  <c:v>1.1067642</c:v>
                </c:pt>
                <c:pt idx="46">
                  <c:v>1.1072001</c:v>
                </c:pt>
                <c:pt idx="47">
                  <c:v>1.1068463</c:v>
                </c:pt>
                <c:pt idx="48">
                  <c:v>1.1073972</c:v>
                </c:pt>
                <c:pt idx="49">
                  <c:v>1.1079426</c:v>
                </c:pt>
                <c:pt idx="50">
                  <c:v>1.1007246</c:v>
                </c:pt>
                <c:pt idx="51">
                  <c:v>1.100491</c:v>
                </c:pt>
                <c:pt idx="52">
                  <c:v>1.1024756</c:v>
                </c:pt>
                <c:pt idx="53">
                  <c:v>1.1031574</c:v>
                </c:pt>
                <c:pt idx="54">
                  <c:v>1.1044279</c:v>
                </c:pt>
                <c:pt idx="55">
                  <c:v>1.102725</c:v>
                </c:pt>
                <c:pt idx="56">
                  <c:v>1.1018921</c:v>
                </c:pt>
                <c:pt idx="57">
                  <c:v>1.1041808</c:v>
                </c:pt>
                <c:pt idx="58">
                  <c:v>1.1047741</c:v>
                </c:pt>
                <c:pt idx="59">
                  <c:v>1.1030623</c:v>
                </c:pt>
                <c:pt idx="60">
                  <c:v>1.1054689</c:v>
                </c:pt>
                <c:pt idx="61">
                  <c:v>1.1027219</c:v>
                </c:pt>
                <c:pt idx="62">
                  <c:v>1.1039531</c:v>
                </c:pt>
                <c:pt idx="63">
                  <c:v>1.1042707</c:v>
                </c:pt>
                <c:pt idx="64">
                  <c:v>1.1047502</c:v>
                </c:pt>
                <c:pt idx="65">
                  <c:v>1.1064459</c:v>
                </c:pt>
                <c:pt idx="66">
                  <c:v>1.1061385</c:v>
                </c:pt>
                <c:pt idx="67">
                  <c:v>1.1047634</c:v>
                </c:pt>
                <c:pt idx="68">
                  <c:v>1.1060697</c:v>
                </c:pt>
                <c:pt idx="69">
                  <c:v>1.1032826</c:v>
                </c:pt>
                <c:pt idx="70">
                  <c:v>1.1044286</c:v>
                </c:pt>
                <c:pt idx="71">
                  <c:v>1.105706</c:v>
                </c:pt>
                <c:pt idx="72">
                  <c:v>1.1055524</c:v>
                </c:pt>
                <c:pt idx="73">
                  <c:v>1.1060593</c:v>
                </c:pt>
                <c:pt idx="74">
                  <c:v>1.1049522</c:v>
                </c:pt>
                <c:pt idx="75">
                  <c:v>1.1065912</c:v>
                </c:pt>
                <c:pt idx="76">
                  <c:v>1.1073579</c:v>
                </c:pt>
                <c:pt idx="77">
                  <c:v>1.1073499</c:v>
                </c:pt>
                <c:pt idx="78">
                  <c:v>1.1055967</c:v>
                </c:pt>
                <c:pt idx="79">
                  <c:v>1.1066922</c:v>
                </c:pt>
                <c:pt idx="80">
                  <c:v>1.1072161</c:v>
                </c:pt>
                <c:pt idx="81">
                  <c:v>1.1071242</c:v>
                </c:pt>
                <c:pt idx="82">
                  <c:v>1.1074066</c:v>
                </c:pt>
                <c:pt idx="83">
                  <c:v>1.107008</c:v>
                </c:pt>
                <c:pt idx="84">
                  <c:v>1.1059489</c:v>
                </c:pt>
                <c:pt idx="85">
                  <c:v>1.1080863</c:v>
                </c:pt>
                <c:pt idx="86">
                  <c:v>1.1067181</c:v>
                </c:pt>
                <c:pt idx="87">
                  <c:v>1.1071888</c:v>
                </c:pt>
                <c:pt idx="88">
                  <c:v>1.1086004</c:v>
                </c:pt>
                <c:pt idx="89">
                  <c:v>1.1100254</c:v>
                </c:pt>
                <c:pt idx="90">
                  <c:v>1.107967</c:v>
                </c:pt>
                <c:pt idx="91">
                  <c:v>1.1086348</c:v>
                </c:pt>
                <c:pt idx="92">
                  <c:v>1.1096505</c:v>
                </c:pt>
                <c:pt idx="93">
                  <c:v>1.1094612</c:v>
                </c:pt>
                <c:pt idx="94">
                  <c:v>1.1077646</c:v>
                </c:pt>
                <c:pt idx="95">
                  <c:v>1.1091406</c:v>
                </c:pt>
                <c:pt idx="96">
                  <c:v>1.109808</c:v>
                </c:pt>
                <c:pt idx="97">
                  <c:v>1.1069193</c:v>
                </c:pt>
                <c:pt idx="98">
                  <c:v>1.1091943</c:v>
                </c:pt>
                <c:pt idx="99">
                  <c:v>1.108752</c:v>
                </c:pt>
              </c:numCache>
            </c:numRef>
          </c:yVal>
        </c:ser>
        <c:ser>
          <c:idx val="29"/>
          <c:order val="29"/>
          <c:tx>
            <c:v>Batch2_cell_042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Data'!$BH$2:$BH$101</c:f>
              <c:numCache>
                <c:formatCode>General</c:formatCode>
                <c:ptCount val="100"/>
                <c:pt idx="0">
                  <c:v>1.1026245</c:v>
                </c:pt>
                <c:pt idx="1">
                  <c:v>1.1024443</c:v>
                </c:pt>
                <c:pt idx="2">
                  <c:v>1.1017395</c:v>
                </c:pt>
                <c:pt idx="3">
                  <c:v>1.1033003</c:v>
                </c:pt>
                <c:pt idx="4">
                  <c:v>1.1043081</c:v>
                </c:pt>
                <c:pt idx="5">
                  <c:v>1.1034683</c:v>
                </c:pt>
                <c:pt idx="6">
                  <c:v>1.1043758</c:v>
                </c:pt>
                <c:pt idx="7">
                  <c:v>1.1038063</c:v>
                </c:pt>
                <c:pt idx="8">
                  <c:v>1.1036506</c:v>
                </c:pt>
                <c:pt idx="9">
                  <c:v>1.1048694</c:v>
                </c:pt>
                <c:pt idx="10">
                  <c:v>1.1050287</c:v>
                </c:pt>
                <c:pt idx="11">
                  <c:v>1.1041421</c:v>
                </c:pt>
                <c:pt idx="12">
                  <c:v>1.1037278</c:v>
                </c:pt>
                <c:pt idx="13">
                  <c:v>1.1055872</c:v>
                </c:pt>
                <c:pt idx="14">
                  <c:v>1.104986</c:v>
                </c:pt>
                <c:pt idx="15">
                  <c:v>1.1041175</c:v>
                </c:pt>
                <c:pt idx="16">
                  <c:v>1.1033045</c:v>
                </c:pt>
                <c:pt idx="17">
                  <c:v>1.1053555</c:v>
                </c:pt>
                <c:pt idx="18">
                  <c:v>1.1057533</c:v>
                </c:pt>
                <c:pt idx="19">
                  <c:v>1.1060404</c:v>
                </c:pt>
                <c:pt idx="20">
                  <c:v>1.1043546</c:v>
                </c:pt>
                <c:pt idx="21">
                  <c:v>1.1054232</c:v>
                </c:pt>
                <c:pt idx="22">
                  <c:v>1.1056541</c:v>
                </c:pt>
                <c:pt idx="23">
                  <c:v>1.1061248</c:v>
                </c:pt>
                <c:pt idx="24">
                  <c:v>1.1064006</c:v>
                </c:pt>
                <c:pt idx="25">
                  <c:v>1.1054511</c:v>
                </c:pt>
                <c:pt idx="26">
                  <c:v>1.1063328</c:v>
                </c:pt>
                <c:pt idx="27">
                  <c:v>1.1068239</c:v>
                </c:pt>
                <c:pt idx="28">
                  <c:v>1.1064367</c:v>
                </c:pt>
                <c:pt idx="29">
                  <c:v>1.1063056</c:v>
                </c:pt>
                <c:pt idx="30">
                  <c:v>1.1070453</c:v>
                </c:pt>
                <c:pt idx="31">
                  <c:v>1.1072323</c:v>
                </c:pt>
                <c:pt idx="32">
                  <c:v>1.1067494</c:v>
                </c:pt>
                <c:pt idx="33">
                  <c:v>1.1078999</c:v>
                </c:pt>
                <c:pt idx="34">
                  <c:v>1.1076888</c:v>
                </c:pt>
                <c:pt idx="35">
                  <c:v>1.1078314</c:v>
                </c:pt>
                <c:pt idx="36">
                  <c:v>1.1072409</c:v>
                </c:pt>
                <c:pt idx="37">
                  <c:v>1.1065249</c:v>
                </c:pt>
                <c:pt idx="38">
                  <c:v>1.108906</c:v>
                </c:pt>
                <c:pt idx="39">
                  <c:v>1.1083558</c:v>
                </c:pt>
                <c:pt idx="40">
                  <c:v>1.1092603</c:v>
                </c:pt>
                <c:pt idx="41">
                  <c:v>1.1071573</c:v>
                </c:pt>
                <c:pt idx="42">
                  <c:v>1.1081235</c:v>
                </c:pt>
                <c:pt idx="43">
                  <c:v>1.1090882</c:v>
                </c:pt>
                <c:pt idx="44">
                  <c:v>1.109025</c:v>
                </c:pt>
                <c:pt idx="45">
                  <c:v>1.1091765</c:v>
                </c:pt>
                <c:pt idx="46">
                  <c:v>1.0965439</c:v>
                </c:pt>
                <c:pt idx="47">
                  <c:v>1.0995572</c:v>
                </c:pt>
                <c:pt idx="48">
                  <c:v>1.1001432</c:v>
                </c:pt>
                <c:pt idx="49">
                  <c:v>1.1012828</c:v>
                </c:pt>
                <c:pt idx="50">
                  <c:v>1.1026509</c:v>
                </c:pt>
                <c:pt idx="51">
                  <c:v>1.1030847</c:v>
                </c:pt>
                <c:pt idx="52">
                  <c:v>1.1026279</c:v>
                </c:pt>
                <c:pt idx="53">
                  <c:v>1.1041517</c:v>
                </c:pt>
                <c:pt idx="54">
                  <c:v>1.1049405</c:v>
                </c:pt>
                <c:pt idx="55">
                  <c:v>1.104744</c:v>
                </c:pt>
                <c:pt idx="56">
                  <c:v>1.1046613</c:v>
                </c:pt>
                <c:pt idx="57">
                  <c:v>1.1051356</c:v>
                </c:pt>
                <c:pt idx="58">
                  <c:v>1.1048582</c:v>
                </c:pt>
                <c:pt idx="59">
                  <c:v>1.1062701</c:v>
                </c:pt>
                <c:pt idx="60">
                  <c:v>1.105229</c:v>
                </c:pt>
                <c:pt idx="61">
                  <c:v>1.1043696</c:v>
                </c:pt>
                <c:pt idx="62">
                  <c:v>1.1048383</c:v>
                </c:pt>
                <c:pt idx="63">
                  <c:v>1.1068639</c:v>
                </c:pt>
                <c:pt idx="64">
                  <c:v>1.1063848</c:v>
                </c:pt>
                <c:pt idx="65">
                  <c:v>1.1076312</c:v>
                </c:pt>
                <c:pt idx="66">
                  <c:v>1.1072913</c:v>
                </c:pt>
                <c:pt idx="67">
                  <c:v>1.1089774</c:v>
                </c:pt>
                <c:pt idx="68">
                  <c:v>1.106594</c:v>
                </c:pt>
                <c:pt idx="69">
                  <c:v>1.1080084</c:v>
                </c:pt>
                <c:pt idx="70">
                  <c:v>1.1087868</c:v>
                </c:pt>
                <c:pt idx="71">
                  <c:v>1.1082215</c:v>
                </c:pt>
                <c:pt idx="72">
                  <c:v>1.1077334</c:v>
                </c:pt>
                <c:pt idx="73">
                  <c:v>1.1090668</c:v>
                </c:pt>
                <c:pt idx="74">
                  <c:v>1.1090041</c:v>
                </c:pt>
                <c:pt idx="75">
                  <c:v>1.10963</c:v>
                </c:pt>
                <c:pt idx="76">
                  <c:v>1.1077857</c:v>
                </c:pt>
                <c:pt idx="77">
                  <c:v>1.1094164</c:v>
                </c:pt>
                <c:pt idx="78">
                  <c:v>1.1113517</c:v>
                </c:pt>
                <c:pt idx="79">
                  <c:v>1.111007</c:v>
                </c:pt>
                <c:pt idx="80">
                  <c:v>1.1111144</c:v>
                </c:pt>
                <c:pt idx="81">
                  <c:v>1.1117852</c:v>
                </c:pt>
                <c:pt idx="82">
                  <c:v>1.1093332</c:v>
                </c:pt>
                <c:pt idx="83">
                  <c:v>1.110351</c:v>
                </c:pt>
                <c:pt idx="84">
                  <c:v>1.11164</c:v>
                </c:pt>
                <c:pt idx="85">
                  <c:v>1.1106737</c:v>
                </c:pt>
                <c:pt idx="86">
                  <c:v>1.1117276</c:v>
                </c:pt>
                <c:pt idx="87">
                  <c:v>1.1125419</c:v>
                </c:pt>
                <c:pt idx="88">
                  <c:v>1.1123595</c:v>
                </c:pt>
                <c:pt idx="89">
                  <c:v>1.1113714</c:v>
                </c:pt>
                <c:pt idx="90">
                  <c:v>1.1124372</c:v>
                </c:pt>
                <c:pt idx="91">
                  <c:v>1.1125757</c:v>
                </c:pt>
                <c:pt idx="92">
                  <c:v>1.1128763</c:v>
                </c:pt>
                <c:pt idx="93">
                  <c:v>1.1117959</c:v>
                </c:pt>
                <c:pt idx="94">
                  <c:v>1.1131074</c:v>
                </c:pt>
                <c:pt idx="95">
                  <c:v>1.1122218</c:v>
                </c:pt>
                <c:pt idx="96">
                  <c:v>1.113752</c:v>
                </c:pt>
                <c:pt idx="97">
                  <c:v>1.1138375</c:v>
                </c:pt>
                <c:pt idx="98">
                  <c:v>1.1116575</c:v>
                </c:pt>
                <c:pt idx="99">
                  <c:v>1.1133598</c:v>
                </c:pt>
              </c:numCache>
            </c:numRef>
          </c:yVal>
        </c:ser>
        <c:ser>
          <c:idx val="30"/>
          <c:order val="30"/>
          <c:tx>
            <c:v>Batch2_cell_043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Data'!$BJ$2:$BJ$101</c:f>
              <c:numCache>
                <c:formatCode>General</c:formatCode>
                <c:ptCount val="100"/>
                <c:pt idx="0">
                  <c:v>1.097247</c:v>
                </c:pt>
                <c:pt idx="1">
                  <c:v>1.0974334</c:v>
                </c:pt>
                <c:pt idx="2">
                  <c:v>1.1010081</c:v>
                </c:pt>
                <c:pt idx="3">
                  <c:v>1.1011685</c:v>
                </c:pt>
                <c:pt idx="4">
                  <c:v>1.1001345</c:v>
                </c:pt>
                <c:pt idx="5">
                  <c:v>1.1010501</c:v>
                </c:pt>
                <c:pt idx="6">
                  <c:v>1.1009425</c:v>
                </c:pt>
                <c:pt idx="7">
                  <c:v>1.1016463</c:v>
                </c:pt>
                <c:pt idx="8">
                  <c:v>1.101297</c:v>
                </c:pt>
                <c:pt idx="9">
                  <c:v>1.0997281</c:v>
                </c:pt>
                <c:pt idx="10">
                  <c:v>1.1003803</c:v>
                </c:pt>
                <c:pt idx="11">
                  <c:v>1.1012491</c:v>
                </c:pt>
                <c:pt idx="12">
                  <c:v>1.1013407</c:v>
                </c:pt>
                <c:pt idx="13">
                  <c:v>1.1012646</c:v>
                </c:pt>
                <c:pt idx="14">
                  <c:v>1.100772</c:v>
                </c:pt>
                <c:pt idx="15">
                  <c:v>1.1015441</c:v>
                </c:pt>
                <c:pt idx="16">
                  <c:v>1.101725</c:v>
                </c:pt>
                <c:pt idx="17">
                  <c:v>1.1011943</c:v>
                </c:pt>
                <c:pt idx="18">
                  <c:v>1.1001737</c:v>
                </c:pt>
                <c:pt idx="19">
                  <c:v>1.1006728</c:v>
                </c:pt>
                <c:pt idx="20">
                  <c:v>1.1001546</c:v>
                </c:pt>
                <c:pt idx="21">
                  <c:v>1.1004232</c:v>
                </c:pt>
                <c:pt idx="22">
                  <c:v>1.1008532</c:v>
                </c:pt>
                <c:pt idx="23">
                  <c:v>1.1012915</c:v>
                </c:pt>
                <c:pt idx="24">
                  <c:v>1.1011764</c:v>
                </c:pt>
                <c:pt idx="25">
                  <c:v>1.1010232</c:v>
                </c:pt>
                <c:pt idx="26">
                  <c:v>1.1005137</c:v>
                </c:pt>
                <c:pt idx="27">
                  <c:v>1.1005982</c:v>
                </c:pt>
                <c:pt idx="28">
                  <c:v>1.1006607</c:v>
                </c:pt>
                <c:pt idx="29">
                  <c:v>1.100807</c:v>
                </c:pt>
                <c:pt idx="30">
                  <c:v>1.1004469</c:v>
                </c:pt>
                <c:pt idx="31">
                  <c:v>1.099871</c:v>
                </c:pt>
                <c:pt idx="32">
                  <c:v>1.0996386</c:v>
                </c:pt>
                <c:pt idx="33">
                  <c:v>1.1003639</c:v>
                </c:pt>
                <c:pt idx="34">
                  <c:v>1.1004148</c:v>
                </c:pt>
                <c:pt idx="35">
                  <c:v>1.1008223</c:v>
                </c:pt>
                <c:pt idx="36">
                  <c:v>1.100575</c:v>
                </c:pt>
                <c:pt idx="37">
                  <c:v>1.0998544</c:v>
                </c:pt>
                <c:pt idx="38">
                  <c:v>1.1007791</c:v>
                </c:pt>
                <c:pt idx="39">
                  <c:v>1.1014539</c:v>
                </c:pt>
                <c:pt idx="40">
                  <c:v>1.0995131</c:v>
                </c:pt>
                <c:pt idx="41">
                  <c:v>1.1000381</c:v>
                </c:pt>
                <c:pt idx="42">
                  <c:v>1.1004092</c:v>
                </c:pt>
                <c:pt idx="43">
                  <c:v>1.100332</c:v>
                </c:pt>
                <c:pt idx="44">
                  <c:v>1.1003916</c:v>
                </c:pt>
                <c:pt idx="45">
                  <c:v>1.1004889</c:v>
                </c:pt>
                <c:pt idx="46">
                  <c:v>1.1020488</c:v>
                </c:pt>
                <c:pt idx="47">
                  <c:v>1.100095</c:v>
                </c:pt>
                <c:pt idx="48">
                  <c:v>1.1008234</c:v>
                </c:pt>
                <c:pt idx="49">
                  <c:v>1.1006707</c:v>
                </c:pt>
                <c:pt idx="50">
                  <c:v>1.1000009</c:v>
                </c:pt>
                <c:pt idx="51">
                  <c:v>1.1004812</c:v>
                </c:pt>
                <c:pt idx="52">
                  <c:v>1.1011009</c:v>
                </c:pt>
                <c:pt idx="53">
                  <c:v>1.100866</c:v>
                </c:pt>
                <c:pt idx="54">
                  <c:v>1.1002626</c:v>
                </c:pt>
                <c:pt idx="55">
                  <c:v>1.1004248</c:v>
                </c:pt>
                <c:pt idx="56">
                  <c:v>1.0997773</c:v>
                </c:pt>
                <c:pt idx="57">
                  <c:v>1.1006824</c:v>
                </c:pt>
                <c:pt idx="58">
                  <c:v>1.1006465</c:v>
                </c:pt>
                <c:pt idx="59">
                  <c:v>1.0990944</c:v>
                </c:pt>
                <c:pt idx="60">
                  <c:v>1.0991579</c:v>
                </c:pt>
                <c:pt idx="61">
                  <c:v>1.1007797</c:v>
                </c:pt>
                <c:pt idx="62">
                  <c:v>1.1007512</c:v>
                </c:pt>
                <c:pt idx="63">
                  <c:v>1.0996161</c:v>
                </c:pt>
                <c:pt idx="64">
                  <c:v>1.100268</c:v>
                </c:pt>
                <c:pt idx="65">
                  <c:v>1.1004519</c:v>
                </c:pt>
                <c:pt idx="66">
                  <c:v>1.1001748</c:v>
                </c:pt>
                <c:pt idx="67">
                  <c:v>1.1005358</c:v>
                </c:pt>
                <c:pt idx="68">
                  <c:v>1.0998684</c:v>
                </c:pt>
                <c:pt idx="69">
                  <c:v>1.0864434</c:v>
                </c:pt>
                <c:pt idx="70">
                  <c:v>1.0875629</c:v>
                </c:pt>
                <c:pt idx="71">
                  <c:v>1.0891728</c:v>
                </c:pt>
                <c:pt idx="72">
                  <c:v>1.0908943</c:v>
                </c:pt>
                <c:pt idx="73">
                  <c:v>1.0922834</c:v>
                </c:pt>
                <c:pt idx="74">
                  <c:v>1.0925802</c:v>
                </c:pt>
                <c:pt idx="75">
                  <c:v>1.0935714</c:v>
                </c:pt>
                <c:pt idx="76">
                  <c:v>1.0940036</c:v>
                </c:pt>
                <c:pt idx="77">
                  <c:v>1.0951078</c:v>
                </c:pt>
                <c:pt idx="78">
                  <c:v>1.0949647</c:v>
                </c:pt>
                <c:pt idx="79">
                  <c:v>1.0941821</c:v>
                </c:pt>
                <c:pt idx="80">
                  <c:v>1.0959493</c:v>
                </c:pt>
                <c:pt idx="81">
                  <c:v>1.0929115</c:v>
                </c:pt>
                <c:pt idx="82">
                  <c:v>1.0953506</c:v>
                </c:pt>
                <c:pt idx="83">
                  <c:v>1.0956985</c:v>
                </c:pt>
                <c:pt idx="84">
                  <c:v>1.0959886</c:v>
                </c:pt>
                <c:pt idx="85">
                  <c:v>1.096213</c:v>
                </c:pt>
                <c:pt idx="86">
                  <c:v>1.0955926</c:v>
                </c:pt>
                <c:pt idx="87">
                  <c:v>1.095643</c:v>
                </c:pt>
                <c:pt idx="88">
                  <c:v>1.0959464</c:v>
                </c:pt>
                <c:pt idx="89">
                  <c:v>1.0962342</c:v>
                </c:pt>
                <c:pt idx="90">
                  <c:v>1.0970755</c:v>
                </c:pt>
                <c:pt idx="91">
                  <c:v>1.0961344</c:v>
                </c:pt>
                <c:pt idx="92">
                  <c:v>1.0958695</c:v>
                </c:pt>
                <c:pt idx="93">
                  <c:v>1.0976413</c:v>
                </c:pt>
                <c:pt idx="94">
                  <c:v>1.0954651</c:v>
                </c:pt>
                <c:pt idx="95">
                  <c:v>1.0965438</c:v>
                </c:pt>
                <c:pt idx="96">
                  <c:v>1.0956289</c:v>
                </c:pt>
                <c:pt idx="97">
                  <c:v>1.0969751</c:v>
                </c:pt>
                <c:pt idx="98">
                  <c:v>1.0972747</c:v>
                </c:pt>
                <c:pt idx="99">
                  <c:v>1.0966223</c:v>
                </c:pt>
              </c:numCache>
            </c:numRef>
          </c:yVal>
        </c:ser>
        <c:ser>
          <c:idx val="31"/>
          <c:order val="31"/>
          <c:tx>
            <c:v>Batch2_cell_044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Data'!$BL$2:$BL$101</c:f>
              <c:numCache>
                <c:formatCode>General</c:formatCode>
                <c:ptCount val="100"/>
                <c:pt idx="0">
                  <c:v>1.0977726</c:v>
                </c:pt>
                <c:pt idx="1">
                  <c:v>1.09659</c:v>
                </c:pt>
                <c:pt idx="2">
                  <c:v>1.0987016</c:v>
                </c:pt>
                <c:pt idx="3">
                  <c:v>1.0972656</c:v>
                </c:pt>
                <c:pt idx="4">
                  <c:v>1.0983391</c:v>
                </c:pt>
                <c:pt idx="5">
                  <c:v>1.0982679</c:v>
                </c:pt>
                <c:pt idx="6">
                  <c:v>1.0986397</c:v>
                </c:pt>
                <c:pt idx="7">
                  <c:v>1.0982233</c:v>
                </c:pt>
                <c:pt idx="8">
                  <c:v>1.0978069</c:v>
                </c:pt>
                <c:pt idx="9">
                  <c:v>1.098514</c:v>
                </c:pt>
                <c:pt idx="10">
                  <c:v>1.0976661</c:v>
                </c:pt>
                <c:pt idx="11">
                  <c:v>1.0981655</c:v>
                </c:pt>
                <c:pt idx="12">
                  <c:v>1.0987831</c:v>
                </c:pt>
                <c:pt idx="13">
                  <c:v>1.0988641</c:v>
                </c:pt>
                <c:pt idx="14">
                  <c:v>1.0975637</c:v>
                </c:pt>
                <c:pt idx="15">
                  <c:v>1.0986536</c:v>
                </c:pt>
                <c:pt idx="16">
                  <c:v>1.0990589</c:v>
                </c:pt>
                <c:pt idx="17">
                  <c:v>1.0991449</c:v>
                </c:pt>
                <c:pt idx="18">
                  <c:v>1.0982713</c:v>
                </c:pt>
                <c:pt idx="19">
                  <c:v>1.0987855</c:v>
                </c:pt>
                <c:pt idx="20">
                  <c:v>1.0990633</c:v>
                </c:pt>
                <c:pt idx="21">
                  <c:v>1.0979879</c:v>
                </c:pt>
                <c:pt idx="22">
                  <c:v>1.0979295</c:v>
                </c:pt>
                <c:pt idx="23">
                  <c:v>1.0984721</c:v>
                </c:pt>
                <c:pt idx="24">
                  <c:v>1.0982519</c:v>
                </c:pt>
                <c:pt idx="25">
                  <c:v>1.0986066</c:v>
                </c:pt>
                <c:pt idx="26">
                  <c:v>1.0986803</c:v>
                </c:pt>
                <c:pt idx="27">
                  <c:v>1.098868</c:v>
                </c:pt>
                <c:pt idx="28">
                  <c:v>1.0982873</c:v>
                </c:pt>
                <c:pt idx="29">
                  <c:v>1.0986788</c:v>
                </c:pt>
                <c:pt idx="30">
                  <c:v>1.0966804</c:v>
                </c:pt>
                <c:pt idx="31">
                  <c:v>1.0985267</c:v>
                </c:pt>
                <c:pt idx="32">
                  <c:v>1.0981936</c:v>
                </c:pt>
                <c:pt idx="33">
                  <c:v>1.0976808</c:v>
                </c:pt>
                <c:pt idx="34">
                  <c:v>1.0984501</c:v>
                </c:pt>
                <c:pt idx="35">
                  <c:v>1.0978061</c:v>
                </c:pt>
                <c:pt idx="36">
                  <c:v>1.0978487</c:v>
                </c:pt>
                <c:pt idx="37">
                  <c:v>1.098372</c:v>
                </c:pt>
                <c:pt idx="38">
                  <c:v>1.0989391</c:v>
                </c:pt>
                <c:pt idx="39">
                  <c:v>1.0986896</c:v>
                </c:pt>
                <c:pt idx="40">
                  <c:v>1.0984002</c:v>
                </c:pt>
                <c:pt idx="41">
                  <c:v>1.0968152</c:v>
                </c:pt>
                <c:pt idx="42">
                  <c:v>1.0989248</c:v>
                </c:pt>
                <c:pt idx="43">
                  <c:v>1.0978661</c:v>
                </c:pt>
                <c:pt idx="44">
                  <c:v>1.0984681</c:v>
                </c:pt>
                <c:pt idx="45">
                  <c:v>1.0982404</c:v>
                </c:pt>
                <c:pt idx="46">
                  <c:v>1.0990338</c:v>
                </c:pt>
                <c:pt idx="47">
                  <c:v>1.0986375</c:v>
                </c:pt>
                <c:pt idx="48">
                  <c:v>1.0993183</c:v>
                </c:pt>
                <c:pt idx="49">
                  <c:v>1.0985197</c:v>
                </c:pt>
                <c:pt idx="50">
                  <c:v>1.0979891</c:v>
                </c:pt>
                <c:pt idx="51">
                  <c:v>1.0982125</c:v>
                </c:pt>
                <c:pt idx="52">
                  <c:v>1.0984267</c:v>
                </c:pt>
                <c:pt idx="53">
                  <c:v>1.0971259</c:v>
                </c:pt>
                <c:pt idx="54">
                  <c:v>1.0979626</c:v>
                </c:pt>
                <c:pt idx="55">
                  <c:v>1.0989246</c:v>
                </c:pt>
                <c:pt idx="56">
                  <c:v>1.0982046</c:v>
                </c:pt>
                <c:pt idx="57">
                  <c:v>1.0968992</c:v>
                </c:pt>
                <c:pt idx="58">
                  <c:v>1.0979646</c:v>
                </c:pt>
                <c:pt idx="59">
                  <c:v>1.0989587</c:v>
                </c:pt>
                <c:pt idx="60">
                  <c:v>1.0991745</c:v>
                </c:pt>
                <c:pt idx="61">
                  <c:v>1.0991024</c:v>
                </c:pt>
                <c:pt idx="62">
                  <c:v>1.0981221</c:v>
                </c:pt>
                <c:pt idx="63">
                  <c:v>1.0984191</c:v>
                </c:pt>
                <c:pt idx="64">
                  <c:v>1.097628</c:v>
                </c:pt>
                <c:pt idx="65">
                  <c:v>1.0983291</c:v>
                </c:pt>
                <c:pt idx="66">
                  <c:v>1.0983849</c:v>
                </c:pt>
                <c:pt idx="67">
                  <c:v>1.0966994</c:v>
                </c:pt>
                <c:pt idx="68">
                  <c:v>1.0992192</c:v>
                </c:pt>
                <c:pt idx="69">
                  <c:v>1.0919206</c:v>
                </c:pt>
                <c:pt idx="70">
                  <c:v>1.0944221</c:v>
                </c:pt>
                <c:pt idx="71">
                  <c:v>1.0941541</c:v>
                </c:pt>
                <c:pt idx="72">
                  <c:v>1.0958555</c:v>
                </c:pt>
                <c:pt idx="73">
                  <c:v>1.0948199</c:v>
                </c:pt>
                <c:pt idx="74">
                  <c:v>1.0969654</c:v>
                </c:pt>
                <c:pt idx="75">
                  <c:v>1.0956812</c:v>
                </c:pt>
                <c:pt idx="76">
                  <c:v>1.096382</c:v>
                </c:pt>
                <c:pt idx="77">
                  <c:v>1.0964855</c:v>
                </c:pt>
                <c:pt idx="78">
                  <c:v>1.0960753</c:v>
                </c:pt>
                <c:pt idx="79">
                  <c:v>1.0969622</c:v>
                </c:pt>
                <c:pt idx="80">
                  <c:v>1.096307</c:v>
                </c:pt>
                <c:pt idx="81">
                  <c:v>1.0971102</c:v>
                </c:pt>
                <c:pt idx="82">
                  <c:v>1.0958862</c:v>
                </c:pt>
                <c:pt idx="83">
                  <c:v>1.0960886</c:v>
                </c:pt>
                <c:pt idx="84">
                  <c:v>1.0958797</c:v>
                </c:pt>
                <c:pt idx="85">
                  <c:v>1.0958196</c:v>
                </c:pt>
                <c:pt idx="86">
                  <c:v>1.0965835</c:v>
                </c:pt>
                <c:pt idx="87">
                  <c:v>1.0962373</c:v>
                </c:pt>
                <c:pt idx="88">
                  <c:v>1.0974398</c:v>
                </c:pt>
                <c:pt idx="89">
                  <c:v>1.0967379</c:v>
                </c:pt>
                <c:pt idx="90">
                  <c:v>1.0948833</c:v>
                </c:pt>
                <c:pt idx="91">
                  <c:v>1.0979506</c:v>
                </c:pt>
                <c:pt idx="92">
                  <c:v>1.0968469</c:v>
                </c:pt>
                <c:pt idx="93">
                  <c:v>1.0963436</c:v>
                </c:pt>
                <c:pt idx="94">
                  <c:v>1.0967702</c:v>
                </c:pt>
                <c:pt idx="95">
                  <c:v>1.0973326</c:v>
                </c:pt>
                <c:pt idx="96">
                  <c:v>1.0965791</c:v>
                </c:pt>
                <c:pt idx="97">
                  <c:v>1.0968231</c:v>
                </c:pt>
                <c:pt idx="98">
                  <c:v>1.0971184</c:v>
                </c:pt>
                <c:pt idx="99">
                  <c:v>1.0974951</c:v>
                </c:pt>
              </c:numCache>
            </c:numRef>
          </c:yVal>
        </c:ser>
        <c:ser>
          <c:idx val="32"/>
          <c:order val="32"/>
          <c:tx>
            <c:v>Batch2_cell_045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Data'!$BN$2:$BN$101</c:f>
              <c:numCache>
                <c:formatCode>General</c:formatCode>
                <c:ptCount val="100"/>
                <c:pt idx="0">
                  <c:v>1.1032015</c:v>
                </c:pt>
                <c:pt idx="1">
                  <c:v>1.1030351</c:v>
                </c:pt>
                <c:pt idx="2">
                  <c:v>1.10237</c:v>
                </c:pt>
                <c:pt idx="3">
                  <c:v>1.1029603</c:v>
                </c:pt>
                <c:pt idx="4">
                  <c:v>1.1035562</c:v>
                </c:pt>
                <c:pt idx="5">
                  <c:v>1.1044371</c:v>
                </c:pt>
                <c:pt idx="6">
                  <c:v>1.1042134</c:v>
                </c:pt>
                <c:pt idx="7">
                  <c:v>1.1036021</c:v>
                </c:pt>
                <c:pt idx="8">
                  <c:v>1.1039641</c:v>
                </c:pt>
                <c:pt idx="9">
                  <c:v>1.1031003</c:v>
                </c:pt>
                <c:pt idx="10">
                  <c:v>1.1033747</c:v>
                </c:pt>
                <c:pt idx="11">
                  <c:v>1.1051185</c:v>
                </c:pt>
                <c:pt idx="12">
                  <c:v>1.1039375</c:v>
                </c:pt>
                <c:pt idx="13">
                  <c:v>1.1037385</c:v>
                </c:pt>
                <c:pt idx="14">
                  <c:v>1.1039211</c:v>
                </c:pt>
                <c:pt idx="15">
                  <c:v>1.1040497</c:v>
                </c:pt>
                <c:pt idx="16">
                  <c:v>1.103521</c:v>
                </c:pt>
                <c:pt idx="17">
                  <c:v>1.1038034</c:v>
                </c:pt>
                <c:pt idx="18">
                  <c:v>1.1049478</c:v>
                </c:pt>
                <c:pt idx="19">
                  <c:v>1.1025703</c:v>
                </c:pt>
                <c:pt idx="20">
                  <c:v>1.1044321</c:v>
                </c:pt>
                <c:pt idx="21">
                  <c:v>1.1043059</c:v>
                </c:pt>
                <c:pt idx="22">
                  <c:v>1.1037457</c:v>
                </c:pt>
                <c:pt idx="23">
                  <c:v>1.1039689</c:v>
                </c:pt>
                <c:pt idx="24">
                  <c:v>1.1036156</c:v>
                </c:pt>
                <c:pt idx="25">
                  <c:v>1.1030424</c:v>
                </c:pt>
                <c:pt idx="26">
                  <c:v>1.1022977</c:v>
                </c:pt>
                <c:pt idx="27">
                  <c:v>1.1045665</c:v>
                </c:pt>
                <c:pt idx="28">
                  <c:v>1.102854</c:v>
                </c:pt>
                <c:pt idx="29">
                  <c:v>1.1033094</c:v>
                </c:pt>
                <c:pt idx="30">
                  <c:v>1.1035154</c:v>
                </c:pt>
                <c:pt idx="31">
                  <c:v>1.1034231</c:v>
                </c:pt>
                <c:pt idx="32">
                  <c:v>1.1029439</c:v>
                </c:pt>
                <c:pt idx="33">
                  <c:v>1.1043348</c:v>
                </c:pt>
                <c:pt idx="34">
                  <c:v>1.1032989</c:v>
                </c:pt>
                <c:pt idx="35">
                  <c:v>1.1022202</c:v>
                </c:pt>
                <c:pt idx="36">
                  <c:v>1.1027308</c:v>
                </c:pt>
                <c:pt idx="37">
                  <c:v>1.1022447</c:v>
                </c:pt>
                <c:pt idx="38">
                  <c:v>1.1037534</c:v>
                </c:pt>
                <c:pt idx="39">
                  <c:v>1.104169</c:v>
                </c:pt>
                <c:pt idx="40">
                  <c:v>1.1044769</c:v>
                </c:pt>
                <c:pt idx="41">
                  <c:v>1.1028682</c:v>
                </c:pt>
                <c:pt idx="42">
                  <c:v>1.1035358</c:v>
                </c:pt>
                <c:pt idx="43">
                  <c:v>1.1027793</c:v>
                </c:pt>
                <c:pt idx="44">
                  <c:v>1.1030636</c:v>
                </c:pt>
                <c:pt idx="45">
                  <c:v>1.1042756</c:v>
                </c:pt>
                <c:pt idx="46">
                  <c:v>1.1037413</c:v>
                </c:pt>
                <c:pt idx="47">
                  <c:v>1.1026518</c:v>
                </c:pt>
                <c:pt idx="48">
                  <c:v>1.1036104</c:v>
                </c:pt>
                <c:pt idx="49">
                  <c:v>1.1021438</c:v>
                </c:pt>
                <c:pt idx="50">
                  <c:v>1.1032252</c:v>
                </c:pt>
                <c:pt idx="51">
                  <c:v>1.1035601</c:v>
                </c:pt>
                <c:pt idx="52">
                  <c:v>1.104031</c:v>
                </c:pt>
                <c:pt idx="53">
                  <c:v>1.1031923</c:v>
                </c:pt>
                <c:pt idx="54">
                  <c:v>1.1019158</c:v>
                </c:pt>
                <c:pt idx="55">
                  <c:v>1.1033204</c:v>
                </c:pt>
                <c:pt idx="56">
                  <c:v>1.102389</c:v>
                </c:pt>
                <c:pt idx="57">
                  <c:v>1.1039677</c:v>
                </c:pt>
                <c:pt idx="58">
                  <c:v>1.1031618</c:v>
                </c:pt>
                <c:pt idx="59">
                  <c:v>1.1037109</c:v>
                </c:pt>
                <c:pt idx="60">
                  <c:v>1.1014613</c:v>
                </c:pt>
                <c:pt idx="61">
                  <c:v>1.1021441</c:v>
                </c:pt>
                <c:pt idx="62">
                  <c:v>1.1034638</c:v>
                </c:pt>
                <c:pt idx="63">
                  <c:v>1.1033567</c:v>
                </c:pt>
                <c:pt idx="64">
                  <c:v>1.1025089</c:v>
                </c:pt>
                <c:pt idx="65">
                  <c:v>1.1038128</c:v>
                </c:pt>
                <c:pt idx="66">
                  <c:v>1.1026925</c:v>
                </c:pt>
                <c:pt idx="67">
                  <c:v>1.1037554</c:v>
                </c:pt>
                <c:pt idx="68">
                  <c:v>1.0218376</c:v>
                </c:pt>
                <c:pt idx="69">
                  <c:v>1.0967394</c:v>
                </c:pt>
                <c:pt idx="70">
                  <c:v>1.0963356</c:v>
                </c:pt>
                <c:pt idx="71">
                  <c:v>1.0977858</c:v>
                </c:pt>
                <c:pt idx="72">
                  <c:v>1.0992213</c:v>
                </c:pt>
                <c:pt idx="73">
                  <c:v>1.0990497</c:v>
                </c:pt>
                <c:pt idx="74">
                  <c:v>1.100067</c:v>
                </c:pt>
                <c:pt idx="75">
                  <c:v>1.0984401</c:v>
                </c:pt>
                <c:pt idx="76">
                  <c:v>1.0971307</c:v>
                </c:pt>
                <c:pt idx="77">
                  <c:v>1.0988182</c:v>
                </c:pt>
                <c:pt idx="78">
                  <c:v>1.0989476</c:v>
                </c:pt>
                <c:pt idx="79">
                  <c:v>1.0988508</c:v>
                </c:pt>
                <c:pt idx="80">
                  <c:v>1.0988081</c:v>
                </c:pt>
                <c:pt idx="81">
                  <c:v>1.0996108</c:v>
                </c:pt>
                <c:pt idx="82">
                  <c:v>1.0998923</c:v>
                </c:pt>
                <c:pt idx="83">
                  <c:v>1.100437</c:v>
                </c:pt>
                <c:pt idx="84">
                  <c:v>1.0980562</c:v>
                </c:pt>
                <c:pt idx="85">
                  <c:v>1.0972948</c:v>
                </c:pt>
                <c:pt idx="86">
                  <c:v>1.0990525</c:v>
                </c:pt>
                <c:pt idx="87">
                  <c:v>1.0990343</c:v>
                </c:pt>
                <c:pt idx="88">
                  <c:v>1.0992991</c:v>
                </c:pt>
                <c:pt idx="89">
                  <c:v>1.0990542</c:v>
                </c:pt>
                <c:pt idx="90">
                  <c:v>1.1004428</c:v>
                </c:pt>
                <c:pt idx="91">
                  <c:v>1.0989567</c:v>
                </c:pt>
                <c:pt idx="92">
                  <c:v>1.0999619</c:v>
                </c:pt>
                <c:pt idx="93">
                  <c:v>1.0992068</c:v>
                </c:pt>
                <c:pt idx="94">
                  <c:v>1.1004997</c:v>
                </c:pt>
                <c:pt idx="95">
                  <c:v>1.0994735</c:v>
                </c:pt>
                <c:pt idx="96">
                  <c:v>1.1016616</c:v>
                </c:pt>
                <c:pt idx="97">
                  <c:v>1.1003544</c:v>
                </c:pt>
                <c:pt idx="98">
                  <c:v>1.0989894</c:v>
                </c:pt>
                <c:pt idx="99">
                  <c:v>1.0995457</c:v>
                </c:pt>
              </c:numCache>
            </c:numRef>
          </c:yVal>
        </c:ser>
        <c:ser>
          <c:idx val="33"/>
          <c:order val="33"/>
          <c:tx>
            <c:v>Batch2_cell_046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Data'!$BP$2:$BP$101</c:f>
              <c:numCache>
                <c:formatCode>General</c:formatCode>
                <c:ptCount val="100"/>
                <c:pt idx="0">
                  <c:v>1.0992969</c:v>
                </c:pt>
                <c:pt idx="1">
                  <c:v>1.100943</c:v>
                </c:pt>
                <c:pt idx="2">
                  <c:v>1.0994728</c:v>
                </c:pt>
                <c:pt idx="3">
                  <c:v>1.1023676</c:v>
                </c:pt>
                <c:pt idx="4">
                  <c:v>1.1029745</c:v>
                </c:pt>
                <c:pt idx="5">
                  <c:v>1.102284</c:v>
                </c:pt>
                <c:pt idx="6">
                  <c:v>1.1018363</c:v>
                </c:pt>
                <c:pt idx="7">
                  <c:v>1.1025497</c:v>
                </c:pt>
                <c:pt idx="8">
                  <c:v>1.1012818</c:v>
                </c:pt>
                <c:pt idx="9">
                  <c:v>1.1016624</c:v>
                </c:pt>
                <c:pt idx="10">
                  <c:v>1.1016767</c:v>
                </c:pt>
                <c:pt idx="11">
                  <c:v>1.1033976</c:v>
                </c:pt>
                <c:pt idx="12">
                  <c:v>1.1011922</c:v>
                </c:pt>
                <c:pt idx="13">
                  <c:v>1.101324</c:v>
                </c:pt>
                <c:pt idx="14">
                  <c:v>1.1020533</c:v>
                </c:pt>
                <c:pt idx="15">
                  <c:v>1.1019233</c:v>
                </c:pt>
                <c:pt idx="16">
                  <c:v>1.1011131</c:v>
                </c:pt>
                <c:pt idx="17">
                  <c:v>1.1039958</c:v>
                </c:pt>
                <c:pt idx="18">
                  <c:v>1.1026807</c:v>
                </c:pt>
                <c:pt idx="19">
                  <c:v>1.1028875</c:v>
                </c:pt>
                <c:pt idx="20">
                  <c:v>1.1036241</c:v>
                </c:pt>
                <c:pt idx="21">
                  <c:v>1.1006631</c:v>
                </c:pt>
                <c:pt idx="22">
                  <c:v>1.1004372</c:v>
                </c:pt>
                <c:pt idx="23">
                  <c:v>1.1021781</c:v>
                </c:pt>
                <c:pt idx="24">
                  <c:v>1.1011984</c:v>
                </c:pt>
                <c:pt idx="25">
                  <c:v>1.1021204</c:v>
                </c:pt>
                <c:pt idx="26">
                  <c:v>1.1016495</c:v>
                </c:pt>
                <c:pt idx="27">
                  <c:v>1.102702</c:v>
                </c:pt>
                <c:pt idx="28">
                  <c:v>1.1014966</c:v>
                </c:pt>
                <c:pt idx="29">
                  <c:v>1.1027405</c:v>
                </c:pt>
                <c:pt idx="30">
                  <c:v>1.1030914</c:v>
                </c:pt>
                <c:pt idx="31">
                  <c:v>1.1021234</c:v>
                </c:pt>
                <c:pt idx="32">
                  <c:v>1.1024132</c:v>
                </c:pt>
                <c:pt idx="33">
                  <c:v>1.1019552</c:v>
                </c:pt>
                <c:pt idx="34">
                  <c:v>1.102381</c:v>
                </c:pt>
                <c:pt idx="35">
                  <c:v>1.1050013</c:v>
                </c:pt>
                <c:pt idx="36">
                  <c:v>1.1034716</c:v>
                </c:pt>
                <c:pt idx="37">
                  <c:v>1.1041163</c:v>
                </c:pt>
                <c:pt idx="38">
                  <c:v>1.1043997</c:v>
                </c:pt>
                <c:pt idx="39">
                  <c:v>1.1059138</c:v>
                </c:pt>
                <c:pt idx="40">
                  <c:v>1.1038579</c:v>
                </c:pt>
                <c:pt idx="41">
                  <c:v>1.1061375</c:v>
                </c:pt>
                <c:pt idx="42">
                  <c:v>1.1050411</c:v>
                </c:pt>
                <c:pt idx="43">
                  <c:v>1.104075</c:v>
                </c:pt>
                <c:pt idx="44">
                  <c:v>1.1058238</c:v>
                </c:pt>
                <c:pt idx="45">
                  <c:v>1.104472</c:v>
                </c:pt>
                <c:pt idx="46">
                  <c:v>1.1036155</c:v>
                </c:pt>
                <c:pt idx="47">
                  <c:v>1.0956482</c:v>
                </c:pt>
                <c:pt idx="48">
                  <c:v>1.0976501</c:v>
                </c:pt>
                <c:pt idx="49">
                  <c:v>1.0986651</c:v>
                </c:pt>
                <c:pt idx="50">
                  <c:v>1.0996792</c:v>
                </c:pt>
                <c:pt idx="51">
                  <c:v>1.098294</c:v>
                </c:pt>
                <c:pt idx="52">
                  <c:v>1.0982611</c:v>
                </c:pt>
                <c:pt idx="53">
                  <c:v>1.0980033</c:v>
                </c:pt>
                <c:pt idx="54">
                  <c:v>1.0999548</c:v>
                </c:pt>
                <c:pt idx="55">
                  <c:v>1.0989708</c:v>
                </c:pt>
                <c:pt idx="56">
                  <c:v>1.0982888</c:v>
                </c:pt>
                <c:pt idx="57">
                  <c:v>1.0981362</c:v>
                </c:pt>
                <c:pt idx="58">
                  <c:v>1.0985121</c:v>
                </c:pt>
                <c:pt idx="59">
                  <c:v>1.0994176</c:v>
                </c:pt>
                <c:pt idx="60">
                  <c:v>1.1010256</c:v>
                </c:pt>
                <c:pt idx="61">
                  <c:v>1.1022739</c:v>
                </c:pt>
                <c:pt idx="62">
                  <c:v>1.1002152</c:v>
                </c:pt>
                <c:pt idx="63">
                  <c:v>1.1014841</c:v>
                </c:pt>
                <c:pt idx="64">
                  <c:v>1.1027992</c:v>
                </c:pt>
                <c:pt idx="65">
                  <c:v>1.1027128</c:v>
                </c:pt>
                <c:pt idx="66">
                  <c:v>1.1057259</c:v>
                </c:pt>
                <c:pt idx="67">
                  <c:v>1.1044028</c:v>
                </c:pt>
                <c:pt idx="68">
                  <c:v>1.1042258</c:v>
                </c:pt>
                <c:pt idx="69">
                  <c:v>1.1042888</c:v>
                </c:pt>
                <c:pt idx="70">
                  <c:v>1.1036217</c:v>
                </c:pt>
                <c:pt idx="71">
                  <c:v>1.105652</c:v>
                </c:pt>
                <c:pt idx="72">
                  <c:v>1.1035788</c:v>
                </c:pt>
                <c:pt idx="73">
                  <c:v>1.1040956</c:v>
                </c:pt>
                <c:pt idx="74">
                  <c:v>1.1056454</c:v>
                </c:pt>
                <c:pt idx="75">
                  <c:v>1.1044723</c:v>
                </c:pt>
                <c:pt idx="76">
                  <c:v>1.1043414</c:v>
                </c:pt>
                <c:pt idx="77">
                  <c:v>1.1061132</c:v>
                </c:pt>
                <c:pt idx="78">
                  <c:v>1.1068381</c:v>
                </c:pt>
                <c:pt idx="79">
                  <c:v>1.1061279</c:v>
                </c:pt>
                <c:pt idx="80">
                  <c:v>1.1070809</c:v>
                </c:pt>
                <c:pt idx="81">
                  <c:v>1.1046474</c:v>
                </c:pt>
                <c:pt idx="82">
                  <c:v>1.1050245</c:v>
                </c:pt>
                <c:pt idx="83">
                  <c:v>1.1035457</c:v>
                </c:pt>
                <c:pt idx="84">
                  <c:v>1.1047072</c:v>
                </c:pt>
                <c:pt idx="85">
                  <c:v>1.10613</c:v>
                </c:pt>
                <c:pt idx="86">
                  <c:v>1.1054472</c:v>
                </c:pt>
                <c:pt idx="87">
                  <c:v>1.1056192</c:v>
                </c:pt>
                <c:pt idx="88">
                  <c:v>1.1048168</c:v>
                </c:pt>
                <c:pt idx="89">
                  <c:v>1.1034106</c:v>
                </c:pt>
                <c:pt idx="90">
                  <c:v>1.1024185</c:v>
                </c:pt>
                <c:pt idx="91">
                  <c:v>1.1032534</c:v>
                </c:pt>
                <c:pt idx="92">
                  <c:v>1.1032165</c:v>
                </c:pt>
                <c:pt idx="93">
                  <c:v>1.1014754</c:v>
                </c:pt>
                <c:pt idx="94">
                  <c:v>1.1015763</c:v>
                </c:pt>
                <c:pt idx="95">
                  <c:v>1.1012063</c:v>
                </c:pt>
                <c:pt idx="96">
                  <c:v>1.1023188</c:v>
                </c:pt>
                <c:pt idx="97">
                  <c:v>1.1023363</c:v>
                </c:pt>
                <c:pt idx="98">
                  <c:v>1.1021258</c:v>
                </c:pt>
                <c:pt idx="99">
                  <c:v>1.0998453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전체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Batch3_cell_000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18</c:v>
                </c:pt>
                <c:pt idx="3">
                  <c:v>26</c:v>
                </c:pt>
                <c:pt idx="4">
                  <c:v>35</c:v>
                </c:pt>
                <c:pt idx="5">
                  <c:v>43</c:v>
                </c:pt>
                <c:pt idx="6">
                  <c:v>52</c:v>
                </c:pt>
                <c:pt idx="7">
                  <c:v>60</c:v>
                </c:pt>
                <c:pt idx="8">
                  <c:v>69</c:v>
                </c:pt>
                <c:pt idx="9">
                  <c:v>77</c:v>
                </c:pt>
                <c:pt idx="10">
                  <c:v>86</c:v>
                </c:pt>
                <c:pt idx="11">
                  <c:v>94</c:v>
                </c:pt>
                <c:pt idx="12">
                  <c:v>103</c:v>
                </c:pt>
                <c:pt idx="13">
                  <c:v>111</c:v>
                </c:pt>
                <c:pt idx="14">
                  <c:v>119</c:v>
                </c:pt>
                <c:pt idx="15">
                  <c:v>128</c:v>
                </c:pt>
                <c:pt idx="16">
                  <c:v>136</c:v>
                </c:pt>
                <c:pt idx="17">
                  <c:v>145</c:v>
                </c:pt>
                <c:pt idx="18">
                  <c:v>153</c:v>
                </c:pt>
                <c:pt idx="19">
                  <c:v>162</c:v>
                </c:pt>
                <c:pt idx="20">
                  <c:v>170</c:v>
                </c:pt>
                <c:pt idx="21">
                  <c:v>179</c:v>
                </c:pt>
                <c:pt idx="22">
                  <c:v>187</c:v>
                </c:pt>
                <c:pt idx="23">
                  <c:v>196</c:v>
                </c:pt>
                <c:pt idx="24">
                  <c:v>204</c:v>
                </c:pt>
                <c:pt idx="25">
                  <c:v>213</c:v>
                </c:pt>
                <c:pt idx="26">
                  <c:v>221</c:v>
                </c:pt>
                <c:pt idx="27">
                  <c:v>229</c:v>
                </c:pt>
                <c:pt idx="28">
                  <c:v>238</c:v>
                </c:pt>
                <c:pt idx="29">
                  <c:v>246</c:v>
                </c:pt>
                <c:pt idx="30">
                  <c:v>255</c:v>
                </c:pt>
                <c:pt idx="31">
                  <c:v>263</c:v>
                </c:pt>
                <c:pt idx="32">
                  <c:v>272</c:v>
                </c:pt>
                <c:pt idx="33">
                  <c:v>280</c:v>
                </c:pt>
                <c:pt idx="34">
                  <c:v>289</c:v>
                </c:pt>
                <c:pt idx="35">
                  <c:v>297</c:v>
                </c:pt>
                <c:pt idx="36">
                  <c:v>306</c:v>
                </c:pt>
                <c:pt idx="37">
                  <c:v>314</c:v>
                </c:pt>
                <c:pt idx="38">
                  <c:v>323</c:v>
                </c:pt>
                <c:pt idx="39">
                  <c:v>331</c:v>
                </c:pt>
                <c:pt idx="40">
                  <c:v>339</c:v>
                </c:pt>
                <c:pt idx="41">
                  <c:v>348</c:v>
                </c:pt>
                <c:pt idx="42">
                  <c:v>356</c:v>
                </c:pt>
                <c:pt idx="43">
                  <c:v>365</c:v>
                </c:pt>
                <c:pt idx="44">
                  <c:v>373</c:v>
                </c:pt>
                <c:pt idx="45">
                  <c:v>382</c:v>
                </c:pt>
                <c:pt idx="46">
                  <c:v>390</c:v>
                </c:pt>
                <c:pt idx="47">
                  <c:v>399</c:v>
                </c:pt>
                <c:pt idx="48">
                  <c:v>407</c:v>
                </c:pt>
                <c:pt idx="49">
                  <c:v>416</c:v>
                </c:pt>
                <c:pt idx="50">
                  <c:v>424</c:v>
                </c:pt>
                <c:pt idx="51">
                  <c:v>433</c:v>
                </c:pt>
                <c:pt idx="52">
                  <c:v>441</c:v>
                </c:pt>
                <c:pt idx="53">
                  <c:v>449</c:v>
                </c:pt>
                <c:pt idx="54">
                  <c:v>458</c:v>
                </c:pt>
                <c:pt idx="55">
                  <c:v>466</c:v>
                </c:pt>
                <c:pt idx="56">
                  <c:v>475</c:v>
                </c:pt>
                <c:pt idx="57">
                  <c:v>483</c:v>
                </c:pt>
                <c:pt idx="58">
                  <c:v>492</c:v>
                </c:pt>
                <c:pt idx="59">
                  <c:v>500</c:v>
                </c:pt>
                <c:pt idx="60">
                  <c:v>509</c:v>
                </c:pt>
                <c:pt idx="61">
                  <c:v>517</c:v>
                </c:pt>
                <c:pt idx="62">
                  <c:v>526</c:v>
                </c:pt>
                <c:pt idx="63">
                  <c:v>534</c:v>
                </c:pt>
                <c:pt idx="64">
                  <c:v>543</c:v>
                </c:pt>
                <c:pt idx="65">
                  <c:v>551</c:v>
                </c:pt>
                <c:pt idx="66">
                  <c:v>560</c:v>
                </c:pt>
                <c:pt idx="67">
                  <c:v>568</c:v>
                </c:pt>
                <c:pt idx="68">
                  <c:v>576</c:v>
                </c:pt>
                <c:pt idx="69">
                  <c:v>585</c:v>
                </c:pt>
                <c:pt idx="70">
                  <c:v>593</c:v>
                </c:pt>
                <c:pt idx="71">
                  <c:v>602</c:v>
                </c:pt>
                <c:pt idx="72">
                  <c:v>610</c:v>
                </c:pt>
                <c:pt idx="73">
                  <c:v>619</c:v>
                </c:pt>
                <c:pt idx="74">
                  <c:v>627</c:v>
                </c:pt>
                <c:pt idx="75">
                  <c:v>636</c:v>
                </c:pt>
                <c:pt idx="76">
                  <c:v>644</c:v>
                </c:pt>
                <c:pt idx="77">
                  <c:v>653</c:v>
                </c:pt>
                <c:pt idx="78">
                  <c:v>661</c:v>
                </c:pt>
                <c:pt idx="79">
                  <c:v>670</c:v>
                </c:pt>
                <c:pt idx="80">
                  <c:v>678</c:v>
                </c:pt>
                <c:pt idx="81">
                  <c:v>686</c:v>
                </c:pt>
                <c:pt idx="82">
                  <c:v>695</c:v>
                </c:pt>
                <c:pt idx="83">
                  <c:v>703</c:v>
                </c:pt>
                <c:pt idx="84">
                  <c:v>712</c:v>
                </c:pt>
                <c:pt idx="85">
                  <c:v>720</c:v>
                </c:pt>
                <c:pt idx="86">
                  <c:v>729</c:v>
                </c:pt>
                <c:pt idx="87">
                  <c:v>737</c:v>
                </c:pt>
                <c:pt idx="88">
                  <c:v>746</c:v>
                </c:pt>
                <c:pt idx="89">
                  <c:v>754</c:v>
                </c:pt>
                <c:pt idx="90">
                  <c:v>763</c:v>
                </c:pt>
                <c:pt idx="91">
                  <c:v>771</c:v>
                </c:pt>
                <c:pt idx="92">
                  <c:v>780</c:v>
                </c:pt>
                <c:pt idx="93">
                  <c:v>788</c:v>
                </c:pt>
                <c:pt idx="94">
                  <c:v>796</c:v>
                </c:pt>
                <c:pt idx="95">
                  <c:v>805</c:v>
                </c:pt>
                <c:pt idx="96">
                  <c:v>813</c:v>
                </c:pt>
                <c:pt idx="97">
                  <c:v>822</c:v>
                </c:pt>
                <c:pt idx="98">
                  <c:v>830</c:v>
                </c:pt>
                <c:pt idx="99">
                  <c:v>839</c:v>
                </c:pt>
                <c:pt idx="100">
                  <c:v>847</c:v>
                </c:pt>
                <c:pt idx="101">
                  <c:v>856</c:v>
                </c:pt>
                <c:pt idx="102">
                  <c:v>864</c:v>
                </c:pt>
                <c:pt idx="103">
                  <c:v>873</c:v>
                </c:pt>
                <c:pt idx="104">
                  <c:v>881</c:v>
                </c:pt>
                <c:pt idx="105">
                  <c:v>890</c:v>
                </c:pt>
                <c:pt idx="106">
                  <c:v>898</c:v>
                </c:pt>
                <c:pt idx="107">
                  <c:v>906</c:v>
                </c:pt>
                <c:pt idx="108">
                  <c:v>915</c:v>
                </c:pt>
                <c:pt idx="109">
                  <c:v>923</c:v>
                </c:pt>
                <c:pt idx="110">
                  <c:v>932</c:v>
                </c:pt>
                <c:pt idx="111">
                  <c:v>940</c:v>
                </c:pt>
                <c:pt idx="112">
                  <c:v>949</c:v>
                </c:pt>
                <c:pt idx="113">
                  <c:v>957</c:v>
                </c:pt>
                <c:pt idx="114">
                  <c:v>966</c:v>
                </c:pt>
                <c:pt idx="115">
                  <c:v>974</c:v>
                </c:pt>
                <c:pt idx="116">
                  <c:v>983</c:v>
                </c:pt>
                <c:pt idx="117">
                  <c:v>991</c:v>
                </c:pt>
                <c:pt idx="118">
                  <c:v>1000</c:v>
                </c:pt>
                <c:pt idx="119">
                  <c:v>1008</c:v>
                </c:pt>
              </c:numCache>
            </c:numRef>
          </c:xVal>
          <c:yVal>
            <c:numRef>
              <c:f>'Chart Data'!$B$2:$B$121</c:f>
              <c:numCache>
                <c:formatCode>General</c:formatCode>
                <c:ptCount val="120"/>
                <c:pt idx="0">
                  <c:v>1.0665728</c:v>
                </c:pt>
                <c:pt idx="1">
                  <c:v>1.0702369</c:v>
                </c:pt>
                <c:pt idx="2">
                  <c:v>1.0708847</c:v>
                </c:pt>
                <c:pt idx="3">
                  <c:v>1.0707502</c:v>
                </c:pt>
                <c:pt idx="4">
                  <c:v>1.0711483</c:v>
                </c:pt>
                <c:pt idx="5">
                  <c:v>1.0709077</c:v>
                </c:pt>
                <c:pt idx="6">
                  <c:v>1.0708804</c:v>
                </c:pt>
                <c:pt idx="7">
                  <c:v>1.0706924</c:v>
                </c:pt>
                <c:pt idx="8">
                  <c:v>1.0704138</c:v>
                </c:pt>
                <c:pt idx="9">
                  <c:v>1.0702442</c:v>
                </c:pt>
                <c:pt idx="10">
                  <c:v>1.070035</c:v>
                </c:pt>
                <c:pt idx="11">
                  <c:v>1.0696186</c:v>
                </c:pt>
                <c:pt idx="12">
                  <c:v>1.0694705</c:v>
                </c:pt>
                <c:pt idx="13">
                  <c:v>1.0693922</c:v>
                </c:pt>
                <c:pt idx="14">
                  <c:v>1.0693579</c:v>
                </c:pt>
                <c:pt idx="15">
                  <c:v>1.0689149</c:v>
                </c:pt>
                <c:pt idx="16">
                  <c:v>1.068606</c:v>
                </c:pt>
                <c:pt idx="17">
                  <c:v>1.0684527</c:v>
                </c:pt>
                <c:pt idx="18">
                  <c:v>1.0682933</c:v>
                </c:pt>
                <c:pt idx="19">
                  <c:v>1.0677928</c:v>
                </c:pt>
                <c:pt idx="20">
                  <c:v>1.067355</c:v>
                </c:pt>
                <c:pt idx="21">
                  <c:v>1.0671271</c:v>
                </c:pt>
                <c:pt idx="22">
                  <c:v>1.0668204</c:v>
                </c:pt>
                <c:pt idx="23">
                  <c:v>1.0663211</c:v>
                </c:pt>
                <c:pt idx="24">
                  <c:v>1.065864</c:v>
                </c:pt>
                <c:pt idx="25">
                  <c:v>1.0658416</c:v>
                </c:pt>
                <c:pt idx="26">
                  <c:v>1.065447</c:v>
                </c:pt>
                <c:pt idx="27">
                  <c:v>1.0653042</c:v>
                </c:pt>
                <c:pt idx="28">
                  <c:v>1.0647002</c:v>
                </c:pt>
                <c:pt idx="29">
                  <c:v>1.0644681</c:v>
                </c:pt>
                <c:pt idx="30">
                  <c:v>1.0639803</c:v>
                </c:pt>
                <c:pt idx="31">
                  <c:v>1.0636709</c:v>
                </c:pt>
                <c:pt idx="32">
                  <c:v>1.0633444</c:v>
                </c:pt>
                <c:pt idx="33">
                  <c:v>1.0628958</c:v>
                </c:pt>
                <c:pt idx="34">
                  <c:v>1.062292</c:v>
                </c:pt>
                <c:pt idx="35">
                  <c:v>1.0618418</c:v>
                </c:pt>
                <c:pt idx="36">
                  <c:v>1.0614077</c:v>
                </c:pt>
                <c:pt idx="37">
                  <c:v>1.0611794</c:v>
                </c:pt>
                <c:pt idx="38">
                  <c:v>1.0606413</c:v>
                </c:pt>
                <c:pt idx="39">
                  <c:v>1.0601038</c:v>
                </c:pt>
                <c:pt idx="40">
                  <c:v>1.059626</c:v>
                </c:pt>
                <c:pt idx="41">
                  <c:v>1.0594749</c:v>
                </c:pt>
                <c:pt idx="42">
                  <c:v>1.0589045</c:v>
                </c:pt>
                <c:pt idx="43">
                  <c:v>1.0583745</c:v>
                </c:pt>
                <c:pt idx="44">
                  <c:v>1.0582402</c:v>
                </c:pt>
                <c:pt idx="45">
                  <c:v>1.0575999</c:v>
                </c:pt>
                <c:pt idx="46">
                  <c:v>1.0574592</c:v>
                </c:pt>
                <c:pt idx="47">
                  <c:v>1.0570428</c:v>
                </c:pt>
                <c:pt idx="48">
                  <c:v>1.0568404</c:v>
                </c:pt>
                <c:pt idx="49">
                  <c:v>1.0565147</c:v>
                </c:pt>
                <c:pt idx="50">
                  <c:v>1.0561522</c:v>
                </c:pt>
                <c:pt idx="51">
                  <c:v>1.0556631</c:v>
                </c:pt>
                <c:pt idx="52">
                  <c:v>1.0551358</c:v>
                </c:pt>
                <c:pt idx="53">
                  <c:v>1.0546218</c:v>
                </c:pt>
                <c:pt idx="54">
                  <c:v>1.053921</c:v>
                </c:pt>
                <c:pt idx="55">
                  <c:v>1.0532135</c:v>
                </c:pt>
                <c:pt idx="56">
                  <c:v>1.0531958</c:v>
                </c:pt>
                <c:pt idx="57">
                  <c:v>1.0526152</c:v>
                </c:pt>
                <c:pt idx="58">
                  <c:v>1.0519443</c:v>
                </c:pt>
                <c:pt idx="59">
                  <c:v>1.051338</c:v>
                </c:pt>
                <c:pt idx="60">
                  <c:v>1.0506938</c:v>
                </c:pt>
                <c:pt idx="61">
                  <c:v>1.050084</c:v>
                </c:pt>
                <c:pt idx="62">
                  <c:v>1.0491389</c:v>
                </c:pt>
                <c:pt idx="63">
                  <c:v>1.0487903</c:v>
                </c:pt>
                <c:pt idx="64">
                  <c:v>1.0485321</c:v>
                </c:pt>
                <c:pt idx="65">
                  <c:v>1.0479339</c:v>
                </c:pt>
                <c:pt idx="66">
                  <c:v>1.0471083</c:v>
                </c:pt>
                <c:pt idx="67">
                  <c:v>1.0464337</c:v>
                </c:pt>
                <c:pt idx="68">
                  <c:v>1.0462241</c:v>
                </c:pt>
                <c:pt idx="69">
                  <c:v>1.0452819</c:v>
                </c:pt>
                <c:pt idx="70">
                  <c:v>1.0450544</c:v>
                </c:pt>
                <c:pt idx="71">
                  <c:v>1.0442741</c:v>
                </c:pt>
                <c:pt idx="72">
                  <c:v>1.0435821</c:v>
                </c:pt>
                <c:pt idx="73">
                  <c:v>1.0430027</c:v>
                </c:pt>
                <c:pt idx="74">
                  <c:v>1.0422689</c:v>
                </c:pt>
                <c:pt idx="75">
                  <c:v>1.0415294</c:v>
                </c:pt>
                <c:pt idx="76">
                  <c:v>1.0407482</c:v>
                </c:pt>
                <c:pt idx="77">
                  <c:v>1.0401144</c:v>
                </c:pt>
                <c:pt idx="78">
                  <c:v>1.0394152</c:v>
                </c:pt>
                <c:pt idx="79">
                  <c:v>1.0387712</c:v>
                </c:pt>
                <c:pt idx="80">
                  <c:v>1.0379636</c:v>
                </c:pt>
                <c:pt idx="81">
                  <c:v>1.0370592</c:v>
                </c:pt>
                <c:pt idx="82">
                  <c:v>1.0361158</c:v>
                </c:pt>
                <c:pt idx="83">
                  <c:v>1.0351394</c:v>
                </c:pt>
                <c:pt idx="84">
                  <c:v>1.0341414</c:v>
                </c:pt>
                <c:pt idx="85">
                  <c:v>1.0334787</c:v>
                </c:pt>
                <c:pt idx="86">
                  <c:v>1.0325159</c:v>
                </c:pt>
                <c:pt idx="87">
                  <c:v>1.0314757</c:v>
                </c:pt>
                <c:pt idx="88">
                  <c:v>1.0301173</c:v>
                </c:pt>
                <c:pt idx="89">
                  <c:v>1.0293499</c:v>
                </c:pt>
                <c:pt idx="90">
                  <c:v>1.0277317</c:v>
                </c:pt>
                <c:pt idx="91">
                  <c:v>1.0265223</c:v>
                </c:pt>
                <c:pt idx="92">
                  <c:v>1.0251464</c:v>
                </c:pt>
                <c:pt idx="93">
                  <c:v>1.0234905</c:v>
                </c:pt>
                <c:pt idx="94">
                  <c:v>1.0218275</c:v>
                </c:pt>
                <c:pt idx="95">
                  <c:v>1.0197935</c:v>
                </c:pt>
                <c:pt idx="96">
                  <c:v>1.0179275</c:v>
                </c:pt>
                <c:pt idx="97">
                  <c:v>1.0158914</c:v>
                </c:pt>
                <c:pt idx="98">
                  <c:v>1.0137094</c:v>
                </c:pt>
                <c:pt idx="99">
                  <c:v>1.0109447</c:v>
                </c:pt>
                <c:pt idx="100">
                  <c:v>1.0086331</c:v>
                </c:pt>
                <c:pt idx="101">
                  <c:v>1.0056101</c:v>
                </c:pt>
                <c:pt idx="102">
                  <c:v>1.0027052</c:v>
                </c:pt>
                <c:pt idx="103">
                  <c:v>0.99923152</c:v>
                </c:pt>
                <c:pt idx="104">
                  <c:v>0.99544185</c:v>
                </c:pt>
                <c:pt idx="105">
                  <c:v>0.99131608</c:v>
                </c:pt>
                <c:pt idx="106">
                  <c:v>0.98715609</c:v>
                </c:pt>
                <c:pt idx="107">
                  <c:v>0.98244119</c:v>
                </c:pt>
                <c:pt idx="108">
                  <c:v>0.97672439</c:v>
                </c:pt>
                <c:pt idx="109">
                  <c:v>0.9711917</c:v>
                </c:pt>
                <c:pt idx="110">
                  <c:v>0.96403223</c:v>
                </c:pt>
                <c:pt idx="111">
                  <c:v>0.95701998</c:v>
                </c:pt>
                <c:pt idx="112">
                  <c:v>0.94838375</c:v>
                </c:pt>
                <c:pt idx="113">
                  <c:v>0.93977422</c:v>
                </c:pt>
                <c:pt idx="114">
                  <c:v>0.92965037</c:v>
                </c:pt>
                <c:pt idx="115">
                  <c:v>0.92047614</c:v>
                </c:pt>
                <c:pt idx="116">
                  <c:v>0.9099201</c:v>
                </c:pt>
                <c:pt idx="117">
                  <c:v>0.90037286</c:v>
                </c:pt>
                <c:pt idx="118">
                  <c:v>0.88959455</c:v>
                </c:pt>
                <c:pt idx="119">
                  <c:v>0.8804329</c:v>
                </c:pt>
              </c:numCache>
            </c:numRef>
          </c:yVal>
        </c:ser>
        <c:ser>
          <c:idx val="1"/>
          <c:order val="1"/>
          <c:tx>
            <c:v>Batch3_cell_001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19</c:v>
                </c:pt>
                <c:pt idx="3">
                  <c:v>28</c:v>
                </c:pt>
                <c:pt idx="4">
                  <c:v>37</c:v>
                </c:pt>
                <c:pt idx="5">
                  <c:v>46</c:v>
                </c:pt>
                <c:pt idx="6">
                  <c:v>54</c:v>
                </c:pt>
                <c:pt idx="7">
                  <c:v>63</c:v>
                </c:pt>
                <c:pt idx="8">
                  <c:v>72</c:v>
                </c:pt>
                <c:pt idx="9">
                  <c:v>81</c:v>
                </c:pt>
                <c:pt idx="10">
                  <c:v>90</c:v>
                </c:pt>
                <c:pt idx="11">
                  <c:v>99</c:v>
                </c:pt>
                <c:pt idx="12">
                  <c:v>108</c:v>
                </c:pt>
                <c:pt idx="13">
                  <c:v>117</c:v>
                </c:pt>
                <c:pt idx="14">
                  <c:v>126</c:v>
                </c:pt>
                <c:pt idx="15">
                  <c:v>135</c:v>
                </c:pt>
                <c:pt idx="16">
                  <c:v>144</c:v>
                </c:pt>
                <c:pt idx="17">
                  <c:v>153</c:v>
                </c:pt>
                <c:pt idx="18">
                  <c:v>161</c:v>
                </c:pt>
                <c:pt idx="19">
                  <c:v>170</c:v>
                </c:pt>
                <c:pt idx="20">
                  <c:v>179</c:v>
                </c:pt>
                <c:pt idx="21">
                  <c:v>188</c:v>
                </c:pt>
                <c:pt idx="22">
                  <c:v>197</c:v>
                </c:pt>
                <c:pt idx="23">
                  <c:v>206</c:v>
                </c:pt>
                <c:pt idx="24">
                  <c:v>215</c:v>
                </c:pt>
                <c:pt idx="25">
                  <c:v>224</c:v>
                </c:pt>
                <c:pt idx="26">
                  <c:v>233</c:v>
                </c:pt>
                <c:pt idx="27">
                  <c:v>242</c:v>
                </c:pt>
                <c:pt idx="28">
                  <c:v>251</c:v>
                </c:pt>
                <c:pt idx="29">
                  <c:v>260</c:v>
                </c:pt>
                <c:pt idx="30">
                  <c:v>268</c:v>
                </c:pt>
                <c:pt idx="31">
                  <c:v>277</c:v>
                </c:pt>
                <c:pt idx="32">
                  <c:v>286</c:v>
                </c:pt>
                <c:pt idx="33">
                  <c:v>295</c:v>
                </c:pt>
                <c:pt idx="34">
                  <c:v>304</c:v>
                </c:pt>
                <c:pt idx="35">
                  <c:v>313</c:v>
                </c:pt>
                <c:pt idx="36">
                  <c:v>322</c:v>
                </c:pt>
                <c:pt idx="37">
                  <c:v>331</c:v>
                </c:pt>
                <c:pt idx="38">
                  <c:v>340</c:v>
                </c:pt>
                <c:pt idx="39">
                  <c:v>349</c:v>
                </c:pt>
                <c:pt idx="40">
                  <c:v>358</c:v>
                </c:pt>
                <c:pt idx="41">
                  <c:v>367</c:v>
                </c:pt>
                <c:pt idx="42">
                  <c:v>375</c:v>
                </c:pt>
                <c:pt idx="43">
                  <c:v>384</c:v>
                </c:pt>
                <c:pt idx="44">
                  <c:v>393</c:v>
                </c:pt>
                <c:pt idx="45">
                  <c:v>402</c:v>
                </c:pt>
                <c:pt idx="46">
                  <c:v>411</c:v>
                </c:pt>
                <c:pt idx="47">
                  <c:v>420</c:v>
                </c:pt>
                <c:pt idx="48">
                  <c:v>429</c:v>
                </c:pt>
                <c:pt idx="49">
                  <c:v>438</c:v>
                </c:pt>
                <c:pt idx="50">
                  <c:v>447</c:v>
                </c:pt>
                <c:pt idx="51">
                  <c:v>456</c:v>
                </c:pt>
                <c:pt idx="52">
                  <c:v>465</c:v>
                </c:pt>
                <c:pt idx="53">
                  <c:v>474</c:v>
                </c:pt>
                <c:pt idx="54">
                  <c:v>482</c:v>
                </c:pt>
                <c:pt idx="55">
                  <c:v>491</c:v>
                </c:pt>
                <c:pt idx="56">
                  <c:v>500</c:v>
                </c:pt>
                <c:pt idx="57">
                  <c:v>509</c:v>
                </c:pt>
                <c:pt idx="58">
                  <c:v>518</c:v>
                </c:pt>
                <c:pt idx="59">
                  <c:v>527</c:v>
                </c:pt>
                <c:pt idx="60">
                  <c:v>536</c:v>
                </c:pt>
                <c:pt idx="61">
                  <c:v>545</c:v>
                </c:pt>
                <c:pt idx="62">
                  <c:v>554</c:v>
                </c:pt>
                <c:pt idx="63">
                  <c:v>563</c:v>
                </c:pt>
                <c:pt idx="64">
                  <c:v>572</c:v>
                </c:pt>
                <c:pt idx="65">
                  <c:v>581</c:v>
                </c:pt>
                <c:pt idx="66">
                  <c:v>589</c:v>
                </c:pt>
                <c:pt idx="67">
                  <c:v>598</c:v>
                </c:pt>
                <c:pt idx="68">
                  <c:v>607</c:v>
                </c:pt>
                <c:pt idx="69">
                  <c:v>616</c:v>
                </c:pt>
                <c:pt idx="70">
                  <c:v>625</c:v>
                </c:pt>
                <c:pt idx="71">
                  <c:v>634</c:v>
                </c:pt>
                <c:pt idx="72">
                  <c:v>643</c:v>
                </c:pt>
                <c:pt idx="73">
                  <c:v>652</c:v>
                </c:pt>
                <c:pt idx="74">
                  <c:v>661</c:v>
                </c:pt>
                <c:pt idx="75">
                  <c:v>670</c:v>
                </c:pt>
                <c:pt idx="76">
                  <c:v>679</c:v>
                </c:pt>
                <c:pt idx="77">
                  <c:v>688</c:v>
                </c:pt>
                <c:pt idx="78">
                  <c:v>696</c:v>
                </c:pt>
                <c:pt idx="79">
                  <c:v>705</c:v>
                </c:pt>
                <c:pt idx="80">
                  <c:v>714</c:v>
                </c:pt>
                <c:pt idx="81">
                  <c:v>723</c:v>
                </c:pt>
                <c:pt idx="82">
                  <c:v>732</c:v>
                </c:pt>
                <c:pt idx="83">
                  <c:v>741</c:v>
                </c:pt>
                <c:pt idx="84">
                  <c:v>750</c:v>
                </c:pt>
                <c:pt idx="85">
                  <c:v>759</c:v>
                </c:pt>
                <c:pt idx="86">
                  <c:v>768</c:v>
                </c:pt>
                <c:pt idx="87">
                  <c:v>777</c:v>
                </c:pt>
                <c:pt idx="88">
                  <c:v>786</c:v>
                </c:pt>
                <c:pt idx="89">
                  <c:v>795</c:v>
                </c:pt>
                <c:pt idx="90">
                  <c:v>803</c:v>
                </c:pt>
                <c:pt idx="91">
                  <c:v>812</c:v>
                </c:pt>
                <c:pt idx="92">
                  <c:v>821</c:v>
                </c:pt>
                <c:pt idx="93">
                  <c:v>830</c:v>
                </c:pt>
                <c:pt idx="94">
                  <c:v>839</c:v>
                </c:pt>
                <c:pt idx="95">
                  <c:v>848</c:v>
                </c:pt>
                <c:pt idx="96">
                  <c:v>857</c:v>
                </c:pt>
                <c:pt idx="97">
                  <c:v>866</c:v>
                </c:pt>
                <c:pt idx="98">
                  <c:v>875</c:v>
                </c:pt>
                <c:pt idx="99">
                  <c:v>884</c:v>
                </c:pt>
                <c:pt idx="100">
                  <c:v>893</c:v>
                </c:pt>
                <c:pt idx="101">
                  <c:v>902</c:v>
                </c:pt>
                <c:pt idx="102">
                  <c:v>910</c:v>
                </c:pt>
                <c:pt idx="103">
                  <c:v>919</c:v>
                </c:pt>
                <c:pt idx="104">
                  <c:v>928</c:v>
                </c:pt>
                <c:pt idx="105">
                  <c:v>937</c:v>
                </c:pt>
                <c:pt idx="106">
                  <c:v>946</c:v>
                </c:pt>
                <c:pt idx="107">
                  <c:v>955</c:v>
                </c:pt>
                <c:pt idx="108">
                  <c:v>964</c:v>
                </c:pt>
                <c:pt idx="109">
                  <c:v>973</c:v>
                </c:pt>
                <c:pt idx="110">
                  <c:v>982</c:v>
                </c:pt>
                <c:pt idx="111">
                  <c:v>991</c:v>
                </c:pt>
                <c:pt idx="112">
                  <c:v>1000</c:v>
                </c:pt>
                <c:pt idx="113">
                  <c:v>1009</c:v>
                </c:pt>
                <c:pt idx="114">
                  <c:v>1017</c:v>
                </c:pt>
                <c:pt idx="115">
                  <c:v>1026</c:v>
                </c:pt>
                <c:pt idx="116">
                  <c:v>1035</c:v>
                </c:pt>
                <c:pt idx="117">
                  <c:v>1044</c:v>
                </c:pt>
                <c:pt idx="118">
                  <c:v>1053</c:v>
                </c:pt>
                <c:pt idx="119">
                  <c:v>1062</c:v>
                </c:pt>
              </c:numCache>
            </c:numRef>
          </c:xVal>
          <c:yVal>
            <c:numRef>
              <c:f>'Chart Data'!$D$2:$D$121</c:f>
              <c:numCache>
                <c:formatCode>General</c:formatCode>
                <c:ptCount val="120"/>
                <c:pt idx="0">
                  <c:v>1.0642239</c:v>
                </c:pt>
                <c:pt idx="1">
                  <c:v>1.068262</c:v>
                </c:pt>
                <c:pt idx="2">
                  <c:v>1.0684186</c:v>
                </c:pt>
                <c:pt idx="3">
                  <c:v>1.0684401</c:v>
                </c:pt>
                <c:pt idx="4">
                  <c:v>1.0683757</c:v>
                </c:pt>
                <c:pt idx="5">
                  <c:v>1.068053</c:v>
                </c:pt>
                <c:pt idx="6">
                  <c:v>1.0679231</c:v>
                </c:pt>
                <c:pt idx="7">
                  <c:v>1.0676355</c:v>
                </c:pt>
                <c:pt idx="8">
                  <c:v>1.0672945</c:v>
                </c:pt>
                <c:pt idx="9">
                  <c:v>1.0671027</c:v>
                </c:pt>
                <c:pt idx="10">
                  <c:v>1.0671198</c:v>
                </c:pt>
                <c:pt idx="11">
                  <c:v>1.0665125</c:v>
                </c:pt>
                <c:pt idx="12">
                  <c:v>1.0662388</c:v>
                </c:pt>
                <c:pt idx="13">
                  <c:v>1.0662987</c:v>
                </c:pt>
                <c:pt idx="14">
                  <c:v>1.0660357</c:v>
                </c:pt>
                <c:pt idx="15">
                  <c:v>1.0655521</c:v>
                </c:pt>
                <c:pt idx="16">
                  <c:v>1.0653615</c:v>
                </c:pt>
                <c:pt idx="17">
                  <c:v>1.0652844</c:v>
                </c:pt>
                <c:pt idx="18">
                  <c:v>1.0649302</c:v>
                </c:pt>
                <c:pt idx="19">
                  <c:v>1.0643998</c:v>
                </c:pt>
                <c:pt idx="20">
                  <c:v>1.0640876</c:v>
                </c:pt>
                <c:pt idx="21">
                  <c:v>1.0634246</c:v>
                </c:pt>
                <c:pt idx="22">
                  <c:v>1.0630983</c:v>
                </c:pt>
                <c:pt idx="23">
                  <c:v>1.0624253</c:v>
                </c:pt>
                <c:pt idx="24">
                  <c:v>1.062476</c:v>
                </c:pt>
                <c:pt idx="25">
                  <c:v>1.062054</c:v>
                </c:pt>
                <c:pt idx="26">
                  <c:v>1.0617421</c:v>
                </c:pt>
                <c:pt idx="27">
                  <c:v>1.0611851</c:v>
                </c:pt>
                <c:pt idx="28">
                  <c:v>1.0608443</c:v>
                </c:pt>
                <c:pt idx="29">
                  <c:v>1.0602152</c:v>
                </c:pt>
                <c:pt idx="30">
                  <c:v>1.0598644</c:v>
                </c:pt>
                <c:pt idx="31">
                  <c:v>1.0596055</c:v>
                </c:pt>
                <c:pt idx="32">
                  <c:v>1.0590639</c:v>
                </c:pt>
                <c:pt idx="33">
                  <c:v>1.0583733</c:v>
                </c:pt>
                <c:pt idx="34">
                  <c:v>1.0580441</c:v>
                </c:pt>
                <c:pt idx="35">
                  <c:v>1.0575323</c:v>
                </c:pt>
                <c:pt idx="36">
                  <c:v>1.0570207</c:v>
                </c:pt>
                <c:pt idx="37">
                  <c:v>1.0565733</c:v>
                </c:pt>
                <c:pt idx="38">
                  <c:v>1.0561011</c:v>
                </c:pt>
                <c:pt idx="39">
                  <c:v>1.0557251</c:v>
                </c:pt>
                <c:pt idx="40">
                  <c:v>1.0553747</c:v>
                </c:pt>
                <c:pt idx="41">
                  <c:v>1.0548949</c:v>
                </c:pt>
                <c:pt idx="42">
                  <c:v>1.0543679</c:v>
                </c:pt>
                <c:pt idx="43">
                  <c:v>1.054093</c:v>
                </c:pt>
                <c:pt idx="44">
                  <c:v>1.0537641</c:v>
                </c:pt>
                <c:pt idx="45">
                  <c:v>1.0536196</c:v>
                </c:pt>
                <c:pt idx="46">
                  <c:v>1.0531936</c:v>
                </c:pt>
                <c:pt idx="47">
                  <c:v>1.052847</c:v>
                </c:pt>
                <c:pt idx="48">
                  <c:v>1.0525333</c:v>
                </c:pt>
                <c:pt idx="49">
                  <c:v>1.0522801</c:v>
                </c:pt>
                <c:pt idx="50">
                  <c:v>1.0517012</c:v>
                </c:pt>
                <c:pt idx="51">
                  <c:v>1.0511264</c:v>
                </c:pt>
                <c:pt idx="52">
                  <c:v>1.050387</c:v>
                </c:pt>
                <c:pt idx="53">
                  <c:v>1.0494915</c:v>
                </c:pt>
                <c:pt idx="54">
                  <c:v>1.0496787</c:v>
                </c:pt>
                <c:pt idx="55">
                  <c:v>1.0490055</c:v>
                </c:pt>
                <c:pt idx="56">
                  <c:v>1.0484531</c:v>
                </c:pt>
                <c:pt idx="57">
                  <c:v>1.0478204</c:v>
                </c:pt>
                <c:pt idx="58">
                  <c:v>1.0473423</c:v>
                </c:pt>
                <c:pt idx="59">
                  <c:v>1.0467839</c:v>
                </c:pt>
                <c:pt idx="60">
                  <c:v>1.0459905</c:v>
                </c:pt>
                <c:pt idx="61">
                  <c:v>1.0456743</c:v>
                </c:pt>
                <c:pt idx="62">
                  <c:v>1.0455326</c:v>
                </c:pt>
                <c:pt idx="63">
                  <c:v>1.0448037</c:v>
                </c:pt>
                <c:pt idx="64">
                  <c:v>1.0441902</c:v>
                </c:pt>
                <c:pt idx="65">
                  <c:v>1.0434506</c:v>
                </c:pt>
                <c:pt idx="66">
                  <c:v>1.0429251</c:v>
                </c:pt>
                <c:pt idx="67">
                  <c:v>1.0425404</c:v>
                </c:pt>
                <c:pt idx="68">
                  <c:v>1.041906</c:v>
                </c:pt>
                <c:pt idx="69">
                  <c:v>1.0414355</c:v>
                </c:pt>
                <c:pt idx="70">
                  <c:v>1.0407997</c:v>
                </c:pt>
                <c:pt idx="71">
                  <c:v>1.0402155</c:v>
                </c:pt>
                <c:pt idx="72">
                  <c:v>1.0395211</c:v>
                </c:pt>
                <c:pt idx="73">
                  <c:v>1.0388302</c:v>
                </c:pt>
                <c:pt idx="74">
                  <c:v>1.0381281</c:v>
                </c:pt>
                <c:pt idx="75">
                  <c:v>1.0374254</c:v>
                </c:pt>
                <c:pt idx="76">
                  <c:v>1.0367695</c:v>
                </c:pt>
                <c:pt idx="77">
                  <c:v>1.0360075</c:v>
                </c:pt>
                <c:pt idx="78">
                  <c:v>1.0353136</c:v>
                </c:pt>
                <c:pt idx="79">
                  <c:v>1.0345987</c:v>
                </c:pt>
                <c:pt idx="80">
                  <c:v>1.0337081</c:v>
                </c:pt>
                <c:pt idx="81">
                  <c:v>1.0327902</c:v>
                </c:pt>
                <c:pt idx="82">
                  <c:v>1.032303</c:v>
                </c:pt>
                <c:pt idx="83">
                  <c:v>1.0314214</c:v>
                </c:pt>
                <c:pt idx="84">
                  <c:v>1.0305109</c:v>
                </c:pt>
                <c:pt idx="85">
                  <c:v>1.0297903</c:v>
                </c:pt>
                <c:pt idx="86">
                  <c:v>1.0286881</c:v>
                </c:pt>
                <c:pt idx="87">
                  <c:v>1.0275571</c:v>
                </c:pt>
                <c:pt idx="88">
                  <c:v>1.0264679</c:v>
                </c:pt>
                <c:pt idx="89">
                  <c:v>1.0254012</c:v>
                </c:pt>
                <c:pt idx="90">
                  <c:v>1.0240662</c:v>
                </c:pt>
                <c:pt idx="91">
                  <c:v>1.0225224</c:v>
                </c:pt>
                <c:pt idx="92">
                  <c:v>1.0208744</c:v>
                </c:pt>
                <c:pt idx="93">
                  <c:v>1.0194235</c:v>
                </c:pt>
                <c:pt idx="94">
                  <c:v>1.0174711</c:v>
                </c:pt>
                <c:pt idx="95">
                  <c:v>1.0153724</c:v>
                </c:pt>
                <c:pt idx="96">
                  <c:v>1.0132588</c:v>
                </c:pt>
                <c:pt idx="97">
                  <c:v>1.0109526</c:v>
                </c:pt>
                <c:pt idx="98">
                  <c:v>1.008322</c:v>
                </c:pt>
                <c:pt idx="99">
                  <c:v>1.0057237</c:v>
                </c:pt>
                <c:pt idx="100">
                  <c:v>1.0025611</c:v>
                </c:pt>
                <c:pt idx="101">
                  <c:v>0.99955374</c:v>
                </c:pt>
                <c:pt idx="102">
                  <c:v>0.99616253</c:v>
                </c:pt>
                <c:pt idx="103">
                  <c:v>0.99223834</c:v>
                </c:pt>
                <c:pt idx="104">
                  <c:v>0.98753589</c:v>
                </c:pt>
                <c:pt idx="105">
                  <c:v>0.98258495</c:v>
                </c:pt>
                <c:pt idx="106">
                  <c:v>0.97598827</c:v>
                </c:pt>
                <c:pt idx="107">
                  <c:v>0.96946114</c:v>
                </c:pt>
                <c:pt idx="108">
                  <c:v>0.9622975</c:v>
                </c:pt>
                <c:pt idx="109">
                  <c:v>0.95465183</c:v>
                </c:pt>
                <c:pt idx="110">
                  <c:v>0.94709027</c:v>
                </c:pt>
                <c:pt idx="111">
                  <c:v>0.93965834</c:v>
                </c:pt>
                <c:pt idx="112">
                  <c:v>0.93253171</c:v>
                </c:pt>
                <c:pt idx="113">
                  <c:v>0.92545962</c:v>
                </c:pt>
                <c:pt idx="114">
                  <c:v>0.91918302</c:v>
                </c:pt>
                <c:pt idx="115">
                  <c:v>0.91205865</c:v>
                </c:pt>
                <c:pt idx="116">
                  <c:v>0.90469646</c:v>
                </c:pt>
                <c:pt idx="117">
                  <c:v>0.89682454</c:v>
                </c:pt>
                <c:pt idx="118">
                  <c:v>0.88857502</c:v>
                </c:pt>
                <c:pt idx="119">
                  <c:v>0.8802734</c:v>
                </c:pt>
              </c:numCache>
            </c:numRef>
          </c:yVal>
        </c:ser>
        <c:ser>
          <c:idx val="2"/>
          <c:order val="2"/>
          <c:tx>
            <c:v>Batch3_cell_003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29</c:v>
                </c:pt>
                <c:pt idx="4">
                  <c:v>38</c:v>
                </c:pt>
                <c:pt idx="5">
                  <c:v>48</c:v>
                </c:pt>
                <c:pt idx="6">
                  <c:v>57</c:v>
                </c:pt>
                <c:pt idx="7">
                  <c:v>66</c:v>
                </c:pt>
                <c:pt idx="8">
                  <c:v>76</c:v>
                </c:pt>
                <c:pt idx="9">
                  <c:v>85</c:v>
                </c:pt>
                <c:pt idx="10">
                  <c:v>95</c:v>
                </c:pt>
                <c:pt idx="11">
                  <c:v>104</c:v>
                </c:pt>
                <c:pt idx="12">
                  <c:v>113</c:v>
                </c:pt>
                <c:pt idx="13">
                  <c:v>123</c:v>
                </c:pt>
                <c:pt idx="14">
                  <c:v>132</c:v>
                </c:pt>
                <c:pt idx="15">
                  <c:v>141</c:v>
                </c:pt>
                <c:pt idx="16">
                  <c:v>151</c:v>
                </c:pt>
                <c:pt idx="17">
                  <c:v>160</c:v>
                </c:pt>
                <c:pt idx="18">
                  <c:v>169</c:v>
                </c:pt>
                <c:pt idx="19">
                  <c:v>179</c:v>
                </c:pt>
                <c:pt idx="20">
                  <c:v>188</c:v>
                </c:pt>
                <c:pt idx="21">
                  <c:v>197</c:v>
                </c:pt>
                <c:pt idx="22">
                  <c:v>207</c:v>
                </c:pt>
                <c:pt idx="23">
                  <c:v>216</c:v>
                </c:pt>
                <c:pt idx="24">
                  <c:v>225</c:v>
                </c:pt>
                <c:pt idx="25">
                  <c:v>235</c:v>
                </c:pt>
                <c:pt idx="26">
                  <c:v>244</c:v>
                </c:pt>
                <c:pt idx="27">
                  <c:v>254</c:v>
                </c:pt>
                <c:pt idx="28">
                  <c:v>263</c:v>
                </c:pt>
                <c:pt idx="29">
                  <c:v>272</c:v>
                </c:pt>
                <c:pt idx="30">
                  <c:v>282</c:v>
                </c:pt>
                <c:pt idx="31">
                  <c:v>291</c:v>
                </c:pt>
                <c:pt idx="32">
                  <c:v>300</c:v>
                </c:pt>
                <c:pt idx="33">
                  <c:v>310</c:v>
                </c:pt>
                <c:pt idx="34">
                  <c:v>319</c:v>
                </c:pt>
                <c:pt idx="35">
                  <c:v>328</c:v>
                </c:pt>
                <c:pt idx="36">
                  <c:v>338</c:v>
                </c:pt>
                <c:pt idx="37">
                  <c:v>347</c:v>
                </c:pt>
                <c:pt idx="38">
                  <c:v>356</c:v>
                </c:pt>
                <c:pt idx="39">
                  <c:v>366</c:v>
                </c:pt>
                <c:pt idx="40">
                  <c:v>375</c:v>
                </c:pt>
                <c:pt idx="41">
                  <c:v>384</c:v>
                </c:pt>
                <c:pt idx="42">
                  <c:v>394</c:v>
                </c:pt>
                <c:pt idx="43">
                  <c:v>403</c:v>
                </c:pt>
                <c:pt idx="44">
                  <c:v>413</c:v>
                </c:pt>
                <c:pt idx="45">
                  <c:v>422</c:v>
                </c:pt>
                <c:pt idx="46">
                  <c:v>431</c:v>
                </c:pt>
                <c:pt idx="47">
                  <c:v>441</c:v>
                </c:pt>
                <c:pt idx="48">
                  <c:v>450</c:v>
                </c:pt>
                <c:pt idx="49">
                  <c:v>459</c:v>
                </c:pt>
                <c:pt idx="50">
                  <c:v>469</c:v>
                </c:pt>
                <c:pt idx="51">
                  <c:v>478</c:v>
                </c:pt>
                <c:pt idx="52">
                  <c:v>487</c:v>
                </c:pt>
                <c:pt idx="53">
                  <c:v>497</c:v>
                </c:pt>
                <c:pt idx="54">
                  <c:v>506</c:v>
                </c:pt>
                <c:pt idx="55">
                  <c:v>515</c:v>
                </c:pt>
                <c:pt idx="56">
                  <c:v>525</c:v>
                </c:pt>
                <c:pt idx="57">
                  <c:v>534</c:v>
                </c:pt>
                <c:pt idx="58">
                  <c:v>543</c:v>
                </c:pt>
                <c:pt idx="59">
                  <c:v>553</c:v>
                </c:pt>
                <c:pt idx="60">
                  <c:v>562</c:v>
                </c:pt>
                <c:pt idx="61">
                  <c:v>572</c:v>
                </c:pt>
                <c:pt idx="62">
                  <c:v>581</c:v>
                </c:pt>
                <c:pt idx="63">
                  <c:v>590</c:v>
                </c:pt>
                <c:pt idx="64">
                  <c:v>600</c:v>
                </c:pt>
                <c:pt idx="65">
                  <c:v>609</c:v>
                </c:pt>
                <c:pt idx="66">
                  <c:v>618</c:v>
                </c:pt>
                <c:pt idx="67">
                  <c:v>628</c:v>
                </c:pt>
                <c:pt idx="68">
                  <c:v>637</c:v>
                </c:pt>
                <c:pt idx="69">
                  <c:v>646</c:v>
                </c:pt>
                <c:pt idx="70">
                  <c:v>656</c:v>
                </c:pt>
                <c:pt idx="71">
                  <c:v>665</c:v>
                </c:pt>
                <c:pt idx="72">
                  <c:v>674</c:v>
                </c:pt>
                <c:pt idx="73">
                  <c:v>684</c:v>
                </c:pt>
                <c:pt idx="74">
                  <c:v>693</c:v>
                </c:pt>
                <c:pt idx="75">
                  <c:v>702</c:v>
                </c:pt>
                <c:pt idx="76">
                  <c:v>712</c:v>
                </c:pt>
                <c:pt idx="77">
                  <c:v>721</c:v>
                </c:pt>
                <c:pt idx="78">
                  <c:v>731</c:v>
                </c:pt>
                <c:pt idx="79">
                  <c:v>740</c:v>
                </c:pt>
                <c:pt idx="80">
                  <c:v>749</c:v>
                </c:pt>
                <c:pt idx="81">
                  <c:v>759</c:v>
                </c:pt>
                <c:pt idx="82">
                  <c:v>768</c:v>
                </c:pt>
                <c:pt idx="83">
                  <c:v>777</c:v>
                </c:pt>
                <c:pt idx="84">
                  <c:v>787</c:v>
                </c:pt>
                <c:pt idx="85">
                  <c:v>796</c:v>
                </c:pt>
                <c:pt idx="86">
                  <c:v>805</c:v>
                </c:pt>
                <c:pt idx="87">
                  <c:v>815</c:v>
                </c:pt>
                <c:pt idx="88">
                  <c:v>824</c:v>
                </c:pt>
                <c:pt idx="89">
                  <c:v>833</c:v>
                </c:pt>
                <c:pt idx="90">
                  <c:v>843</c:v>
                </c:pt>
                <c:pt idx="91">
                  <c:v>852</c:v>
                </c:pt>
                <c:pt idx="92">
                  <c:v>861</c:v>
                </c:pt>
                <c:pt idx="93">
                  <c:v>871</c:v>
                </c:pt>
                <c:pt idx="94">
                  <c:v>880</c:v>
                </c:pt>
                <c:pt idx="95">
                  <c:v>890</c:v>
                </c:pt>
                <c:pt idx="96">
                  <c:v>899</c:v>
                </c:pt>
                <c:pt idx="97">
                  <c:v>908</c:v>
                </c:pt>
                <c:pt idx="98">
                  <c:v>918</c:v>
                </c:pt>
                <c:pt idx="99">
                  <c:v>927</c:v>
                </c:pt>
                <c:pt idx="100">
                  <c:v>936</c:v>
                </c:pt>
                <c:pt idx="101">
                  <c:v>946</c:v>
                </c:pt>
                <c:pt idx="102">
                  <c:v>955</c:v>
                </c:pt>
                <c:pt idx="103">
                  <c:v>964</c:v>
                </c:pt>
                <c:pt idx="104">
                  <c:v>974</c:v>
                </c:pt>
                <c:pt idx="105">
                  <c:v>983</c:v>
                </c:pt>
                <c:pt idx="106">
                  <c:v>992</c:v>
                </c:pt>
                <c:pt idx="107">
                  <c:v>1002</c:v>
                </c:pt>
                <c:pt idx="108">
                  <c:v>1011</c:v>
                </c:pt>
                <c:pt idx="109">
                  <c:v>1020</c:v>
                </c:pt>
                <c:pt idx="110">
                  <c:v>1030</c:v>
                </c:pt>
                <c:pt idx="111">
                  <c:v>1039</c:v>
                </c:pt>
                <c:pt idx="112">
                  <c:v>1049</c:v>
                </c:pt>
                <c:pt idx="113">
                  <c:v>1058</c:v>
                </c:pt>
                <c:pt idx="114">
                  <c:v>1067</c:v>
                </c:pt>
                <c:pt idx="115">
                  <c:v>1077</c:v>
                </c:pt>
                <c:pt idx="116">
                  <c:v>1086</c:v>
                </c:pt>
                <c:pt idx="117">
                  <c:v>1095</c:v>
                </c:pt>
                <c:pt idx="118">
                  <c:v>1105</c:v>
                </c:pt>
                <c:pt idx="119">
                  <c:v>1114</c:v>
                </c:pt>
              </c:numCache>
            </c:numRef>
          </c:xVal>
          <c:yVal>
            <c:numRef>
              <c:f>'Chart Data'!$F$2:$F$121</c:f>
              <c:numCache>
                <c:formatCode>General</c:formatCode>
                <c:ptCount val="120"/>
                <c:pt idx="0">
                  <c:v>1.0622736</c:v>
                </c:pt>
                <c:pt idx="1">
                  <c:v>1.0651054</c:v>
                </c:pt>
                <c:pt idx="2">
                  <c:v>1.0653681</c:v>
                </c:pt>
                <c:pt idx="3">
                  <c:v>1.0655317</c:v>
                </c:pt>
                <c:pt idx="4">
                  <c:v>1.065299</c:v>
                </c:pt>
                <c:pt idx="5">
                  <c:v>1.0650767</c:v>
                </c:pt>
                <c:pt idx="6">
                  <c:v>1.0646968</c:v>
                </c:pt>
                <c:pt idx="7">
                  <c:v>1.0646387</c:v>
                </c:pt>
                <c:pt idx="8">
                  <c:v>1.0639188</c:v>
                </c:pt>
                <c:pt idx="9">
                  <c:v>1.0640041</c:v>
                </c:pt>
                <c:pt idx="10">
                  <c:v>1.063789</c:v>
                </c:pt>
                <c:pt idx="11">
                  <c:v>1.0634027</c:v>
                </c:pt>
                <c:pt idx="12">
                  <c:v>1.0632603</c:v>
                </c:pt>
                <c:pt idx="13">
                  <c:v>1.0634745</c:v>
                </c:pt>
                <c:pt idx="14">
                  <c:v>1.0628715</c:v>
                </c:pt>
                <c:pt idx="15">
                  <c:v>1.0623727</c:v>
                </c:pt>
                <c:pt idx="16">
                  <c:v>1.0624093</c:v>
                </c:pt>
                <c:pt idx="17">
                  <c:v>1.0623716</c:v>
                </c:pt>
                <c:pt idx="18">
                  <c:v>1.0617182</c:v>
                </c:pt>
                <c:pt idx="19">
                  <c:v>1.0614631</c:v>
                </c:pt>
                <c:pt idx="20">
                  <c:v>1.0610605</c:v>
                </c:pt>
                <c:pt idx="21">
                  <c:v>1.0604187</c:v>
                </c:pt>
                <c:pt idx="22">
                  <c:v>1.0598835</c:v>
                </c:pt>
                <c:pt idx="23">
                  <c:v>1.0598273</c:v>
                </c:pt>
                <c:pt idx="24">
                  <c:v>1.059532</c:v>
                </c:pt>
                <c:pt idx="25">
                  <c:v>1.059152</c:v>
                </c:pt>
                <c:pt idx="26">
                  <c:v>1.0587249</c:v>
                </c:pt>
                <c:pt idx="27">
                  <c:v>1.0583926</c:v>
                </c:pt>
                <c:pt idx="28">
                  <c:v>1.0577214</c:v>
                </c:pt>
                <c:pt idx="29">
                  <c:v>1.0573137</c:v>
                </c:pt>
                <c:pt idx="30">
                  <c:v>1.0570269</c:v>
                </c:pt>
                <c:pt idx="31">
                  <c:v>1.0565413</c:v>
                </c:pt>
                <c:pt idx="32">
                  <c:v>1.0559303</c:v>
                </c:pt>
                <c:pt idx="33">
                  <c:v>1.0555218</c:v>
                </c:pt>
                <c:pt idx="34">
                  <c:v>1.0551128</c:v>
                </c:pt>
                <c:pt idx="35">
                  <c:v>1.0544683</c:v>
                </c:pt>
                <c:pt idx="36">
                  <c:v>1.0542299</c:v>
                </c:pt>
                <c:pt idx="37">
                  <c:v>1.0536304</c:v>
                </c:pt>
                <c:pt idx="38">
                  <c:v>1.0533115</c:v>
                </c:pt>
                <c:pt idx="39">
                  <c:v>1.0529168</c:v>
                </c:pt>
                <c:pt idx="40">
                  <c:v>1.0525846</c:v>
                </c:pt>
                <c:pt idx="41">
                  <c:v>1.0520217</c:v>
                </c:pt>
                <c:pt idx="42">
                  <c:v>1.0516776</c:v>
                </c:pt>
                <c:pt idx="43">
                  <c:v>1.0515481</c:v>
                </c:pt>
                <c:pt idx="44">
                  <c:v>1.0511131</c:v>
                </c:pt>
                <c:pt idx="45">
                  <c:v>1.0510082</c:v>
                </c:pt>
                <c:pt idx="46">
                  <c:v>1.0505366</c:v>
                </c:pt>
                <c:pt idx="47">
                  <c:v>1.0503273</c:v>
                </c:pt>
                <c:pt idx="48">
                  <c:v>1.0498703</c:v>
                </c:pt>
                <c:pt idx="49">
                  <c:v>1.0494181</c:v>
                </c:pt>
                <c:pt idx="50">
                  <c:v>1.0485673</c:v>
                </c:pt>
                <c:pt idx="51">
                  <c:v>1.0477018</c:v>
                </c:pt>
                <c:pt idx="52">
                  <c:v>1.0477208</c:v>
                </c:pt>
                <c:pt idx="53">
                  <c:v>1.0472726</c:v>
                </c:pt>
                <c:pt idx="54">
                  <c:v>1.0466321</c:v>
                </c:pt>
                <c:pt idx="55">
                  <c:v>1.0459663</c:v>
                </c:pt>
                <c:pt idx="56">
                  <c:v>1.0456026</c:v>
                </c:pt>
                <c:pt idx="57">
                  <c:v>1.0448446</c:v>
                </c:pt>
                <c:pt idx="58">
                  <c:v>1.044279</c:v>
                </c:pt>
                <c:pt idx="59">
                  <c:v>1.0437361</c:v>
                </c:pt>
                <c:pt idx="60">
                  <c:v>1.0437318</c:v>
                </c:pt>
                <c:pt idx="61">
                  <c:v>1.0429555</c:v>
                </c:pt>
                <c:pt idx="62">
                  <c:v>1.042263</c:v>
                </c:pt>
                <c:pt idx="63">
                  <c:v>1.0417037</c:v>
                </c:pt>
                <c:pt idx="64">
                  <c:v>1.0413967</c:v>
                </c:pt>
                <c:pt idx="65">
                  <c:v>1.0407979</c:v>
                </c:pt>
                <c:pt idx="66">
                  <c:v>1.0403167</c:v>
                </c:pt>
                <c:pt idx="67">
                  <c:v>1.0396518</c:v>
                </c:pt>
                <c:pt idx="68">
                  <c:v>1.0390406</c:v>
                </c:pt>
                <c:pt idx="69">
                  <c:v>1.0383718</c:v>
                </c:pt>
                <c:pt idx="70">
                  <c:v>1.0376012</c:v>
                </c:pt>
                <c:pt idx="71">
                  <c:v>1.0369793</c:v>
                </c:pt>
                <c:pt idx="72">
                  <c:v>1.0364027</c:v>
                </c:pt>
                <c:pt idx="73">
                  <c:v>1.0354608</c:v>
                </c:pt>
                <c:pt idx="74">
                  <c:v>1.0350012</c:v>
                </c:pt>
                <c:pt idx="75">
                  <c:v>1.0344096</c:v>
                </c:pt>
                <c:pt idx="76">
                  <c:v>1.0332201</c:v>
                </c:pt>
                <c:pt idx="77">
                  <c:v>1.0325631</c:v>
                </c:pt>
                <c:pt idx="78">
                  <c:v>1.0316278</c:v>
                </c:pt>
                <c:pt idx="79">
                  <c:v>1.0311198</c:v>
                </c:pt>
                <c:pt idx="80">
                  <c:v>1.030432</c:v>
                </c:pt>
                <c:pt idx="81">
                  <c:v>1.029606</c:v>
                </c:pt>
                <c:pt idx="82">
                  <c:v>1.0285665</c:v>
                </c:pt>
                <c:pt idx="83">
                  <c:v>1.0277299</c:v>
                </c:pt>
                <c:pt idx="84">
                  <c:v>1.0266751</c:v>
                </c:pt>
                <c:pt idx="85">
                  <c:v>1.0256737</c:v>
                </c:pt>
                <c:pt idx="86">
                  <c:v>1.0249099</c:v>
                </c:pt>
                <c:pt idx="87">
                  <c:v>1.0233623</c:v>
                </c:pt>
                <c:pt idx="88">
                  <c:v>1.0223317</c:v>
                </c:pt>
                <c:pt idx="89">
                  <c:v>1.0208776</c:v>
                </c:pt>
                <c:pt idx="90">
                  <c:v>1.0194914</c:v>
                </c:pt>
                <c:pt idx="91">
                  <c:v>1.0179479</c:v>
                </c:pt>
                <c:pt idx="92">
                  <c:v>1.0163788</c:v>
                </c:pt>
                <c:pt idx="93">
                  <c:v>1.0145571</c:v>
                </c:pt>
                <c:pt idx="94">
                  <c:v>1.0129362</c:v>
                </c:pt>
                <c:pt idx="95">
                  <c:v>1.010922</c:v>
                </c:pt>
                <c:pt idx="96">
                  <c:v>1.0087224</c:v>
                </c:pt>
                <c:pt idx="97">
                  <c:v>1.0065641</c:v>
                </c:pt>
                <c:pt idx="98">
                  <c:v>1.0039432</c:v>
                </c:pt>
                <c:pt idx="99">
                  <c:v>1.0011785</c:v>
                </c:pt>
                <c:pt idx="100">
                  <c:v>0.99811262</c:v>
                </c:pt>
                <c:pt idx="101">
                  <c:v>0.99464285</c:v>
                </c:pt>
                <c:pt idx="102">
                  <c:v>0.99136323</c:v>
                </c:pt>
                <c:pt idx="103">
                  <c:v>0.98739642</c:v>
                </c:pt>
                <c:pt idx="104">
                  <c:v>0.98266166</c:v>
                </c:pt>
                <c:pt idx="105">
                  <c:v>0.97753572</c:v>
                </c:pt>
                <c:pt idx="106">
                  <c:v>0.97177625</c:v>
                </c:pt>
                <c:pt idx="107">
                  <c:v>0.96528935</c:v>
                </c:pt>
                <c:pt idx="108">
                  <c:v>0.9593997</c:v>
                </c:pt>
                <c:pt idx="109">
                  <c:v>0.95333928</c:v>
                </c:pt>
                <c:pt idx="110">
                  <c:v>0.94603395</c:v>
                </c:pt>
                <c:pt idx="111">
                  <c:v>0.93959665</c:v>
                </c:pt>
                <c:pt idx="112">
                  <c:v>0.93175167</c:v>
                </c:pt>
                <c:pt idx="113">
                  <c:v>0.92461944</c:v>
                </c:pt>
                <c:pt idx="114">
                  <c:v>0.91706121</c:v>
                </c:pt>
                <c:pt idx="115">
                  <c:v>0.90905106</c:v>
                </c:pt>
                <c:pt idx="116">
                  <c:v>0.90195692</c:v>
                </c:pt>
                <c:pt idx="117">
                  <c:v>0.89489073</c:v>
                </c:pt>
                <c:pt idx="118">
                  <c:v>0.88715369</c:v>
                </c:pt>
                <c:pt idx="119">
                  <c:v>0.88058406</c:v>
                </c:pt>
              </c:numCache>
            </c:numRef>
          </c:yVal>
        </c:ser>
        <c:ser>
          <c:idx val="3"/>
          <c:order val="3"/>
          <c:tx>
            <c:v>Batch3_cell_004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19</c:v>
                </c:pt>
                <c:pt idx="3">
                  <c:v>27</c:v>
                </c:pt>
                <c:pt idx="4">
                  <c:v>36</c:v>
                </c:pt>
                <c:pt idx="5">
                  <c:v>45</c:v>
                </c:pt>
                <c:pt idx="6">
                  <c:v>54</c:v>
                </c:pt>
                <c:pt idx="7">
                  <c:v>63</c:v>
                </c:pt>
                <c:pt idx="8">
                  <c:v>71</c:v>
                </c:pt>
                <c:pt idx="9">
                  <c:v>80</c:v>
                </c:pt>
                <c:pt idx="10">
                  <c:v>89</c:v>
                </c:pt>
                <c:pt idx="11">
                  <c:v>98</c:v>
                </c:pt>
                <c:pt idx="12">
                  <c:v>106</c:v>
                </c:pt>
                <c:pt idx="13">
                  <c:v>115</c:v>
                </c:pt>
                <c:pt idx="14">
                  <c:v>124</c:v>
                </c:pt>
                <c:pt idx="15">
                  <c:v>133</c:v>
                </c:pt>
                <c:pt idx="16">
                  <c:v>142</c:v>
                </c:pt>
                <c:pt idx="17">
                  <c:v>150</c:v>
                </c:pt>
                <c:pt idx="18">
                  <c:v>159</c:v>
                </c:pt>
                <c:pt idx="19">
                  <c:v>168</c:v>
                </c:pt>
                <c:pt idx="20">
                  <c:v>177</c:v>
                </c:pt>
                <c:pt idx="21">
                  <c:v>186</c:v>
                </c:pt>
                <c:pt idx="22">
                  <c:v>194</c:v>
                </c:pt>
                <c:pt idx="23">
                  <c:v>203</c:v>
                </c:pt>
                <c:pt idx="24">
                  <c:v>212</c:v>
                </c:pt>
                <c:pt idx="25">
                  <c:v>221</c:v>
                </c:pt>
                <c:pt idx="26">
                  <c:v>230</c:v>
                </c:pt>
                <c:pt idx="27">
                  <c:v>238</c:v>
                </c:pt>
                <c:pt idx="28">
                  <c:v>247</c:v>
                </c:pt>
                <c:pt idx="29">
                  <c:v>256</c:v>
                </c:pt>
                <c:pt idx="30">
                  <c:v>265</c:v>
                </c:pt>
                <c:pt idx="31">
                  <c:v>273</c:v>
                </c:pt>
                <c:pt idx="32">
                  <c:v>282</c:v>
                </c:pt>
                <c:pt idx="33">
                  <c:v>291</c:v>
                </c:pt>
                <c:pt idx="34">
                  <c:v>300</c:v>
                </c:pt>
                <c:pt idx="35">
                  <c:v>309</c:v>
                </c:pt>
                <c:pt idx="36">
                  <c:v>317</c:v>
                </c:pt>
                <c:pt idx="37">
                  <c:v>326</c:v>
                </c:pt>
                <c:pt idx="38">
                  <c:v>335</c:v>
                </c:pt>
                <c:pt idx="39">
                  <c:v>344</c:v>
                </c:pt>
                <c:pt idx="40">
                  <c:v>353</c:v>
                </c:pt>
                <c:pt idx="41">
                  <c:v>361</c:v>
                </c:pt>
                <c:pt idx="42">
                  <c:v>370</c:v>
                </c:pt>
                <c:pt idx="43">
                  <c:v>379</c:v>
                </c:pt>
                <c:pt idx="44">
                  <c:v>388</c:v>
                </c:pt>
                <c:pt idx="45">
                  <c:v>397</c:v>
                </c:pt>
                <c:pt idx="46">
                  <c:v>405</c:v>
                </c:pt>
                <c:pt idx="47">
                  <c:v>414</c:v>
                </c:pt>
                <c:pt idx="48">
                  <c:v>423</c:v>
                </c:pt>
                <c:pt idx="49">
                  <c:v>432</c:v>
                </c:pt>
                <c:pt idx="50">
                  <c:v>440</c:v>
                </c:pt>
                <c:pt idx="51">
                  <c:v>449</c:v>
                </c:pt>
                <c:pt idx="52">
                  <c:v>458</c:v>
                </c:pt>
                <c:pt idx="53">
                  <c:v>467</c:v>
                </c:pt>
                <c:pt idx="54">
                  <c:v>476</c:v>
                </c:pt>
                <c:pt idx="55">
                  <c:v>484</c:v>
                </c:pt>
                <c:pt idx="56">
                  <c:v>493</c:v>
                </c:pt>
                <c:pt idx="57">
                  <c:v>502</c:v>
                </c:pt>
                <c:pt idx="58">
                  <c:v>511</c:v>
                </c:pt>
                <c:pt idx="59">
                  <c:v>520</c:v>
                </c:pt>
                <c:pt idx="60">
                  <c:v>528</c:v>
                </c:pt>
                <c:pt idx="61">
                  <c:v>537</c:v>
                </c:pt>
                <c:pt idx="62">
                  <c:v>546</c:v>
                </c:pt>
                <c:pt idx="63">
                  <c:v>555</c:v>
                </c:pt>
                <c:pt idx="64">
                  <c:v>564</c:v>
                </c:pt>
                <c:pt idx="65">
                  <c:v>572</c:v>
                </c:pt>
                <c:pt idx="66">
                  <c:v>581</c:v>
                </c:pt>
                <c:pt idx="67">
                  <c:v>590</c:v>
                </c:pt>
                <c:pt idx="68">
                  <c:v>599</c:v>
                </c:pt>
                <c:pt idx="69">
                  <c:v>608</c:v>
                </c:pt>
                <c:pt idx="70">
                  <c:v>616</c:v>
                </c:pt>
                <c:pt idx="71">
                  <c:v>625</c:v>
                </c:pt>
                <c:pt idx="72">
                  <c:v>634</c:v>
                </c:pt>
                <c:pt idx="73">
                  <c:v>643</c:v>
                </c:pt>
                <c:pt idx="74">
                  <c:v>651</c:v>
                </c:pt>
                <c:pt idx="75">
                  <c:v>660</c:v>
                </c:pt>
                <c:pt idx="76">
                  <c:v>669</c:v>
                </c:pt>
                <c:pt idx="77">
                  <c:v>678</c:v>
                </c:pt>
                <c:pt idx="78">
                  <c:v>687</c:v>
                </c:pt>
                <c:pt idx="79">
                  <c:v>695</c:v>
                </c:pt>
                <c:pt idx="80">
                  <c:v>704</c:v>
                </c:pt>
                <c:pt idx="81">
                  <c:v>713</c:v>
                </c:pt>
                <c:pt idx="82">
                  <c:v>722</c:v>
                </c:pt>
                <c:pt idx="83">
                  <c:v>731</c:v>
                </c:pt>
                <c:pt idx="84">
                  <c:v>739</c:v>
                </c:pt>
                <c:pt idx="85">
                  <c:v>748</c:v>
                </c:pt>
                <c:pt idx="86">
                  <c:v>757</c:v>
                </c:pt>
                <c:pt idx="87">
                  <c:v>766</c:v>
                </c:pt>
                <c:pt idx="88">
                  <c:v>775</c:v>
                </c:pt>
                <c:pt idx="89">
                  <c:v>783</c:v>
                </c:pt>
                <c:pt idx="90">
                  <c:v>792</c:v>
                </c:pt>
                <c:pt idx="91">
                  <c:v>801</c:v>
                </c:pt>
                <c:pt idx="92">
                  <c:v>810</c:v>
                </c:pt>
                <c:pt idx="93">
                  <c:v>818</c:v>
                </c:pt>
                <c:pt idx="94">
                  <c:v>827</c:v>
                </c:pt>
                <c:pt idx="95">
                  <c:v>836</c:v>
                </c:pt>
                <c:pt idx="96">
                  <c:v>845</c:v>
                </c:pt>
                <c:pt idx="97">
                  <c:v>854</c:v>
                </c:pt>
                <c:pt idx="98">
                  <c:v>862</c:v>
                </c:pt>
                <c:pt idx="99">
                  <c:v>871</c:v>
                </c:pt>
                <c:pt idx="100">
                  <c:v>880</c:v>
                </c:pt>
                <c:pt idx="101">
                  <c:v>889</c:v>
                </c:pt>
                <c:pt idx="102">
                  <c:v>898</c:v>
                </c:pt>
                <c:pt idx="103">
                  <c:v>906</c:v>
                </c:pt>
                <c:pt idx="104">
                  <c:v>915</c:v>
                </c:pt>
                <c:pt idx="105">
                  <c:v>924</c:v>
                </c:pt>
                <c:pt idx="106">
                  <c:v>933</c:v>
                </c:pt>
                <c:pt idx="107">
                  <c:v>942</c:v>
                </c:pt>
                <c:pt idx="108">
                  <c:v>950</c:v>
                </c:pt>
                <c:pt idx="109">
                  <c:v>959</c:v>
                </c:pt>
                <c:pt idx="110">
                  <c:v>968</c:v>
                </c:pt>
                <c:pt idx="111">
                  <c:v>977</c:v>
                </c:pt>
                <c:pt idx="112">
                  <c:v>985</c:v>
                </c:pt>
                <c:pt idx="113">
                  <c:v>994</c:v>
                </c:pt>
                <c:pt idx="114">
                  <c:v>1003</c:v>
                </c:pt>
                <c:pt idx="115">
                  <c:v>1012</c:v>
                </c:pt>
                <c:pt idx="116">
                  <c:v>1021</c:v>
                </c:pt>
                <c:pt idx="117">
                  <c:v>1029</c:v>
                </c:pt>
                <c:pt idx="118">
                  <c:v>1038</c:v>
                </c:pt>
                <c:pt idx="119">
                  <c:v>1047</c:v>
                </c:pt>
              </c:numCache>
            </c:numRef>
          </c:xVal>
          <c:yVal>
            <c:numRef>
              <c:f>'Chart Data'!$H$2:$H$121</c:f>
              <c:numCache>
                <c:formatCode>General</c:formatCode>
                <c:ptCount val="120"/>
                <c:pt idx="0">
                  <c:v>1.0717411</c:v>
                </c:pt>
                <c:pt idx="1">
                  <c:v>1.0745391</c:v>
                </c:pt>
                <c:pt idx="2">
                  <c:v>1.0747749</c:v>
                </c:pt>
                <c:pt idx="3">
                  <c:v>1.0749099</c:v>
                </c:pt>
                <c:pt idx="4">
                  <c:v>1.0750557</c:v>
                </c:pt>
                <c:pt idx="5">
                  <c:v>1.0749149</c:v>
                </c:pt>
                <c:pt idx="6">
                  <c:v>1.074886</c:v>
                </c:pt>
                <c:pt idx="7">
                  <c:v>1.0746464</c:v>
                </c:pt>
                <c:pt idx="8">
                  <c:v>1.0742265</c:v>
                </c:pt>
                <c:pt idx="9">
                  <c:v>1.0743493</c:v>
                </c:pt>
                <c:pt idx="10">
                  <c:v>1.0742427</c:v>
                </c:pt>
                <c:pt idx="11">
                  <c:v>1.0738117</c:v>
                </c:pt>
                <c:pt idx="12">
                  <c:v>1.0735636</c:v>
                </c:pt>
                <c:pt idx="13">
                  <c:v>1.0735549</c:v>
                </c:pt>
                <c:pt idx="14">
                  <c:v>1.0733495</c:v>
                </c:pt>
                <c:pt idx="15">
                  <c:v>1.072889</c:v>
                </c:pt>
                <c:pt idx="16">
                  <c:v>1.0726472</c:v>
                </c:pt>
                <c:pt idx="17">
                  <c:v>1.0727028</c:v>
                </c:pt>
                <c:pt idx="18">
                  <c:v>1.0721263</c:v>
                </c:pt>
                <c:pt idx="19">
                  <c:v>1.0715302</c:v>
                </c:pt>
                <c:pt idx="20">
                  <c:v>1.0714051</c:v>
                </c:pt>
                <c:pt idx="21">
                  <c:v>1.0712457</c:v>
                </c:pt>
                <c:pt idx="22">
                  <c:v>1.0706023</c:v>
                </c:pt>
                <c:pt idx="23">
                  <c:v>1.0701566</c:v>
                </c:pt>
                <c:pt idx="24">
                  <c:v>1.0701499</c:v>
                </c:pt>
                <c:pt idx="25">
                  <c:v>1.0695678</c:v>
                </c:pt>
                <c:pt idx="26">
                  <c:v>1.0690867</c:v>
                </c:pt>
                <c:pt idx="27">
                  <c:v>1.0688125</c:v>
                </c:pt>
                <c:pt idx="28">
                  <c:v>1.0684762</c:v>
                </c:pt>
                <c:pt idx="29">
                  <c:v>1.0682625</c:v>
                </c:pt>
                <c:pt idx="30">
                  <c:v>1.0676172</c:v>
                </c:pt>
                <c:pt idx="31">
                  <c:v>1.067031</c:v>
                </c:pt>
                <c:pt idx="32">
                  <c:v>1.0667115</c:v>
                </c:pt>
                <c:pt idx="33">
                  <c:v>1.0661355</c:v>
                </c:pt>
                <c:pt idx="34">
                  <c:v>1.0657189</c:v>
                </c:pt>
                <c:pt idx="35">
                  <c:v>1.0651437</c:v>
                </c:pt>
                <c:pt idx="36">
                  <c:v>1.064868</c:v>
                </c:pt>
                <c:pt idx="37">
                  <c:v>1.0643573</c:v>
                </c:pt>
                <c:pt idx="38">
                  <c:v>1.0639466</c:v>
                </c:pt>
                <c:pt idx="39">
                  <c:v>1.0635674</c:v>
                </c:pt>
                <c:pt idx="40">
                  <c:v>1.0631598</c:v>
                </c:pt>
                <c:pt idx="41">
                  <c:v>1.0626762</c:v>
                </c:pt>
                <c:pt idx="42">
                  <c:v>1.0623184</c:v>
                </c:pt>
                <c:pt idx="43">
                  <c:v>1.0617244</c:v>
                </c:pt>
                <c:pt idx="44">
                  <c:v>1.06157</c:v>
                </c:pt>
                <c:pt idx="45">
                  <c:v>1.0611811</c:v>
                </c:pt>
                <c:pt idx="46">
                  <c:v>1.0609773</c:v>
                </c:pt>
                <c:pt idx="47">
                  <c:v>1.0604541</c:v>
                </c:pt>
                <c:pt idx="48">
                  <c:v>1.0601988</c:v>
                </c:pt>
                <c:pt idx="49">
                  <c:v>1.0595832</c:v>
                </c:pt>
                <c:pt idx="50">
                  <c:v>1.0593441</c:v>
                </c:pt>
                <c:pt idx="51">
                  <c:v>1.058449</c:v>
                </c:pt>
                <c:pt idx="52">
                  <c:v>1.0577033</c:v>
                </c:pt>
                <c:pt idx="53">
                  <c:v>1.0575215</c:v>
                </c:pt>
                <c:pt idx="54">
                  <c:v>1.0570655</c:v>
                </c:pt>
                <c:pt idx="55">
                  <c:v>1.0563966</c:v>
                </c:pt>
                <c:pt idx="56">
                  <c:v>1.055704</c:v>
                </c:pt>
                <c:pt idx="57">
                  <c:v>1.0550497</c:v>
                </c:pt>
                <c:pt idx="58">
                  <c:v>1.0544581</c:v>
                </c:pt>
                <c:pt idx="59">
                  <c:v>1.0538327</c:v>
                </c:pt>
                <c:pt idx="60">
                  <c:v>1.0530746</c:v>
                </c:pt>
                <c:pt idx="61">
                  <c:v>1.0530435</c:v>
                </c:pt>
                <c:pt idx="62">
                  <c:v>1.0521473</c:v>
                </c:pt>
                <c:pt idx="63">
                  <c:v>1.0515156</c:v>
                </c:pt>
                <c:pt idx="64">
                  <c:v>1.0507407</c:v>
                </c:pt>
                <c:pt idx="65">
                  <c:v>1.0502927</c:v>
                </c:pt>
                <c:pt idx="66">
                  <c:v>1.049686</c:v>
                </c:pt>
                <c:pt idx="67">
                  <c:v>1.0490865</c:v>
                </c:pt>
                <c:pt idx="68">
                  <c:v>1.0484976</c:v>
                </c:pt>
                <c:pt idx="69">
                  <c:v>1.0475998</c:v>
                </c:pt>
                <c:pt idx="70">
                  <c:v>1.0469044</c:v>
                </c:pt>
                <c:pt idx="71">
                  <c:v>1.0461621</c:v>
                </c:pt>
                <c:pt idx="72">
                  <c:v>1.0454624</c:v>
                </c:pt>
                <c:pt idx="73">
                  <c:v>1.0445672</c:v>
                </c:pt>
                <c:pt idx="74">
                  <c:v>1.0438044</c:v>
                </c:pt>
                <c:pt idx="75">
                  <c:v>1.0428333</c:v>
                </c:pt>
                <c:pt idx="76">
                  <c:v>1.0419657</c:v>
                </c:pt>
                <c:pt idx="77">
                  <c:v>1.0409861</c:v>
                </c:pt>
                <c:pt idx="78">
                  <c:v>1.0397919</c:v>
                </c:pt>
                <c:pt idx="79">
                  <c:v>1.0388591</c:v>
                </c:pt>
                <c:pt idx="80">
                  <c:v>1.0375323</c:v>
                </c:pt>
                <c:pt idx="81">
                  <c:v>1.0363244</c:v>
                </c:pt>
                <c:pt idx="82">
                  <c:v>1.0351924</c:v>
                </c:pt>
                <c:pt idx="83">
                  <c:v>1.0338683</c:v>
                </c:pt>
                <c:pt idx="84">
                  <c:v>1.0327864</c:v>
                </c:pt>
                <c:pt idx="85">
                  <c:v>1.0312815</c:v>
                </c:pt>
                <c:pt idx="86">
                  <c:v>1.0297387</c:v>
                </c:pt>
                <c:pt idx="87">
                  <c:v>1.0280994</c:v>
                </c:pt>
                <c:pt idx="88">
                  <c:v>1.0264726</c:v>
                </c:pt>
                <c:pt idx="89">
                  <c:v>1.0249215</c:v>
                </c:pt>
                <c:pt idx="90">
                  <c:v>1.0228306</c:v>
                </c:pt>
                <c:pt idx="91">
                  <c:v>1.0206277</c:v>
                </c:pt>
                <c:pt idx="92">
                  <c:v>1.0182159</c:v>
                </c:pt>
                <c:pt idx="93">
                  <c:v>1.0162967</c:v>
                </c:pt>
                <c:pt idx="94">
                  <c:v>1.0139031</c:v>
                </c:pt>
                <c:pt idx="95">
                  <c:v>1.0110178</c:v>
                </c:pt>
                <c:pt idx="96">
                  <c:v>1.0081457</c:v>
                </c:pt>
                <c:pt idx="97">
                  <c:v>1.0052532</c:v>
                </c:pt>
                <c:pt idx="98">
                  <c:v>1.0023665</c:v>
                </c:pt>
                <c:pt idx="99">
                  <c:v>0.99917656</c:v>
                </c:pt>
                <c:pt idx="100">
                  <c:v>0.99543297</c:v>
                </c:pt>
                <c:pt idx="101">
                  <c:v>0.99172843</c:v>
                </c:pt>
                <c:pt idx="102">
                  <c:v>0.98761851</c:v>
                </c:pt>
                <c:pt idx="103">
                  <c:v>0.98366332</c:v>
                </c:pt>
                <c:pt idx="104">
                  <c:v>0.97908282</c:v>
                </c:pt>
                <c:pt idx="105">
                  <c:v>0.97403044</c:v>
                </c:pt>
                <c:pt idx="106">
                  <c:v>0.96858054</c:v>
                </c:pt>
                <c:pt idx="107">
                  <c:v>0.96239603</c:v>
                </c:pt>
                <c:pt idx="108">
                  <c:v>0.9567219</c:v>
                </c:pt>
                <c:pt idx="109">
                  <c:v>0.94988763</c:v>
                </c:pt>
                <c:pt idx="110">
                  <c:v>0.94256306</c:v>
                </c:pt>
                <c:pt idx="111">
                  <c:v>0.93531525</c:v>
                </c:pt>
                <c:pt idx="112">
                  <c:v>0.92890096</c:v>
                </c:pt>
                <c:pt idx="113">
                  <c:v>0.92154199</c:v>
                </c:pt>
                <c:pt idx="114">
                  <c:v>0.91425651</c:v>
                </c:pt>
                <c:pt idx="115">
                  <c:v>0.90708172</c:v>
                </c:pt>
                <c:pt idx="116">
                  <c:v>0.89987987</c:v>
                </c:pt>
                <c:pt idx="117">
                  <c:v>0.89354903</c:v>
                </c:pt>
                <c:pt idx="118">
                  <c:v>0.88655984</c:v>
                </c:pt>
                <c:pt idx="119">
                  <c:v>0.88001466</c:v>
                </c:pt>
              </c:numCache>
            </c:numRef>
          </c:yVal>
        </c:ser>
        <c:ser>
          <c:idx val="4"/>
          <c:order val="4"/>
          <c:tx>
            <c:v>Batch3_cell_005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29</c:v>
                </c:pt>
                <c:pt idx="5">
                  <c:v>36</c:v>
                </c:pt>
                <c:pt idx="6">
                  <c:v>43</c:v>
                </c:pt>
                <c:pt idx="7">
                  <c:v>50</c:v>
                </c:pt>
                <c:pt idx="8">
                  <c:v>57</c:v>
                </c:pt>
                <c:pt idx="9">
                  <c:v>63</c:v>
                </c:pt>
                <c:pt idx="10">
                  <c:v>70</c:v>
                </c:pt>
                <c:pt idx="11">
                  <c:v>77</c:v>
                </c:pt>
                <c:pt idx="12">
                  <c:v>84</c:v>
                </c:pt>
                <c:pt idx="13">
                  <c:v>91</c:v>
                </c:pt>
                <c:pt idx="14">
                  <c:v>98</c:v>
                </c:pt>
                <c:pt idx="15">
                  <c:v>105</c:v>
                </c:pt>
                <c:pt idx="16">
                  <c:v>112</c:v>
                </c:pt>
                <c:pt idx="17">
                  <c:v>119</c:v>
                </c:pt>
                <c:pt idx="18">
                  <c:v>126</c:v>
                </c:pt>
                <c:pt idx="19">
                  <c:v>133</c:v>
                </c:pt>
                <c:pt idx="20">
                  <c:v>140</c:v>
                </c:pt>
                <c:pt idx="21">
                  <c:v>147</c:v>
                </c:pt>
                <c:pt idx="22">
                  <c:v>154</c:v>
                </c:pt>
                <c:pt idx="23">
                  <c:v>161</c:v>
                </c:pt>
                <c:pt idx="24">
                  <c:v>168</c:v>
                </c:pt>
                <c:pt idx="25">
                  <c:v>175</c:v>
                </c:pt>
                <c:pt idx="26">
                  <c:v>181</c:v>
                </c:pt>
                <c:pt idx="27">
                  <c:v>188</c:v>
                </c:pt>
                <c:pt idx="28">
                  <c:v>195</c:v>
                </c:pt>
                <c:pt idx="29">
                  <c:v>202</c:v>
                </c:pt>
                <c:pt idx="30">
                  <c:v>209</c:v>
                </c:pt>
                <c:pt idx="31">
                  <c:v>216</c:v>
                </c:pt>
                <c:pt idx="32">
                  <c:v>223</c:v>
                </c:pt>
                <c:pt idx="33">
                  <c:v>230</c:v>
                </c:pt>
                <c:pt idx="34">
                  <c:v>237</c:v>
                </c:pt>
                <c:pt idx="35">
                  <c:v>244</c:v>
                </c:pt>
                <c:pt idx="36">
                  <c:v>251</c:v>
                </c:pt>
                <c:pt idx="37">
                  <c:v>258</c:v>
                </c:pt>
                <c:pt idx="38">
                  <c:v>265</c:v>
                </c:pt>
                <c:pt idx="39">
                  <c:v>272</c:v>
                </c:pt>
                <c:pt idx="40">
                  <c:v>279</c:v>
                </c:pt>
                <c:pt idx="41">
                  <c:v>286</c:v>
                </c:pt>
                <c:pt idx="42">
                  <c:v>293</c:v>
                </c:pt>
                <c:pt idx="43">
                  <c:v>299</c:v>
                </c:pt>
                <c:pt idx="44">
                  <c:v>306</c:v>
                </c:pt>
                <c:pt idx="45">
                  <c:v>313</c:v>
                </c:pt>
                <c:pt idx="46">
                  <c:v>320</c:v>
                </c:pt>
                <c:pt idx="47">
                  <c:v>327</c:v>
                </c:pt>
                <c:pt idx="48">
                  <c:v>334</c:v>
                </c:pt>
                <c:pt idx="49">
                  <c:v>341</c:v>
                </c:pt>
                <c:pt idx="50">
                  <c:v>348</c:v>
                </c:pt>
                <c:pt idx="51">
                  <c:v>355</c:v>
                </c:pt>
                <c:pt idx="52">
                  <c:v>362</c:v>
                </c:pt>
                <c:pt idx="53">
                  <c:v>369</c:v>
                </c:pt>
                <c:pt idx="54">
                  <c:v>376</c:v>
                </c:pt>
                <c:pt idx="55">
                  <c:v>383</c:v>
                </c:pt>
                <c:pt idx="56">
                  <c:v>390</c:v>
                </c:pt>
                <c:pt idx="57">
                  <c:v>397</c:v>
                </c:pt>
                <c:pt idx="58">
                  <c:v>404</c:v>
                </c:pt>
                <c:pt idx="59">
                  <c:v>411</c:v>
                </c:pt>
                <c:pt idx="60">
                  <c:v>417</c:v>
                </c:pt>
                <c:pt idx="61">
                  <c:v>424</c:v>
                </c:pt>
                <c:pt idx="62">
                  <c:v>431</c:v>
                </c:pt>
                <c:pt idx="63">
                  <c:v>438</c:v>
                </c:pt>
                <c:pt idx="64">
                  <c:v>445</c:v>
                </c:pt>
                <c:pt idx="65">
                  <c:v>452</c:v>
                </c:pt>
                <c:pt idx="66">
                  <c:v>459</c:v>
                </c:pt>
                <c:pt idx="67">
                  <c:v>466</c:v>
                </c:pt>
                <c:pt idx="68">
                  <c:v>473</c:v>
                </c:pt>
                <c:pt idx="69">
                  <c:v>480</c:v>
                </c:pt>
                <c:pt idx="70">
                  <c:v>487</c:v>
                </c:pt>
                <c:pt idx="71">
                  <c:v>494</c:v>
                </c:pt>
                <c:pt idx="72">
                  <c:v>501</c:v>
                </c:pt>
                <c:pt idx="73">
                  <c:v>508</c:v>
                </c:pt>
                <c:pt idx="74">
                  <c:v>515</c:v>
                </c:pt>
                <c:pt idx="75">
                  <c:v>522</c:v>
                </c:pt>
                <c:pt idx="76">
                  <c:v>529</c:v>
                </c:pt>
                <c:pt idx="77">
                  <c:v>535</c:v>
                </c:pt>
                <c:pt idx="78">
                  <c:v>542</c:v>
                </c:pt>
                <c:pt idx="79">
                  <c:v>549</c:v>
                </c:pt>
                <c:pt idx="80">
                  <c:v>556</c:v>
                </c:pt>
                <c:pt idx="81">
                  <c:v>563</c:v>
                </c:pt>
                <c:pt idx="82">
                  <c:v>570</c:v>
                </c:pt>
                <c:pt idx="83">
                  <c:v>577</c:v>
                </c:pt>
                <c:pt idx="84">
                  <c:v>584</c:v>
                </c:pt>
                <c:pt idx="85">
                  <c:v>591</c:v>
                </c:pt>
                <c:pt idx="86">
                  <c:v>598</c:v>
                </c:pt>
                <c:pt idx="87">
                  <c:v>605</c:v>
                </c:pt>
                <c:pt idx="88">
                  <c:v>612</c:v>
                </c:pt>
                <c:pt idx="89">
                  <c:v>619</c:v>
                </c:pt>
                <c:pt idx="90">
                  <c:v>626</c:v>
                </c:pt>
                <c:pt idx="91">
                  <c:v>633</c:v>
                </c:pt>
                <c:pt idx="92">
                  <c:v>640</c:v>
                </c:pt>
                <c:pt idx="93">
                  <c:v>647</c:v>
                </c:pt>
                <c:pt idx="94">
                  <c:v>653</c:v>
                </c:pt>
                <c:pt idx="95">
                  <c:v>660</c:v>
                </c:pt>
                <c:pt idx="96">
                  <c:v>667</c:v>
                </c:pt>
                <c:pt idx="97">
                  <c:v>674</c:v>
                </c:pt>
                <c:pt idx="98">
                  <c:v>681</c:v>
                </c:pt>
                <c:pt idx="99">
                  <c:v>688</c:v>
                </c:pt>
                <c:pt idx="100">
                  <c:v>695</c:v>
                </c:pt>
                <c:pt idx="101">
                  <c:v>702</c:v>
                </c:pt>
                <c:pt idx="102">
                  <c:v>709</c:v>
                </c:pt>
                <c:pt idx="103">
                  <c:v>716</c:v>
                </c:pt>
                <c:pt idx="104">
                  <c:v>723</c:v>
                </c:pt>
                <c:pt idx="105">
                  <c:v>730</c:v>
                </c:pt>
                <c:pt idx="106">
                  <c:v>737</c:v>
                </c:pt>
                <c:pt idx="107">
                  <c:v>744</c:v>
                </c:pt>
                <c:pt idx="108">
                  <c:v>751</c:v>
                </c:pt>
                <c:pt idx="109">
                  <c:v>758</c:v>
                </c:pt>
                <c:pt idx="110">
                  <c:v>765</c:v>
                </c:pt>
                <c:pt idx="111">
                  <c:v>771</c:v>
                </c:pt>
                <c:pt idx="112">
                  <c:v>778</c:v>
                </c:pt>
                <c:pt idx="113">
                  <c:v>785</c:v>
                </c:pt>
                <c:pt idx="114">
                  <c:v>792</c:v>
                </c:pt>
                <c:pt idx="115">
                  <c:v>799</c:v>
                </c:pt>
                <c:pt idx="116">
                  <c:v>806</c:v>
                </c:pt>
                <c:pt idx="117">
                  <c:v>813</c:v>
                </c:pt>
                <c:pt idx="118">
                  <c:v>820</c:v>
                </c:pt>
                <c:pt idx="119">
                  <c:v>827</c:v>
                </c:pt>
              </c:numCache>
            </c:numRef>
          </c:xVal>
          <c:yVal>
            <c:numRef>
              <c:f>'Chart Data'!$J$2:$J$121</c:f>
              <c:numCache>
                <c:formatCode>General</c:formatCode>
                <c:ptCount val="120"/>
                <c:pt idx="0">
                  <c:v>1.0500579</c:v>
                </c:pt>
                <c:pt idx="1">
                  <c:v>1.0535768</c:v>
                </c:pt>
                <c:pt idx="2">
                  <c:v>1.0538285</c:v>
                </c:pt>
                <c:pt idx="3">
                  <c:v>1.0537816</c:v>
                </c:pt>
                <c:pt idx="4">
                  <c:v>1.0539819</c:v>
                </c:pt>
                <c:pt idx="5">
                  <c:v>1.0537838</c:v>
                </c:pt>
                <c:pt idx="6">
                  <c:v>1.0536294</c:v>
                </c:pt>
                <c:pt idx="7">
                  <c:v>1.0534708</c:v>
                </c:pt>
                <c:pt idx="8">
                  <c:v>1.0533998</c:v>
                </c:pt>
                <c:pt idx="9">
                  <c:v>1.0530398</c:v>
                </c:pt>
                <c:pt idx="10">
                  <c:v>1.0528418</c:v>
                </c:pt>
                <c:pt idx="11">
                  <c:v>1.0524704</c:v>
                </c:pt>
                <c:pt idx="12">
                  <c:v>1.052493</c:v>
                </c:pt>
                <c:pt idx="13">
                  <c:v>1.0524834</c:v>
                </c:pt>
                <c:pt idx="14">
                  <c:v>1.0518842</c:v>
                </c:pt>
                <c:pt idx="15">
                  <c:v>1.0517049</c:v>
                </c:pt>
                <c:pt idx="16">
                  <c:v>1.0515145</c:v>
                </c:pt>
                <c:pt idx="17">
                  <c:v>1.0516484</c:v>
                </c:pt>
                <c:pt idx="18">
                  <c:v>1.0513561</c:v>
                </c:pt>
                <c:pt idx="19">
                  <c:v>1.0508101</c:v>
                </c:pt>
                <c:pt idx="20">
                  <c:v>1.0504223</c:v>
                </c:pt>
                <c:pt idx="21">
                  <c:v>1.0500048</c:v>
                </c:pt>
                <c:pt idx="22">
                  <c:v>1.050074</c:v>
                </c:pt>
                <c:pt idx="23">
                  <c:v>1.0498435</c:v>
                </c:pt>
                <c:pt idx="24">
                  <c:v>1.0490853</c:v>
                </c:pt>
                <c:pt idx="25">
                  <c:v>1.0486815</c:v>
                </c:pt>
                <c:pt idx="26">
                  <c:v>1.0485724</c:v>
                </c:pt>
                <c:pt idx="27">
                  <c:v>1.0480889</c:v>
                </c:pt>
                <c:pt idx="28">
                  <c:v>1.0475131</c:v>
                </c:pt>
                <c:pt idx="29">
                  <c:v>1.0471735</c:v>
                </c:pt>
                <c:pt idx="30">
                  <c:v>1.0466344</c:v>
                </c:pt>
                <c:pt idx="31">
                  <c:v>1.0465305</c:v>
                </c:pt>
                <c:pt idx="32">
                  <c:v>1.0459511</c:v>
                </c:pt>
                <c:pt idx="33">
                  <c:v>1.0456018</c:v>
                </c:pt>
                <c:pt idx="34">
                  <c:v>1.0452052</c:v>
                </c:pt>
                <c:pt idx="35">
                  <c:v>1.0446962</c:v>
                </c:pt>
                <c:pt idx="36">
                  <c:v>1.0444384</c:v>
                </c:pt>
                <c:pt idx="37">
                  <c:v>1.0438811</c:v>
                </c:pt>
                <c:pt idx="38">
                  <c:v>1.0434736</c:v>
                </c:pt>
                <c:pt idx="39">
                  <c:v>1.042961</c:v>
                </c:pt>
                <c:pt idx="40">
                  <c:v>1.0425271</c:v>
                </c:pt>
                <c:pt idx="41">
                  <c:v>1.0418965</c:v>
                </c:pt>
                <c:pt idx="42">
                  <c:v>1.0414265</c:v>
                </c:pt>
                <c:pt idx="43">
                  <c:v>1.0409042</c:v>
                </c:pt>
                <c:pt idx="44">
                  <c:v>1.0404111</c:v>
                </c:pt>
                <c:pt idx="45">
                  <c:v>1.0399809</c:v>
                </c:pt>
                <c:pt idx="46">
                  <c:v>1.0393895</c:v>
                </c:pt>
                <c:pt idx="47">
                  <c:v>1.0388517</c:v>
                </c:pt>
                <c:pt idx="48">
                  <c:v>1.0384399</c:v>
                </c:pt>
                <c:pt idx="49">
                  <c:v>1.0379671</c:v>
                </c:pt>
                <c:pt idx="50">
                  <c:v>1.0374185</c:v>
                </c:pt>
                <c:pt idx="51">
                  <c:v>1.0369741</c:v>
                </c:pt>
                <c:pt idx="52">
                  <c:v>1.0364997</c:v>
                </c:pt>
                <c:pt idx="53">
                  <c:v>1.0359561</c:v>
                </c:pt>
                <c:pt idx="54">
                  <c:v>1.0353416</c:v>
                </c:pt>
                <c:pt idx="55">
                  <c:v>1.0346882</c:v>
                </c:pt>
                <c:pt idx="56">
                  <c:v>1.0341446</c:v>
                </c:pt>
                <c:pt idx="57">
                  <c:v>1.0339719</c:v>
                </c:pt>
                <c:pt idx="58">
                  <c:v>1.0335686</c:v>
                </c:pt>
                <c:pt idx="59">
                  <c:v>1.0329266</c:v>
                </c:pt>
                <c:pt idx="60">
                  <c:v>1.0325376</c:v>
                </c:pt>
                <c:pt idx="61">
                  <c:v>1.032167</c:v>
                </c:pt>
                <c:pt idx="62">
                  <c:v>1.0314062</c:v>
                </c:pt>
                <c:pt idx="63">
                  <c:v>1.0310134</c:v>
                </c:pt>
                <c:pt idx="64">
                  <c:v>1.0303053</c:v>
                </c:pt>
                <c:pt idx="65">
                  <c:v>1.0296199</c:v>
                </c:pt>
                <c:pt idx="66">
                  <c:v>1.0289581</c:v>
                </c:pt>
                <c:pt idx="67">
                  <c:v>1.0279794</c:v>
                </c:pt>
                <c:pt idx="68">
                  <c:v>1.0271571</c:v>
                </c:pt>
                <c:pt idx="69">
                  <c:v>1.0265076</c:v>
                </c:pt>
                <c:pt idx="70">
                  <c:v>1.0261606</c:v>
                </c:pt>
                <c:pt idx="71">
                  <c:v>1.0252653</c:v>
                </c:pt>
                <c:pt idx="72">
                  <c:v>1.0245565</c:v>
                </c:pt>
                <c:pt idx="73">
                  <c:v>1.0237129</c:v>
                </c:pt>
                <c:pt idx="74">
                  <c:v>1.0229496</c:v>
                </c:pt>
                <c:pt idx="75">
                  <c:v>1.0220009</c:v>
                </c:pt>
                <c:pt idx="76">
                  <c:v>1.021035</c:v>
                </c:pt>
                <c:pt idx="77">
                  <c:v>1.0202484</c:v>
                </c:pt>
                <c:pt idx="78">
                  <c:v>1.0190703</c:v>
                </c:pt>
                <c:pt idx="79">
                  <c:v>1.0180498</c:v>
                </c:pt>
                <c:pt idx="80">
                  <c:v>1.0175352</c:v>
                </c:pt>
                <c:pt idx="81">
                  <c:v>1.0166031</c:v>
                </c:pt>
                <c:pt idx="82">
                  <c:v>1.0154196</c:v>
                </c:pt>
                <c:pt idx="83">
                  <c:v>1.0141784</c:v>
                </c:pt>
                <c:pt idx="84">
                  <c:v>1.0128978</c:v>
                </c:pt>
                <c:pt idx="85">
                  <c:v>1.0118016</c:v>
                </c:pt>
                <c:pt idx="86">
                  <c:v>1.0108513</c:v>
                </c:pt>
                <c:pt idx="87">
                  <c:v>1.0095545</c:v>
                </c:pt>
                <c:pt idx="88">
                  <c:v>1.0083307</c:v>
                </c:pt>
                <c:pt idx="89">
                  <c:v>1.0069648</c:v>
                </c:pt>
                <c:pt idx="90">
                  <c:v>1.0057174</c:v>
                </c:pt>
                <c:pt idx="91">
                  <c:v>1.0039643</c:v>
                </c:pt>
                <c:pt idx="92">
                  <c:v>1.0024803</c:v>
                </c:pt>
                <c:pt idx="93">
                  <c:v>1.0010167</c:v>
                </c:pt>
                <c:pt idx="94">
                  <c:v>0.99949509</c:v>
                </c:pt>
                <c:pt idx="95">
                  <c:v>0.99786264</c:v>
                </c:pt>
                <c:pt idx="96">
                  <c:v>0.99599159</c:v>
                </c:pt>
                <c:pt idx="97">
                  <c:v>0.99414527</c:v>
                </c:pt>
                <c:pt idx="98">
                  <c:v>0.99214733</c:v>
                </c:pt>
                <c:pt idx="99">
                  <c:v>0.99003208</c:v>
                </c:pt>
                <c:pt idx="100">
                  <c:v>0.98774278</c:v>
                </c:pt>
                <c:pt idx="101">
                  <c:v>0.98528832</c:v>
                </c:pt>
                <c:pt idx="102">
                  <c:v>0.98273337</c:v>
                </c:pt>
                <c:pt idx="103">
                  <c:v>0.97972137</c:v>
                </c:pt>
                <c:pt idx="104">
                  <c:v>0.97676176</c:v>
                </c:pt>
                <c:pt idx="105">
                  <c:v>0.97344613</c:v>
                </c:pt>
                <c:pt idx="106">
                  <c:v>0.96961451</c:v>
                </c:pt>
                <c:pt idx="107">
                  <c:v>0.96557009</c:v>
                </c:pt>
                <c:pt idx="108">
                  <c:v>0.96098804</c:v>
                </c:pt>
                <c:pt idx="109">
                  <c:v>0.95567757</c:v>
                </c:pt>
                <c:pt idx="110">
                  <c:v>0.94976634</c:v>
                </c:pt>
                <c:pt idx="111">
                  <c:v>0.94384974</c:v>
                </c:pt>
                <c:pt idx="112">
                  <c:v>0.9366349</c:v>
                </c:pt>
                <c:pt idx="113">
                  <c:v>0.92897356</c:v>
                </c:pt>
                <c:pt idx="114">
                  <c:v>0.92100316</c:v>
                </c:pt>
                <c:pt idx="115">
                  <c:v>0.91300046</c:v>
                </c:pt>
                <c:pt idx="116">
                  <c:v>0.90479827</c:v>
                </c:pt>
                <c:pt idx="117">
                  <c:v>0.89673954</c:v>
                </c:pt>
                <c:pt idx="118">
                  <c:v>0.88869584</c:v>
                </c:pt>
                <c:pt idx="119">
                  <c:v>0.88066918</c:v>
                </c:pt>
              </c:numCache>
            </c:numRef>
          </c:yVal>
        </c:ser>
        <c:ser>
          <c:idx val="5"/>
          <c:order val="5"/>
          <c:tx>
            <c:v>Batch3_cell_006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Data'!$K$2:$K$121</c:f>
              <c:numCache>
                <c:formatCode>General</c:formatCode>
                <c:ptCount val="120"/>
                <c:pt idx="0">
                  <c:v>1</c:v>
                </c:pt>
                <c:pt idx="1">
                  <c:v>7</c:v>
                </c:pt>
                <c:pt idx="2">
                  <c:v>12</c:v>
                </c:pt>
                <c:pt idx="3">
                  <c:v>18</c:v>
                </c:pt>
                <c:pt idx="4">
                  <c:v>23</c:v>
                </c:pt>
                <c:pt idx="5">
                  <c:v>29</c:v>
                </c:pt>
                <c:pt idx="6">
                  <c:v>35</c:v>
                </c:pt>
                <c:pt idx="7">
                  <c:v>40</c:v>
                </c:pt>
                <c:pt idx="8">
                  <c:v>46</c:v>
                </c:pt>
                <c:pt idx="9">
                  <c:v>51</c:v>
                </c:pt>
                <c:pt idx="10">
                  <c:v>57</c:v>
                </c:pt>
                <c:pt idx="11">
                  <c:v>62</c:v>
                </c:pt>
                <c:pt idx="12">
                  <c:v>68</c:v>
                </c:pt>
                <c:pt idx="13">
                  <c:v>74</c:v>
                </c:pt>
                <c:pt idx="14">
                  <c:v>79</c:v>
                </c:pt>
                <c:pt idx="15">
                  <c:v>85</c:v>
                </c:pt>
                <c:pt idx="16">
                  <c:v>90</c:v>
                </c:pt>
                <c:pt idx="17">
                  <c:v>96</c:v>
                </c:pt>
                <c:pt idx="18">
                  <c:v>102</c:v>
                </c:pt>
                <c:pt idx="19">
                  <c:v>107</c:v>
                </c:pt>
                <c:pt idx="20">
                  <c:v>113</c:v>
                </c:pt>
                <c:pt idx="21">
                  <c:v>118</c:v>
                </c:pt>
                <c:pt idx="22">
                  <c:v>124</c:v>
                </c:pt>
                <c:pt idx="23">
                  <c:v>130</c:v>
                </c:pt>
                <c:pt idx="24">
                  <c:v>135</c:v>
                </c:pt>
                <c:pt idx="25">
                  <c:v>141</c:v>
                </c:pt>
                <c:pt idx="26">
                  <c:v>146</c:v>
                </c:pt>
                <c:pt idx="27">
                  <c:v>152</c:v>
                </c:pt>
                <c:pt idx="28">
                  <c:v>157</c:v>
                </c:pt>
                <c:pt idx="29">
                  <c:v>163</c:v>
                </c:pt>
                <c:pt idx="30">
                  <c:v>169</c:v>
                </c:pt>
                <c:pt idx="31">
                  <c:v>174</c:v>
                </c:pt>
                <c:pt idx="32">
                  <c:v>180</c:v>
                </c:pt>
                <c:pt idx="33">
                  <c:v>185</c:v>
                </c:pt>
                <c:pt idx="34">
                  <c:v>191</c:v>
                </c:pt>
                <c:pt idx="35">
                  <c:v>197</c:v>
                </c:pt>
                <c:pt idx="36">
                  <c:v>202</c:v>
                </c:pt>
                <c:pt idx="37">
                  <c:v>208</c:v>
                </c:pt>
                <c:pt idx="38">
                  <c:v>213</c:v>
                </c:pt>
                <c:pt idx="39">
                  <c:v>219</c:v>
                </c:pt>
                <c:pt idx="40">
                  <c:v>225</c:v>
                </c:pt>
                <c:pt idx="41">
                  <c:v>230</c:v>
                </c:pt>
                <c:pt idx="42">
                  <c:v>236</c:v>
                </c:pt>
                <c:pt idx="43">
                  <c:v>241</c:v>
                </c:pt>
                <c:pt idx="44">
                  <c:v>247</c:v>
                </c:pt>
                <c:pt idx="45">
                  <c:v>252</c:v>
                </c:pt>
                <c:pt idx="46">
                  <c:v>258</c:v>
                </c:pt>
                <c:pt idx="47">
                  <c:v>264</c:v>
                </c:pt>
                <c:pt idx="48">
                  <c:v>269</c:v>
                </c:pt>
                <c:pt idx="49">
                  <c:v>275</c:v>
                </c:pt>
                <c:pt idx="50">
                  <c:v>280</c:v>
                </c:pt>
                <c:pt idx="51">
                  <c:v>286</c:v>
                </c:pt>
                <c:pt idx="52">
                  <c:v>292</c:v>
                </c:pt>
                <c:pt idx="53">
                  <c:v>297</c:v>
                </c:pt>
                <c:pt idx="54">
                  <c:v>303</c:v>
                </c:pt>
                <c:pt idx="55">
                  <c:v>308</c:v>
                </c:pt>
                <c:pt idx="56">
                  <c:v>314</c:v>
                </c:pt>
                <c:pt idx="57">
                  <c:v>320</c:v>
                </c:pt>
                <c:pt idx="58">
                  <c:v>325</c:v>
                </c:pt>
                <c:pt idx="59">
                  <c:v>331</c:v>
                </c:pt>
                <c:pt idx="60">
                  <c:v>336</c:v>
                </c:pt>
                <c:pt idx="61">
                  <c:v>342</c:v>
                </c:pt>
                <c:pt idx="62">
                  <c:v>347</c:v>
                </c:pt>
                <c:pt idx="63">
                  <c:v>353</c:v>
                </c:pt>
                <c:pt idx="64">
                  <c:v>359</c:v>
                </c:pt>
                <c:pt idx="65">
                  <c:v>364</c:v>
                </c:pt>
                <c:pt idx="66">
                  <c:v>370</c:v>
                </c:pt>
                <c:pt idx="67">
                  <c:v>375</c:v>
                </c:pt>
                <c:pt idx="68">
                  <c:v>381</c:v>
                </c:pt>
                <c:pt idx="69">
                  <c:v>387</c:v>
                </c:pt>
                <c:pt idx="70">
                  <c:v>392</c:v>
                </c:pt>
                <c:pt idx="71">
                  <c:v>398</c:v>
                </c:pt>
                <c:pt idx="72">
                  <c:v>403</c:v>
                </c:pt>
                <c:pt idx="73">
                  <c:v>409</c:v>
                </c:pt>
                <c:pt idx="74">
                  <c:v>415</c:v>
                </c:pt>
                <c:pt idx="75">
                  <c:v>420</c:v>
                </c:pt>
                <c:pt idx="76">
                  <c:v>426</c:v>
                </c:pt>
                <c:pt idx="77">
                  <c:v>431</c:v>
                </c:pt>
                <c:pt idx="78">
                  <c:v>437</c:v>
                </c:pt>
                <c:pt idx="79">
                  <c:v>442</c:v>
                </c:pt>
                <c:pt idx="80">
                  <c:v>448</c:v>
                </c:pt>
                <c:pt idx="81">
                  <c:v>454</c:v>
                </c:pt>
                <c:pt idx="82">
                  <c:v>459</c:v>
                </c:pt>
                <c:pt idx="83">
                  <c:v>465</c:v>
                </c:pt>
                <c:pt idx="84">
                  <c:v>470</c:v>
                </c:pt>
                <c:pt idx="85">
                  <c:v>476</c:v>
                </c:pt>
                <c:pt idx="86">
                  <c:v>482</c:v>
                </c:pt>
                <c:pt idx="87">
                  <c:v>487</c:v>
                </c:pt>
                <c:pt idx="88">
                  <c:v>493</c:v>
                </c:pt>
                <c:pt idx="89">
                  <c:v>498</c:v>
                </c:pt>
                <c:pt idx="90">
                  <c:v>504</c:v>
                </c:pt>
                <c:pt idx="91">
                  <c:v>510</c:v>
                </c:pt>
                <c:pt idx="92">
                  <c:v>515</c:v>
                </c:pt>
                <c:pt idx="93">
                  <c:v>521</c:v>
                </c:pt>
                <c:pt idx="94">
                  <c:v>526</c:v>
                </c:pt>
                <c:pt idx="95">
                  <c:v>532</c:v>
                </c:pt>
                <c:pt idx="96">
                  <c:v>537</c:v>
                </c:pt>
                <c:pt idx="97">
                  <c:v>543</c:v>
                </c:pt>
                <c:pt idx="98">
                  <c:v>549</c:v>
                </c:pt>
                <c:pt idx="99">
                  <c:v>554</c:v>
                </c:pt>
                <c:pt idx="100">
                  <c:v>560</c:v>
                </c:pt>
                <c:pt idx="101">
                  <c:v>565</c:v>
                </c:pt>
                <c:pt idx="102">
                  <c:v>571</c:v>
                </c:pt>
                <c:pt idx="103">
                  <c:v>577</c:v>
                </c:pt>
                <c:pt idx="104">
                  <c:v>582</c:v>
                </c:pt>
                <c:pt idx="105">
                  <c:v>588</c:v>
                </c:pt>
                <c:pt idx="106">
                  <c:v>593</c:v>
                </c:pt>
                <c:pt idx="107">
                  <c:v>599</c:v>
                </c:pt>
                <c:pt idx="108">
                  <c:v>605</c:v>
                </c:pt>
                <c:pt idx="109">
                  <c:v>610</c:v>
                </c:pt>
                <c:pt idx="110">
                  <c:v>616</c:v>
                </c:pt>
                <c:pt idx="111">
                  <c:v>621</c:v>
                </c:pt>
                <c:pt idx="112">
                  <c:v>627</c:v>
                </c:pt>
                <c:pt idx="113">
                  <c:v>632</c:v>
                </c:pt>
                <c:pt idx="114">
                  <c:v>638</c:v>
                </c:pt>
                <c:pt idx="115">
                  <c:v>644</c:v>
                </c:pt>
                <c:pt idx="116">
                  <c:v>649</c:v>
                </c:pt>
                <c:pt idx="117">
                  <c:v>655</c:v>
                </c:pt>
                <c:pt idx="118">
                  <c:v>660</c:v>
                </c:pt>
                <c:pt idx="119">
                  <c:v>666</c:v>
                </c:pt>
              </c:numCache>
            </c:numRef>
          </c:xVal>
          <c:yVal>
            <c:numRef>
              <c:f>'Chart Data'!$L$2:$L$121</c:f>
              <c:numCache>
                <c:formatCode>General</c:formatCode>
                <c:ptCount val="120"/>
                <c:pt idx="0">
                  <c:v>1.0620248</c:v>
                </c:pt>
                <c:pt idx="1">
                  <c:v>1.0629483</c:v>
                </c:pt>
                <c:pt idx="2">
                  <c:v>1.0618695</c:v>
                </c:pt>
                <c:pt idx="3">
                  <c:v>1.0604508</c:v>
                </c:pt>
                <c:pt idx="4">
                  <c:v>1.0592424</c:v>
                </c:pt>
                <c:pt idx="5">
                  <c:v>1.0582081</c:v>
                </c:pt>
                <c:pt idx="6">
                  <c:v>1.0570542</c:v>
                </c:pt>
                <c:pt idx="7">
                  <c:v>1.0559384</c:v>
                </c:pt>
                <c:pt idx="8">
                  <c:v>1.0545297</c:v>
                </c:pt>
                <c:pt idx="9">
                  <c:v>1.0538685</c:v>
                </c:pt>
                <c:pt idx="10">
                  <c:v>1.0525137</c:v>
                </c:pt>
                <c:pt idx="11">
                  <c:v>1.0516526</c:v>
                </c:pt>
                <c:pt idx="12">
                  <c:v>1.050422</c:v>
                </c:pt>
                <c:pt idx="13">
                  <c:v>1.0492047</c:v>
                </c:pt>
                <c:pt idx="14">
                  <c:v>1.0479255</c:v>
                </c:pt>
                <c:pt idx="15">
                  <c:v>1.0469767</c:v>
                </c:pt>
                <c:pt idx="16">
                  <c:v>1.0460863</c:v>
                </c:pt>
                <c:pt idx="17">
                  <c:v>1.0446329</c:v>
                </c:pt>
                <c:pt idx="18">
                  <c:v>1.043364</c:v>
                </c:pt>
                <c:pt idx="19">
                  <c:v>1.0423266</c:v>
                </c:pt>
                <c:pt idx="20">
                  <c:v>1.040987</c:v>
                </c:pt>
                <c:pt idx="21">
                  <c:v>1.0401019</c:v>
                </c:pt>
                <c:pt idx="22">
                  <c:v>1.0390569</c:v>
                </c:pt>
                <c:pt idx="23">
                  <c:v>1.0377866</c:v>
                </c:pt>
                <c:pt idx="24">
                  <c:v>1.0366095</c:v>
                </c:pt>
                <c:pt idx="25">
                  <c:v>1.0350422</c:v>
                </c:pt>
                <c:pt idx="26">
                  <c:v>1.0339292</c:v>
                </c:pt>
                <c:pt idx="27">
                  <c:v>1.0330302</c:v>
                </c:pt>
                <c:pt idx="28">
                  <c:v>1.0322105</c:v>
                </c:pt>
                <c:pt idx="29">
                  <c:v>1.0309927</c:v>
                </c:pt>
                <c:pt idx="30">
                  <c:v>1.029578</c:v>
                </c:pt>
                <c:pt idx="31">
                  <c:v>1.0282551</c:v>
                </c:pt>
                <c:pt idx="32">
                  <c:v>1.0269355</c:v>
                </c:pt>
                <c:pt idx="33">
                  <c:v>1.0259576</c:v>
                </c:pt>
                <c:pt idx="34">
                  <c:v>1.0244526</c:v>
                </c:pt>
                <c:pt idx="35">
                  <c:v>1.0232059</c:v>
                </c:pt>
                <c:pt idx="36">
                  <c:v>1.0221186</c:v>
                </c:pt>
                <c:pt idx="37">
                  <c:v>1.0208031</c:v>
                </c:pt>
                <c:pt idx="38">
                  <c:v>1.0195271</c:v>
                </c:pt>
                <c:pt idx="39">
                  <c:v>1.0184039</c:v>
                </c:pt>
                <c:pt idx="40">
                  <c:v>1.0170577</c:v>
                </c:pt>
                <c:pt idx="41">
                  <c:v>1.0160185</c:v>
                </c:pt>
                <c:pt idx="42">
                  <c:v>1.0148982</c:v>
                </c:pt>
                <c:pt idx="43">
                  <c:v>1.0142876</c:v>
                </c:pt>
                <c:pt idx="44">
                  <c:v>1.0127293</c:v>
                </c:pt>
                <c:pt idx="45">
                  <c:v>1.0118322</c:v>
                </c:pt>
                <c:pt idx="46">
                  <c:v>1.010723</c:v>
                </c:pt>
                <c:pt idx="47">
                  <c:v>1.0093021</c:v>
                </c:pt>
                <c:pt idx="48">
                  <c:v>1.0084227</c:v>
                </c:pt>
                <c:pt idx="49">
                  <c:v>1.0073841</c:v>
                </c:pt>
                <c:pt idx="50">
                  <c:v>1.0060682</c:v>
                </c:pt>
                <c:pt idx="51">
                  <c:v>1.0050805</c:v>
                </c:pt>
                <c:pt idx="52">
                  <c:v>1.0039777</c:v>
                </c:pt>
                <c:pt idx="53">
                  <c:v>1.0028818</c:v>
                </c:pt>
                <c:pt idx="54">
                  <c:v>1.0017254</c:v>
                </c:pt>
                <c:pt idx="55">
                  <c:v>1.0006608</c:v>
                </c:pt>
                <c:pt idx="56">
                  <c:v>0.99954885</c:v>
                </c:pt>
                <c:pt idx="57">
                  <c:v>0.99827141</c:v>
                </c:pt>
                <c:pt idx="58">
                  <c:v>0.99720776</c:v>
                </c:pt>
                <c:pt idx="59">
                  <c:v>0.99590939</c:v>
                </c:pt>
                <c:pt idx="60">
                  <c:v>0.99514252</c:v>
                </c:pt>
                <c:pt idx="61">
                  <c:v>0.99352741</c:v>
                </c:pt>
                <c:pt idx="62">
                  <c:v>0.99282163</c:v>
                </c:pt>
                <c:pt idx="63">
                  <c:v>0.99134701</c:v>
                </c:pt>
                <c:pt idx="64">
                  <c:v>0.98988992</c:v>
                </c:pt>
                <c:pt idx="65">
                  <c:v>0.98914266</c:v>
                </c:pt>
                <c:pt idx="66">
                  <c:v>0.98785758</c:v>
                </c:pt>
                <c:pt idx="67">
                  <c:v>0.98715967</c:v>
                </c:pt>
                <c:pt idx="68">
                  <c:v>0.98544008</c:v>
                </c:pt>
                <c:pt idx="69">
                  <c:v>0.98422736</c:v>
                </c:pt>
                <c:pt idx="70">
                  <c:v>0.98297912</c:v>
                </c:pt>
                <c:pt idx="71">
                  <c:v>0.98153013</c:v>
                </c:pt>
                <c:pt idx="72">
                  <c:v>0.98052806</c:v>
                </c:pt>
                <c:pt idx="73">
                  <c:v>0.9790768</c:v>
                </c:pt>
                <c:pt idx="74">
                  <c:v>0.97760105</c:v>
                </c:pt>
                <c:pt idx="75">
                  <c:v>0.97663659</c:v>
                </c:pt>
                <c:pt idx="76">
                  <c:v>0.97508836</c:v>
                </c:pt>
                <c:pt idx="77">
                  <c:v>0.97385943</c:v>
                </c:pt>
                <c:pt idx="78">
                  <c:v>0.97246331</c:v>
                </c:pt>
                <c:pt idx="79">
                  <c:v>0.97107726</c:v>
                </c:pt>
                <c:pt idx="80">
                  <c:v>0.96954376</c:v>
                </c:pt>
                <c:pt idx="81">
                  <c:v>0.96780896</c:v>
                </c:pt>
                <c:pt idx="82">
                  <c:v>0.9663443</c:v>
                </c:pt>
                <c:pt idx="83">
                  <c:v>0.96454901</c:v>
                </c:pt>
                <c:pt idx="84">
                  <c:v>0.9628669</c:v>
                </c:pt>
                <c:pt idx="85">
                  <c:v>0.96111214</c:v>
                </c:pt>
                <c:pt idx="86">
                  <c:v>0.95915413</c:v>
                </c:pt>
                <c:pt idx="87">
                  <c:v>0.95748538</c:v>
                </c:pt>
                <c:pt idx="88">
                  <c:v>0.95537966</c:v>
                </c:pt>
                <c:pt idx="89">
                  <c:v>0.95376587</c:v>
                </c:pt>
                <c:pt idx="90">
                  <c:v>0.95151657</c:v>
                </c:pt>
                <c:pt idx="91">
                  <c:v>0.94935495</c:v>
                </c:pt>
                <c:pt idx="92">
                  <c:v>0.94782501</c:v>
                </c:pt>
                <c:pt idx="93">
                  <c:v>0.94609088</c:v>
                </c:pt>
                <c:pt idx="94">
                  <c:v>0.94420391</c:v>
                </c:pt>
                <c:pt idx="95">
                  <c:v>0.94185382</c:v>
                </c:pt>
                <c:pt idx="96">
                  <c:v>0.94010746</c:v>
                </c:pt>
                <c:pt idx="97">
                  <c:v>0.93789059</c:v>
                </c:pt>
                <c:pt idx="98">
                  <c:v>0.93572038</c:v>
                </c:pt>
                <c:pt idx="99">
                  <c:v>0.92840421</c:v>
                </c:pt>
                <c:pt idx="100">
                  <c:v>0.92807698</c:v>
                </c:pt>
                <c:pt idx="101">
                  <c:v>0.92715514</c:v>
                </c:pt>
                <c:pt idx="102">
                  <c:v>0.92557806</c:v>
                </c:pt>
                <c:pt idx="103">
                  <c:v>0.924218</c:v>
                </c:pt>
                <c:pt idx="104">
                  <c:v>0.92270666</c:v>
                </c:pt>
                <c:pt idx="105">
                  <c:v>0.9209801</c:v>
                </c:pt>
                <c:pt idx="106">
                  <c:v>0.91916722</c:v>
                </c:pt>
                <c:pt idx="107">
                  <c:v>0.91705161</c:v>
                </c:pt>
                <c:pt idx="108">
                  <c:v>0.91475934</c:v>
                </c:pt>
                <c:pt idx="109">
                  <c:v>0.91278082</c:v>
                </c:pt>
                <c:pt idx="110">
                  <c:v>0.91019726</c:v>
                </c:pt>
                <c:pt idx="111">
                  <c:v>0.90782356</c:v>
                </c:pt>
                <c:pt idx="112">
                  <c:v>0.90484607</c:v>
                </c:pt>
                <c:pt idx="113">
                  <c:v>0.90216815</c:v>
                </c:pt>
                <c:pt idx="114">
                  <c:v>0.8989079</c:v>
                </c:pt>
                <c:pt idx="115">
                  <c:v>0.89522868</c:v>
                </c:pt>
                <c:pt idx="116">
                  <c:v>0.8920446</c:v>
                </c:pt>
                <c:pt idx="117">
                  <c:v>0.88803422</c:v>
                </c:pt>
                <c:pt idx="118">
                  <c:v>0.8845576</c:v>
                </c:pt>
                <c:pt idx="119">
                  <c:v>0.88052577</c:v>
                </c:pt>
              </c:numCache>
            </c:numRef>
          </c:yVal>
        </c:ser>
        <c:ser>
          <c:idx val="6"/>
          <c:order val="6"/>
          <c:tx>
            <c:v>Batch3_cell_007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Data'!$M$2:$M$121</c:f>
              <c:numCache>
                <c:formatCode>General</c:formatCode>
                <c:ptCount val="120"/>
                <c:pt idx="0">
                  <c:v>1</c:v>
                </c:pt>
                <c:pt idx="1">
                  <c:v>16</c:v>
                </c:pt>
                <c:pt idx="2">
                  <c:v>32</c:v>
                </c:pt>
                <c:pt idx="3">
                  <c:v>47</c:v>
                </c:pt>
                <c:pt idx="4">
                  <c:v>63</c:v>
                </c:pt>
                <c:pt idx="5">
                  <c:v>78</c:v>
                </c:pt>
                <c:pt idx="6">
                  <c:v>93</c:v>
                </c:pt>
                <c:pt idx="7">
                  <c:v>109</c:v>
                </c:pt>
                <c:pt idx="8">
                  <c:v>124</c:v>
                </c:pt>
                <c:pt idx="9">
                  <c:v>140</c:v>
                </c:pt>
                <c:pt idx="10">
                  <c:v>155</c:v>
                </c:pt>
                <c:pt idx="11">
                  <c:v>171</c:v>
                </c:pt>
                <c:pt idx="12">
                  <c:v>186</c:v>
                </c:pt>
                <c:pt idx="13">
                  <c:v>201</c:v>
                </c:pt>
                <c:pt idx="14">
                  <c:v>217</c:v>
                </c:pt>
                <c:pt idx="15">
                  <c:v>232</c:v>
                </c:pt>
                <c:pt idx="16">
                  <c:v>248</c:v>
                </c:pt>
                <c:pt idx="17">
                  <c:v>263</c:v>
                </c:pt>
                <c:pt idx="18">
                  <c:v>278</c:v>
                </c:pt>
                <c:pt idx="19">
                  <c:v>294</c:v>
                </c:pt>
                <c:pt idx="20">
                  <c:v>309</c:v>
                </c:pt>
                <c:pt idx="21">
                  <c:v>325</c:v>
                </c:pt>
                <c:pt idx="22">
                  <c:v>340</c:v>
                </c:pt>
                <c:pt idx="23">
                  <c:v>355</c:v>
                </c:pt>
                <c:pt idx="24">
                  <c:v>371</c:v>
                </c:pt>
                <c:pt idx="25">
                  <c:v>386</c:v>
                </c:pt>
                <c:pt idx="26">
                  <c:v>402</c:v>
                </c:pt>
                <c:pt idx="27">
                  <c:v>417</c:v>
                </c:pt>
                <c:pt idx="28">
                  <c:v>433</c:v>
                </c:pt>
                <c:pt idx="29">
                  <c:v>448</c:v>
                </c:pt>
                <c:pt idx="30">
                  <c:v>463</c:v>
                </c:pt>
                <c:pt idx="31">
                  <c:v>479</c:v>
                </c:pt>
                <c:pt idx="32">
                  <c:v>494</c:v>
                </c:pt>
                <c:pt idx="33">
                  <c:v>510</c:v>
                </c:pt>
                <c:pt idx="34">
                  <c:v>525</c:v>
                </c:pt>
                <c:pt idx="35">
                  <c:v>540</c:v>
                </c:pt>
                <c:pt idx="36">
                  <c:v>556</c:v>
                </c:pt>
                <c:pt idx="37">
                  <c:v>571</c:v>
                </c:pt>
                <c:pt idx="38">
                  <c:v>587</c:v>
                </c:pt>
                <c:pt idx="39">
                  <c:v>602</c:v>
                </c:pt>
                <c:pt idx="40">
                  <c:v>617</c:v>
                </c:pt>
                <c:pt idx="41">
                  <c:v>633</c:v>
                </c:pt>
                <c:pt idx="42">
                  <c:v>648</c:v>
                </c:pt>
                <c:pt idx="43">
                  <c:v>664</c:v>
                </c:pt>
                <c:pt idx="44">
                  <c:v>679</c:v>
                </c:pt>
                <c:pt idx="45">
                  <c:v>695</c:v>
                </c:pt>
                <c:pt idx="46">
                  <c:v>710</c:v>
                </c:pt>
                <c:pt idx="47">
                  <c:v>725</c:v>
                </c:pt>
                <c:pt idx="48">
                  <c:v>741</c:v>
                </c:pt>
                <c:pt idx="49">
                  <c:v>756</c:v>
                </c:pt>
                <c:pt idx="50">
                  <c:v>772</c:v>
                </c:pt>
                <c:pt idx="51">
                  <c:v>787</c:v>
                </c:pt>
                <c:pt idx="52">
                  <c:v>802</c:v>
                </c:pt>
                <c:pt idx="53">
                  <c:v>818</c:v>
                </c:pt>
                <c:pt idx="54">
                  <c:v>833</c:v>
                </c:pt>
                <c:pt idx="55">
                  <c:v>849</c:v>
                </c:pt>
                <c:pt idx="56">
                  <c:v>864</c:v>
                </c:pt>
                <c:pt idx="57">
                  <c:v>879</c:v>
                </c:pt>
                <c:pt idx="58">
                  <c:v>895</c:v>
                </c:pt>
                <c:pt idx="59">
                  <c:v>910</c:v>
                </c:pt>
                <c:pt idx="60">
                  <c:v>926</c:v>
                </c:pt>
                <c:pt idx="61">
                  <c:v>941</c:v>
                </c:pt>
                <c:pt idx="62">
                  <c:v>957</c:v>
                </c:pt>
                <c:pt idx="63">
                  <c:v>972</c:v>
                </c:pt>
                <c:pt idx="64">
                  <c:v>987</c:v>
                </c:pt>
                <c:pt idx="65">
                  <c:v>1003</c:v>
                </c:pt>
                <c:pt idx="66">
                  <c:v>1018</c:v>
                </c:pt>
                <c:pt idx="67">
                  <c:v>1034</c:v>
                </c:pt>
                <c:pt idx="68">
                  <c:v>1049</c:v>
                </c:pt>
                <c:pt idx="69">
                  <c:v>1064</c:v>
                </c:pt>
                <c:pt idx="70">
                  <c:v>1080</c:v>
                </c:pt>
                <c:pt idx="71">
                  <c:v>1095</c:v>
                </c:pt>
                <c:pt idx="72">
                  <c:v>1111</c:v>
                </c:pt>
                <c:pt idx="73">
                  <c:v>1126</c:v>
                </c:pt>
                <c:pt idx="74">
                  <c:v>1141</c:v>
                </c:pt>
                <c:pt idx="75">
                  <c:v>1157</c:v>
                </c:pt>
                <c:pt idx="76">
                  <c:v>1172</c:v>
                </c:pt>
                <c:pt idx="77">
                  <c:v>1188</c:v>
                </c:pt>
                <c:pt idx="78">
                  <c:v>1203</c:v>
                </c:pt>
                <c:pt idx="79">
                  <c:v>1219</c:v>
                </c:pt>
                <c:pt idx="80">
                  <c:v>1234</c:v>
                </c:pt>
                <c:pt idx="81">
                  <c:v>1249</c:v>
                </c:pt>
                <c:pt idx="82">
                  <c:v>1265</c:v>
                </c:pt>
                <c:pt idx="83">
                  <c:v>1280</c:v>
                </c:pt>
                <c:pt idx="84">
                  <c:v>1296</c:v>
                </c:pt>
                <c:pt idx="85">
                  <c:v>1311</c:v>
                </c:pt>
                <c:pt idx="86">
                  <c:v>1326</c:v>
                </c:pt>
                <c:pt idx="87">
                  <c:v>1342</c:v>
                </c:pt>
                <c:pt idx="88">
                  <c:v>1357</c:v>
                </c:pt>
                <c:pt idx="89">
                  <c:v>1373</c:v>
                </c:pt>
                <c:pt idx="90">
                  <c:v>1388</c:v>
                </c:pt>
                <c:pt idx="91">
                  <c:v>1403</c:v>
                </c:pt>
                <c:pt idx="92">
                  <c:v>1419</c:v>
                </c:pt>
                <c:pt idx="93">
                  <c:v>1434</c:v>
                </c:pt>
                <c:pt idx="94">
                  <c:v>1450</c:v>
                </c:pt>
                <c:pt idx="95">
                  <c:v>1465</c:v>
                </c:pt>
                <c:pt idx="96">
                  <c:v>1481</c:v>
                </c:pt>
                <c:pt idx="97">
                  <c:v>1496</c:v>
                </c:pt>
                <c:pt idx="98">
                  <c:v>1511</c:v>
                </c:pt>
                <c:pt idx="99">
                  <c:v>1527</c:v>
                </c:pt>
                <c:pt idx="100">
                  <c:v>1542</c:v>
                </c:pt>
                <c:pt idx="101">
                  <c:v>1558</c:v>
                </c:pt>
                <c:pt idx="102">
                  <c:v>1573</c:v>
                </c:pt>
                <c:pt idx="103">
                  <c:v>1588</c:v>
                </c:pt>
                <c:pt idx="104">
                  <c:v>1604</c:v>
                </c:pt>
                <c:pt idx="105">
                  <c:v>1619</c:v>
                </c:pt>
                <c:pt idx="106">
                  <c:v>1635</c:v>
                </c:pt>
                <c:pt idx="107">
                  <c:v>1650</c:v>
                </c:pt>
                <c:pt idx="108">
                  <c:v>1665</c:v>
                </c:pt>
                <c:pt idx="109">
                  <c:v>1681</c:v>
                </c:pt>
                <c:pt idx="110">
                  <c:v>1696</c:v>
                </c:pt>
                <c:pt idx="111">
                  <c:v>1712</c:v>
                </c:pt>
                <c:pt idx="112">
                  <c:v>1727</c:v>
                </c:pt>
                <c:pt idx="113">
                  <c:v>1743</c:v>
                </c:pt>
                <c:pt idx="114">
                  <c:v>1758</c:v>
                </c:pt>
                <c:pt idx="115">
                  <c:v>1773</c:v>
                </c:pt>
                <c:pt idx="116">
                  <c:v>1789</c:v>
                </c:pt>
                <c:pt idx="117">
                  <c:v>1804</c:v>
                </c:pt>
                <c:pt idx="118">
                  <c:v>1820</c:v>
                </c:pt>
                <c:pt idx="119">
                  <c:v>1835</c:v>
                </c:pt>
              </c:numCache>
            </c:numRef>
          </c:xVal>
          <c:yVal>
            <c:numRef>
              <c:f>'Chart Data'!$N$2:$N$121</c:f>
              <c:numCache>
                <c:formatCode>General</c:formatCode>
                <c:ptCount val="120"/>
                <c:pt idx="0">
                  <c:v>1.0664694</c:v>
                </c:pt>
                <c:pt idx="1">
                  <c:v>1.0707315</c:v>
                </c:pt>
                <c:pt idx="2">
                  <c:v>1.0708572</c:v>
                </c:pt>
                <c:pt idx="3">
                  <c:v>1.0703856</c:v>
                </c:pt>
                <c:pt idx="4">
                  <c:v>1.0703927</c:v>
                </c:pt>
                <c:pt idx="5">
                  <c:v>1.0702369</c:v>
                </c:pt>
                <c:pt idx="6">
                  <c:v>1.0698048</c:v>
                </c:pt>
                <c:pt idx="7">
                  <c:v>1.0699046</c:v>
                </c:pt>
                <c:pt idx="8">
                  <c:v>1.0696054</c:v>
                </c:pt>
                <c:pt idx="9">
                  <c:v>1.0693494</c:v>
                </c:pt>
                <c:pt idx="10">
                  <c:v>1.0690086</c:v>
                </c:pt>
                <c:pt idx="11">
                  <c:v>1.0689263</c:v>
                </c:pt>
                <c:pt idx="12">
                  <c:v>1.0684881</c:v>
                </c:pt>
                <c:pt idx="13">
                  <c:v>1.0681632</c:v>
                </c:pt>
                <c:pt idx="14">
                  <c:v>1.0678663</c:v>
                </c:pt>
                <c:pt idx="15">
                  <c:v>1.067531</c:v>
                </c:pt>
                <c:pt idx="16">
                  <c:v>1.0669987</c:v>
                </c:pt>
                <c:pt idx="17">
                  <c:v>1.066656</c:v>
                </c:pt>
                <c:pt idx="18">
                  <c:v>1.0663302</c:v>
                </c:pt>
                <c:pt idx="19">
                  <c:v>1.0657061</c:v>
                </c:pt>
                <c:pt idx="20">
                  <c:v>1.0652089</c:v>
                </c:pt>
                <c:pt idx="21">
                  <c:v>1.0648257</c:v>
                </c:pt>
                <c:pt idx="22">
                  <c:v>1.0644429</c:v>
                </c:pt>
                <c:pt idx="23">
                  <c:v>1.0641661</c:v>
                </c:pt>
                <c:pt idx="24">
                  <c:v>1.0636927</c:v>
                </c:pt>
                <c:pt idx="25">
                  <c:v>1.063271</c:v>
                </c:pt>
                <c:pt idx="26">
                  <c:v>1.0626301</c:v>
                </c:pt>
                <c:pt idx="27">
                  <c:v>1.0622542</c:v>
                </c:pt>
                <c:pt idx="28">
                  <c:v>1.0616953</c:v>
                </c:pt>
                <c:pt idx="29">
                  <c:v>1.0612617</c:v>
                </c:pt>
                <c:pt idx="30">
                  <c:v>1.0607947</c:v>
                </c:pt>
                <c:pt idx="31">
                  <c:v>1.0602373</c:v>
                </c:pt>
                <c:pt idx="32">
                  <c:v>1.0594691</c:v>
                </c:pt>
                <c:pt idx="33">
                  <c:v>1.0588719</c:v>
                </c:pt>
                <c:pt idx="34">
                  <c:v>1.0584081</c:v>
                </c:pt>
                <c:pt idx="35">
                  <c:v>1.05786</c:v>
                </c:pt>
                <c:pt idx="36">
                  <c:v>1.0575213</c:v>
                </c:pt>
                <c:pt idx="37">
                  <c:v>1.0568376</c:v>
                </c:pt>
                <c:pt idx="38">
                  <c:v>1.0564203</c:v>
                </c:pt>
                <c:pt idx="39">
                  <c:v>1.0558225</c:v>
                </c:pt>
                <c:pt idx="40">
                  <c:v>1.055335</c:v>
                </c:pt>
                <c:pt idx="41">
                  <c:v>1.0547218</c:v>
                </c:pt>
                <c:pt idx="42">
                  <c:v>1.0540569</c:v>
                </c:pt>
                <c:pt idx="43">
                  <c:v>1.052094</c:v>
                </c:pt>
                <c:pt idx="44">
                  <c:v>1.0524238</c:v>
                </c:pt>
                <c:pt idx="45">
                  <c:v>1.0520198</c:v>
                </c:pt>
                <c:pt idx="46">
                  <c:v>1.0516322</c:v>
                </c:pt>
                <c:pt idx="47">
                  <c:v>1.0508785</c:v>
                </c:pt>
                <c:pt idx="48">
                  <c:v>1.0503591</c:v>
                </c:pt>
                <c:pt idx="49">
                  <c:v>1.0483644</c:v>
                </c:pt>
                <c:pt idx="50">
                  <c:v>1.0477867</c:v>
                </c:pt>
                <c:pt idx="51">
                  <c:v>1.0482929</c:v>
                </c:pt>
                <c:pt idx="52">
                  <c:v>1.0474901</c:v>
                </c:pt>
                <c:pt idx="53">
                  <c:v>1.0468664</c:v>
                </c:pt>
                <c:pt idx="54">
                  <c:v>1.0461431</c:v>
                </c:pt>
                <c:pt idx="55">
                  <c:v>1.0453213</c:v>
                </c:pt>
                <c:pt idx="56">
                  <c:v>1.0446351</c:v>
                </c:pt>
                <c:pt idx="57">
                  <c:v>1.0441544</c:v>
                </c:pt>
                <c:pt idx="58">
                  <c:v>1.0433692</c:v>
                </c:pt>
                <c:pt idx="59">
                  <c:v>1.0426517</c:v>
                </c:pt>
                <c:pt idx="60">
                  <c:v>1.0419654</c:v>
                </c:pt>
                <c:pt idx="61">
                  <c:v>1.0413227</c:v>
                </c:pt>
                <c:pt idx="62">
                  <c:v>1.0405633</c:v>
                </c:pt>
                <c:pt idx="63">
                  <c:v>1.0398498</c:v>
                </c:pt>
                <c:pt idx="64">
                  <c:v>1.039153</c:v>
                </c:pt>
                <c:pt idx="65">
                  <c:v>1.0384297</c:v>
                </c:pt>
                <c:pt idx="66">
                  <c:v>1.0377609</c:v>
                </c:pt>
                <c:pt idx="67">
                  <c:v>1.0369282</c:v>
                </c:pt>
                <c:pt idx="68">
                  <c:v>1.0361857</c:v>
                </c:pt>
                <c:pt idx="69">
                  <c:v>1.0353544</c:v>
                </c:pt>
                <c:pt idx="70">
                  <c:v>1.0345831</c:v>
                </c:pt>
                <c:pt idx="71">
                  <c:v>1.0336609</c:v>
                </c:pt>
                <c:pt idx="72">
                  <c:v>1.0328027</c:v>
                </c:pt>
                <c:pt idx="73">
                  <c:v>1.0320055</c:v>
                </c:pt>
                <c:pt idx="74">
                  <c:v>1.0310605</c:v>
                </c:pt>
                <c:pt idx="75">
                  <c:v>1.03013</c:v>
                </c:pt>
                <c:pt idx="76">
                  <c:v>1.029283</c:v>
                </c:pt>
                <c:pt idx="77">
                  <c:v>1.0282812</c:v>
                </c:pt>
                <c:pt idx="78">
                  <c:v>1.0278261</c:v>
                </c:pt>
                <c:pt idx="79">
                  <c:v>1.0269045</c:v>
                </c:pt>
                <c:pt idx="80">
                  <c:v>1.0259643</c:v>
                </c:pt>
                <c:pt idx="81">
                  <c:v>1.0250531</c:v>
                </c:pt>
                <c:pt idx="82">
                  <c:v>1.0240198</c:v>
                </c:pt>
                <c:pt idx="83">
                  <c:v>1.023046</c:v>
                </c:pt>
                <c:pt idx="84">
                  <c:v>1.0218921</c:v>
                </c:pt>
                <c:pt idx="85">
                  <c:v>1.0207207</c:v>
                </c:pt>
                <c:pt idx="86">
                  <c:v>1.0194649</c:v>
                </c:pt>
                <c:pt idx="87">
                  <c:v>1.0180925</c:v>
                </c:pt>
                <c:pt idx="88">
                  <c:v>1.0164362</c:v>
                </c:pt>
                <c:pt idx="89">
                  <c:v>1.014587</c:v>
                </c:pt>
                <c:pt idx="90">
                  <c:v>1.0114849</c:v>
                </c:pt>
                <c:pt idx="91">
                  <c:v>1.0107391</c:v>
                </c:pt>
                <c:pt idx="92">
                  <c:v>1.0085158</c:v>
                </c:pt>
                <c:pt idx="93">
                  <c:v>1.0061725</c:v>
                </c:pt>
                <c:pt idx="94">
                  <c:v>1.003535</c:v>
                </c:pt>
                <c:pt idx="95">
                  <c:v>1.0009743</c:v>
                </c:pt>
                <c:pt idx="96">
                  <c:v>0.99788606</c:v>
                </c:pt>
                <c:pt idx="97">
                  <c:v>0.99498945</c:v>
                </c:pt>
                <c:pt idx="98">
                  <c:v>0.9916743</c:v>
                </c:pt>
                <c:pt idx="99">
                  <c:v>0.98830813</c:v>
                </c:pt>
                <c:pt idx="100">
                  <c:v>0.98443872</c:v>
                </c:pt>
                <c:pt idx="101">
                  <c:v>0.98073769</c:v>
                </c:pt>
                <c:pt idx="102">
                  <c:v>0.97691548</c:v>
                </c:pt>
                <c:pt idx="103">
                  <c:v>0.97317636</c:v>
                </c:pt>
                <c:pt idx="104">
                  <c:v>0.96898293</c:v>
                </c:pt>
                <c:pt idx="105">
                  <c:v>0.96400255</c:v>
                </c:pt>
                <c:pt idx="106">
                  <c:v>0.95989454</c:v>
                </c:pt>
                <c:pt idx="107">
                  <c:v>0.95459026</c:v>
                </c:pt>
                <c:pt idx="108">
                  <c:v>0.95018214</c:v>
                </c:pt>
                <c:pt idx="109">
                  <c:v>0.94451261</c:v>
                </c:pt>
                <c:pt idx="110">
                  <c:v>0.9396584</c:v>
                </c:pt>
                <c:pt idx="111">
                  <c:v>0.93431801</c:v>
                </c:pt>
                <c:pt idx="112">
                  <c:v>0.92796683</c:v>
                </c:pt>
                <c:pt idx="113">
                  <c:v>0.92191899</c:v>
                </c:pt>
                <c:pt idx="114">
                  <c:v>0.91535479</c:v>
                </c:pt>
                <c:pt idx="115">
                  <c:v>0.90898997</c:v>
                </c:pt>
                <c:pt idx="116">
                  <c:v>0.90099198</c:v>
                </c:pt>
                <c:pt idx="117">
                  <c:v>0.89405793</c:v>
                </c:pt>
                <c:pt idx="118">
                  <c:v>0.88638079</c:v>
                </c:pt>
                <c:pt idx="119">
                  <c:v>0.88036358</c:v>
                </c:pt>
              </c:numCache>
            </c:numRef>
          </c:yVal>
        </c:ser>
        <c:ser>
          <c:idx val="7"/>
          <c:order val="7"/>
          <c:tx>
            <c:v>Batch3_cell_008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29</c:v>
                </c:pt>
                <c:pt idx="5">
                  <c:v>36</c:v>
                </c:pt>
                <c:pt idx="6">
                  <c:v>43</c:v>
                </c:pt>
                <c:pt idx="7">
                  <c:v>50</c:v>
                </c:pt>
                <c:pt idx="8">
                  <c:v>57</c:v>
                </c:pt>
                <c:pt idx="9">
                  <c:v>63</c:v>
                </c:pt>
                <c:pt idx="10">
                  <c:v>70</c:v>
                </c:pt>
                <c:pt idx="11">
                  <c:v>77</c:v>
                </c:pt>
                <c:pt idx="12">
                  <c:v>84</c:v>
                </c:pt>
                <c:pt idx="13">
                  <c:v>91</c:v>
                </c:pt>
                <c:pt idx="14">
                  <c:v>98</c:v>
                </c:pt>
                <c:pt idx="15">
                  <c:v>105</c:v>
                </c:pt>
                <c:pt idx="16">
                  <c:v>112</c:v>
                </c:pt>
                <c:pt idx="17">
                  <c:v>119</c:v>
                </c:pt>
                <c:pt idx="18">
                  <c:v>126</c:v>
                </c:pt>
                <c:pt idx="19">
                  <c:v>133</c:v>
                </c:pt>
                <c:pt idx="20">
                  <c:v>140</c:v>
                </c:pt>
                <c:pt idx="21">
                  <c:v>147</c:v>
                </c:pt>
                <c:pt idx="22">
                  <c:v>154</c:v>
                </c:pt>
                <c:pt idx="23">
                  <c:v>161</c:v>
                </c:pt>
                <c:pt idx="24">
                  <c:v>168</c:v>
                </c:pt>
                <c:pt idx="25">
                  <c:v>175</c:v>
                </c:pt>
                <c:pt idx="26">
                  <c:v>181</c:v>
                </c:pt>
                <c:pt idx="27">
                  <c:v>188</c:v>
                </c:pt>
                <c:pt idx="28">
                  <c:v>195</c:v>
                </c:pt>
                <c:pt idx="29">
                  <c:v>202</c:v>
                </c:pt>
                <c:pt idx="30">
                  <c:v>209</c:v>
                </c:pt>
                <c:pt idx="31">
                  <c:v>216</c:v>
                </c:pt>
                <c:pt idx="32">
                  <c:v>223</c:v>
                </c:pt>
                <c:pt idx="33">
                  <c:v>230</c:v>
                </c:pt>
                <c:pt idx="34">
                  <c:v>237</c:v>
                </c:pt>
                <c:pt idx="35">
                  <c:v>244</c:v>
                </c:pt>
                <c:pt idx="36">
                  <c:v>251</c:v>
                </c:pt>
                <c:pt idx="37">
                  <c:v>258</c:v>
                </c:pt>
                <c:pt idx="38">
                  <c:v>265</c:v>
                </c:pt>
                <c:pt idx="39">
                  <c:v>272</c:v>
                </c:pt>
                <c:pt idx="40">
                  <c:v>279</c:v>
                </c:pt>
                <c:pt idx="41">
                  <c:v>286</c:v>
                </c:pt>
                <c:pt idx="42">
                  <c:v>293</c:v>
                </c:pt>
                <c:pt idx="43">
                  <c:v>299</c:v>
                </c:pt>
                <c:pt idx="44">
                  <c:v>306</c:v>
                </c:pt>
                <c:pt idx="45">
                  <c:v>313</c:v>
                </c:pt>
                <c:pt idx="46">
                  <c:v>320</c:v>
                </c:pt>
                <c:pt idx="47">
                  <c:v>327</c:v>
                </c:pt>
                <c:pt idx="48">
                  <c:v>334</c:v>
                </c:pt>
                <c:pt idx="49">
                  <c:v>341</c:v>
                </c:pt>
                <c:pt idx="50">
                  <c:v>348</c:v>
                </c:pt>
                <c:pt idx="51">
                  <c:v>355</c:v>
                </c:pt>
                <c:pt idx="52">
                  <c:v>362</c:v>
                </c:pt>
                <c:pt idx="53">
                  <c:v>369</c:v>
                </c:pt>
                <c:pt idx="54">
                  <c:v>376</c:v>
                </c:pt>
                <c:pt idx="55">
                  <c:v>383</c:v>
                </c:pt>
                <c:pt idx="56">
                  <c:v>390</c:v>
                </c:pt>
                <c:pt idx="57">
                  <c:v>397</c:v>
                </c:pt>
                <c:pt idx="58">
                  <c:v>404</c:v>
                </c:pt>
                <c:pt idx="59">
                  <c:v>411</c:v>
                </c:pt>
                <c:pt idx="60">
                  <c:v>417</c:v>
                </c:pt>
                <c:pt idx="61">
                  <c:v>424</c:v>
                </c:pt>
                <c:pt idx="62">
                  <c:v>431</c:v>
                </c:pt>
                <c:pt idx="63">
                  <c:v>438</c:v>
                </c:pt>
                <c:pt idx="64">
                  <c:v>445</c:v>
                </c:pt>
                <c:pt idx="65">
                  <c:v>452</c:v>
                </c:pt>
                <c:pt idx="66">
                  <c:v>459</c:v>
                </c:pt>
                <c:pt idx="67">
                  <c:v>466</c:v>
                </c:pt>
                <c:pt idx="68">
                  <c:v>473</c:v>
                </c:pt>
                <c:pt idx="69">
                  <c:v>480</c:v>
                </c:pt>
                <c:pt idx="70">
                  <c:v>487</c:v>
                </c:pt>
                <c:pt idx="71">
                  <c:v>494</c:v>
                </c:pt>
                <c:pt idx="72">
                  <c:v>501</c:v>
                </c:pt>
                <c:pt idx="73">
                  <c:v>508</c:v>
                </c:pt>
                <c:pt idx="74">
                  <c:v>515</c:v>
                </c:pt>
                <c:pt idx="75">
                  <c:v>522</c:v>
                </c:pt>
                <c:pt idx="76">
                  <c:v>529</c:v>
                </c:pt>
                <c:pt idx="77">
                  <c:v>535</c:v>
                </c:pt>
                <c:pt idx="78">
                  <c:v>542</c:v>
                </c:pt>
                <c:pt idx="79">
                  <c:v>549</c:v>
                </c:pt>
                <c:pt idx="80">
                  <c:v>556</c:v>
                </c:pt>
                <c:pt idx="81">
                  <c:v>563</c:v>
                </c:pt>
                <c:pt idx="82">
                  <c:v>570</c:v>
                </c:pt>
                <c:pt idx="83">
                  <c:v>577</c:v>
                </c:pt>
                <c:pt idx="84">
                  <c:v>584</c:v>
                </c:pt>
                <c:pt idx="85">
                  <c:v>591</c:v>
                </c:pt>
                <c:pt idx="86">
                  <c:v>598</c:v>
                </c:pt>
                <c:pt idx="87">
                  <c:v>605</c:v>
                </c:pt>
                <c:pt idx="88">
                  <c:v>612</c:v>
                </c:pt>
                <c:pt idx="89">
                  <c:v>619</c:v>
                </c:pt>
                <c:pt idx="90">
                  <c:v>626</c:v>
                </c:pt>
                <c:pt idx="91">
                  <c:v>633</c:v>
                </c:pt>
                <c:pt idx="92">
                  <c:v>640</c:v>
                </c:pt>
                <c:pt idx="93">
                  <c:v>647</c:v>
                </c:pt>
                <c:pt idx="94">
                  <c:v>653</c:v>
                </c:pt>
                <c:pt idx="95">
                  <c:v>660</c:v>
                </c:pt>
                <c:pt idx="96">
                  <c:v>667</c:v>
                </c:pt>
                <c:pt idx="97">
                  <c:v>674</c:v>
                </c:pt>
                <c:pt idx="98">
                  <c:v>681</c:v>
                </c:pt>
                <c:pt idx="99">
                  <c:v>688</c:v>
                </c:pt>
                <c:pt idx="100">
                  <c:v>695</c:v>
                </c:pt>
                <c:pt idx="101">
                  <c:v>702</c:v>
                </c:pt>
                <c:pt idx="102">
                  <c:v>709</c:v>
                </c:pt>
                <c:pt idx="103">
                  <c:v>716</c:v>
                </c:pt>
                <c:pt idx="104">
                  <c:v>723</c:v>
                </c:pt>
                <c:pt idx="105">
                  <c:v>730</c:v>
                </c:pt>
                <c:pt idx="106">
                  <c:v>737</c:v>
                </c:pt>
                <c:pt idx="107">
                  <c:v>744</c:v>
                </c:pt>
                <c:pt idx="108">
                  <c:v>751</c:v>
                </c:pt>
                <c:pt idx="109">
                  <c:v>758</c:v>
                </c:pt>
                <c:pt idx="110">
                  <c:v>765</c:v>
                </c:pt>
                <c:pt idx="111">
                  <c:v>771</c:v>
                </c:pt>
                <c:pt idx="112">
                  <c:v>778</c:v>
                </c:pt>
                <c:pt idx="113">
                  <c:v>785</c:v>
                </c:pt>
                <c:pt idx="114">
                  <c:v>792</c:v>
                </c:pt>
                <c:pt idx="115">
                  <c:v>799</c:v>
                </c:pt>
                <c:pt idx="116">
                  <c:v>806</c:v>
                </c:pt>
                <c:pt idx="117">
                  <c:v>813</c:v>
                </c:pt>
                <c:pt idx="118">
                  <c:v>820</c:v>
                </c:pt>
                <c:pt idx="119">
                  <c:v>827</c:v>
                </c:pt>
              </c:numCache>
            </c:numRef>
          </c:xVal>
          <c:yVal>
            <c:numRef>
              <c:f>'Chart Data'!$P$2:$P$121</c:f>
              <c:numCache>
                <c:formatCode>General</c:formatCode>
                <c:ptCount val="120"/>
                <c:pt idx="0">
                  <c:v>1.0636606</c:v>
                </c:pt>
                <c:pt idx="1">
                  <c:v>1.0675483</c:v>
                </c:pt>
                <c:pt idx="2">
                  <c:v>1.0683548</c:v>
                </c:pt>
                <c:pt idx="3">
                  <c:v>1.0685432</c:v>
                </c:pt>
                <c:pt idx="4">
                  <c:v>1.068195</c:v>
                </c:pt>
                <c:pt idx="5">
                  <c:v>1.0686525</c:v>
                </c:pt>
                <c:pt idx="6">
                  <c:v>1.0684845</c:v>
                </c:pt>
                <c:pt idx="7">
                  <c:v>1.0685687</c:v>
                </c:pt>
                <c:pt idx="8">
                  <c:v>1.0684069</c:v>
                </c:pt>
                <c:pt idx="9">
                  <c:v>1.0683408</c:v>
                </c:pt>
                <c:pt idx="10">
                  <c:v>1.0678819</c:v>
                </c:pt>
                <c:pt idx="11">
                  <c:v>1.0676951</c:v>
                </c:pt>
                <c:pt idx="12">
                  <c:v>1.0676154</c:v>
                </c:pt>
                <c:pt idx="13">
                  <c:v>1.0673678</c:v>
                </c:pt>
                <c:pt idx="14">
                  <c:v>1.0671537</c:v>
                </c:pt>
                <c:pt idx="15">
                  <c:v>1.066848</c:v>
                </c:pt>
                <c:pt idx="16">
                  <c:v>1.0668292</c:v>
                </c:pt>
                <c:pt idx="17">
                  <c:v>1.0667973</c:v>
                </c:pt>
                <c:pt idx="18">
                  <c:v>1.0663496</c:v>
                </c:pt>
                <c:pt idx="19">
                  <c:v>1.0659556</c:v>
                </c:pt>
                <c:pt idx="20">
                  <c:v>1.0657946</c:v>
                </c:pt>
                <c:pt idx="21">
                  <c:v>1.0655899</c:v>
                </c:pt>
                <c:pt idx="22">
                  <c:v>1.0652188</c:v>
                </c:pt>
                <c:pt idx="23">
                  <c:v>1.0647224</c:v>
                </c:pt>
                <c:pt idx="24">
                  <c:v>1.0646044</c:v>
                </c:pt>
                <c:pt idx="25">
                  <c:v>1.06443</c:v>
                </c:pt>
                <c:pt idx="26">
                  <c:v>1.0642642</c:v>
                </c:pt>
                <c:pt idx="27">
                  <c:v>1.0639997</c:v>
                </c:pt>
                <c:pt idx="28">
                  <c:v>1.0635037</c:v>
                </c:pt>
                <c:pt idx="29">
                  <c:v>1.0633175</c:v>
                </c:pt>
                <c:pt idx="30">
                  <c:v>1.0631785</c:v>
                </c:pt>
                <c:pt idx="31">
                  <c:v>1.0628833</c:v>
                </c:pt>
                <c:pt idx="32">
                  <c:v>1.0625979</c:v>
                </c:pt>
                <c:pt idx="33">
                  <c:v>1.0622768</c:v>
                </c:pt>
                <c:pt idx="34">
                  <c:v>1.0619</c:v>
                </c:pt>
                <c:pt idx="35">
                  <c:v>1.0614952</c:v>
                </c:pt>
                <c:pt idx="36">
                  <c:v>1.0613137</c:v>
                </c:pt>
                <c:pt idx="37">
                  <c:v>1.0608748</c:v>
                </c:pt>
                <c:pt idx="38">
                  <c:v>1.06056</c:v>
                </c:pt>
                <c:pt idx="39">
                  <c:v>1.0601102</c:v>
                </c:pt>
                <c:pt idx="40">
                  <c:v>1.0597712</c:v>
                </c:pt>
                <c:pt idx="41">
                  <c:v>1.0593886</c:v>
                </c:pt>
                <c:pt idx="42">
                  <c:v>1.058966</c:v>
                </c:pt>
                <c:pt idx="43">
                  <c:v>1.058682</c:v>
                </c:pt>
                <c:pt idx="44">
                  <c:v>1.0583277</c:v>
                </c:pt>
                <c:pt idx="45">
                  <c:v>1.0578555</c:v>
                </c:pt>
                <c:pt idx="46">
                  <c:v>1.0574324</c:v>
                </c:pt>
                <c:pt idx="47">
                  <c:v>1.0570713</c:v>
                </c:pt>
                <c:pt idx="48">
                  <c:v>1.0566493</c:v>
                </c:pt>
                <c:pt idx="49">
                  <c:v>1.0560443</c:v>
                </c:pt>
                <c:pt idx="50">
                  <c:v>1.0555357</c:v>
                </c:pt>
                <c:pt idx="51">
                  <c:v>1.0552171</c:v>
                </c:pt>
                <c:pt idx="52">
                  <c:v>1.0549266</c:v>
                </c:pt>
                <c:pt idx="53">
                  <c:v>1.0544661</c:v>
                </c:pt>
                <c:pt idx="54">
                  <c:v>1.0540603</c:v>
                </c:pt>
                <c:pt idx="55">
                  <c:v>1.053581</c:v>
                </c:pt>
                <c:pt idx="56">
                  <c:v>1.0530989</c:v>
                </c:pt>
                <c:pt idx="57">
                  <c:v>1.0526143</c:v>
                </c:pt>
                <c:pt idx="58">
                  <c:v>1.0520765</c:v>
                </c:pt>
                <c:pt idx="59">
                  <c:v>1.0515317</c:v>
                </c:pt>
                <c:pt idx="60">
                  <c:v>1.0511297</c:v>
                </c:pt>
                <c:pt idx="61">
                  <c:v>1.0494177</c:v>
                </c:pt>
                <c:pt idx="62">
                  <c:v>1.0500915</c:v>
                </c:pt>
                <c:pt idx="63">
                  <c:v>1.049572</c:v>
                </c:pt>
                <c:pt idx="64">
                  <c:v>1.0488424</c:v>
                </c:pt>
                <c:pt idx="65">
                  <c:v>1.048297</c:v>
                </c:pt>
                <c:pt idx="66">
                  <c:v>1.0480062</c:v>
                </c:pt>
                <c:pt idx="67">
                  <c:v>1.0472898</c:v>
                </c:pt>
                <c:pt idx="68">
                  <c:v>1.0465871</c:v>
                </c:pt>
                <c:pt idx="69">
                  <c:v>1.0459572</c:v>
                </c:pt>
                <c:pt idx="70">
                  <c:v>1.0452609</c:v>
                </c:pt>
                <c:pt idx="71">
                  <c:v>1.0446573</c:v>
                </c:pt>
                <c:pt idx="72">
                  <c:v>1.0438868</c:v>
                </c:pt>
                <c:pt idx="73">
                  <c:v>1.0429653</c:v>
                </c:pt>
                <c:pt idx="74">
                  <c:v>1.0420669</c:v>
                </c:pt>
                <c:pt idx="75">
                  <c:v>1.0415305</c:v>
                </c:pt>
                <c:pt idx="76">
                  <c:v>1.0406865</c:v>
                </c:pt>
                <c:pt idx="77">
                  <c:v>1.0400023</c:v>
                </c:pt>
                <c:pt idx="78">
                  <c:v>1.0390686</c:v>
                </c:pt>
                <c:pt idx="79">
                  <c:v>1.0382228</c:v>
                </c:pt>
                <c:pt idx="80">
                  <c:v>1.0374647</c:v>
                </c:pt>
                <c:pt idx="81">
                  <c:v>1.0366418</c:v>
                </c:pt>
                <c:pt idx="82">
                  <c:v>1.0358886</c:v>
                </c:pt>
                <c:pt idx="83">
                  <c:v>1.0350571</c:v>
                </c:pt>
                <c:pt idx="84">
                  <c:v>1.0342008</c:v>
                </c:pt>
                <c:pt idx="85">
                  <c:v>1.0332574</c:v>
                </c:pt>
                <c:pt idx="86">
                  <c:v>1.0321958</c:v>
                </c:pt>
                <c:pt idx="87">
                  <c:v>1.0310515</c:v>
                </c:pt>
                <c:pt idx="88">
                  <c:v>1.0299971</c:v>
                </c:pt>
                <c:pt idx="89">
                  <c:v>1.0287975</c:v>
                </c:pt>
                <c:pt idx="90">
                  <c:v>1.0275099</c:v>
                </c:pt>
                <c:pt idx="91">
                  <c:v>1.026256</c:v>
                </c:pt>
                <c:pt idx="92">
                  <c:v>1.0246722</c:v>
                </c:pt>
                <c:pt idx="93">
                  <c:v>1.0231924</c:v>
                </c:pt>
                <c:pt idx="94">
                  <c:v>1.0217509</c:v>
                </c:pt>
                <c:pt idx="95">
                  <c:v>1.0199929</c:v>
                </c:pt>
                <c:pt idx="96">
                  <c:v>1.0178204</c:v>
                </c:pt>
                <c:pt idx="97">
                  <c:v>1.0155811</c:v>
                </c:pt>
                <c:pt idx="98">
                  <c:v>1.0133036</c:v>
                </c:pt>
                <c:pt idx="99">
                  <c:v>1.0107753</c:v>
                </c:pt>
                <c:pt idx="100">
                  <c:v>1.0080668</c:v>
                </c:pt>
                <c:pt idx="101">
                  <c:v>1.005067</c:v>
                </c:pt>
                <c:pt idx="102">
                  <c:v>1.0017653</c:v>
                </c:pt>
                <c:pt idx="103">
                  <c:v>0.99827904</c:v>
                </c:pt>
                <c:pt idx="104">
                  <c:v>0.9944858</c:v>
                </c:pt>
                <c:pt idx="105">
                  <c:v>0.99042106</c:v>
                </c:pt>
                <c:pt idx="106">
                  <c:v>0.98617226</c:v>
                </c:pt>
                <c:pt idx="107">
                  <c:v>0.9813416</c:v>
                </c:pt>
                <c:pt idx="108">
                  <c:v>0.97595483</c:v>
                </c:pt>
                <c:pt idx="109">
                  <c:v>0.9702239</c:v>
                </c:pt>
                <c:pt idx="110">
                  <c:v>0.96365649</c:v>
                </c:pt>
                <c:pt idx="111">
                  <c:v>0.95741546</c:v>
                </c:pt>
                <c:pt idx="112">
                  <c:v>0.94924563</c:v>
                </c:pt>
                <c:pt idx="113">
                  <c:v>0.94062203</c:v>
                </c:pt>
                <c:pt idx="114">
                  <c:v>0.93146044</c:v>
                </c:pt>
                <c:pt idx="115">
                  <c:v>0.92170757</c:v>
                </c:pt>
                <c:pt idx="116">
                  <c:v>0.91168153</c:v>
                </c:pt>
                <c:pt idx="117">
                  <c:v>0.90156364</c:v>
                </c:pt>
                <c:pt idx="118">
                  <c:v>0.89119232</c:v>
                </c:pt>
                <c:pt idx="119">
                  <c:v>0.88094097</c:v>
                </c:pt>
              </c:numCache>
            </c:numRef>
          </c:yVal>
        </c:ser>
        <c:ser>
          <c:idx val="8"/>
          <c:order val="8"/>
          <c:tx>
            <c:v>Batch3_cell_009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18</c:v>
                </c:pt>
                <c:pt idx="3">
                  <c:v>27</c:v>
                </c:pt>
                <c:pt idx="4">
                  <c:v>36</c:v>
                </c:pt>
                <c:pt idx="5">
                  <c:v>45</c:v>
                </c:pt>
                <c:pt idx="6">
                  <c:v>53</c:v>
                </c:pt>
                <c:pt idx="7">
                  <c:v>62</c:v>
                </c:pt>
                <c:pt idx="8">
                  <c:v>71</c:v>
                </c:pt>
                <c:pt idx="9">
                  <c:v>79</c:v>
                </c:pt>
                <c:pt idx="10">
                  <c:v>88</c:v>
                </c:pt>
                <c:pt idx="11">
                  <c:v>97</c:v>
                </c:pt>
                <c:pt idx="12">
                  <c:v>106</c:v>
                </c:pt>
                <c:pt idx="13">
                  <c:v>114</c:v>
                </c:pt>
                <c:pt idx="14">
                  <c:v>123</c:v>
                </c:pt>
                <c:pt idx="15">
                  <c:v>132</c:v>
                </c:pt>
                <c:pt idx="16">
                  <c:v>140</c:v>
                </c:pt>
                <c:pt idx="17">
                  <c:v>149</c:v>
                </c:pt>
                <c:pt idx="18">
                  <c:v>158</c:v>
                </c:pt>
                <c:pt idx="19">
                  <c:v>167</c:v>
                </c:pt>
                <c:pt idx="20">
                  <c:v>175</c:v>
                </c:pt>
                <c:pt idx="21">
                  <c:v>184</c:v>
                </c:pt>
                <c:pt idx="22">
                  <c:v>193</c:v>
                </c:pt>
                <c:pt idx="23">
                  <c:v>201</c:v>
                </c:pt>
                <c:pt idx="24">
                  <c:v>210</c:v>
                </c:pt>
                <c:pt idx="25">
                  <c:v>219</c:v>
                </c:pt>
                <c:pt idx="26">
                  <c:v>228</c:v>
                </c:pt>
                <c:pt idx="27">
                  <c:v>236</c:v>
                </c:pt>
                <c:pt idx="28">
                  <c:v>245</c:v>
                </c:pt>
                <c:pt idx="29">
                  <c:v>254</c:v>
                </c:pt>
                <c:pt idx="30">
                  <c:v>262</c:v>
                </c:pt>
                <c:pt idx="31">
                  <c:v>271</c:v>
                </c:pt>
                <c:pt idx="32">
                  <c:v>280</c:v>
                </c:pt>
                <c:pt idx="33">
                  <c:v>289</c:v>
                </c:pt>
                <c:pt idx="34">
                  <c:v>297</c:v>
                </c:pt>
                <c:pt idx="35">
                  <c:v>306</c:v>
                </c:pt>
                <c:pt idx="36">
                  <c:v>315</c:v>
                </c:pt>
                <c:pt idx="37">
                  <c:v>323</c:v>
                </c:pt>
                <c:pt idx="38">
                  <c:v>332</c:v>
                </c:pt>
                <c:pt idx="39">
                  <c:v>341</c:v>
                </c:pt>
                <c:pt idx="40">
                  <c:v>350</c:v>
                </c:pt>
                <c:pt idx="41">
                  <c:v>358</c:v>
                </c:pt>
                <c:pt idx="42">
                  <c:v>367</c:v>
                </c:pt>
                <c:pt idx="43">
                  <c:v>376</c:v>
                </c:pt>
                <c:pt idx="44">
                  <c:v>384</c:v>
                </c:pt>
                <c:pt idx="45">
                  <c:v>393</c:v>
                </c:pt>
                <c:pt idx="46">
                  <c:v>402</c:v>
                </c:pt>
                <c:pt idx="47">
                  <c:v>411</c:v>
                </c:pt>
                <c:pt idx="48">
                  <c:v>419</c:v>
                </c:pt>
                <c:pt idx="49">
                  <c:v>428</c:v>
                </c:pt>
                <c:pt idx="50">
                  <c:v>437</c:v>
                </c:pt>
                <c:pt idx="51">
                  <c:v>445</c:v>
                </c:pt>
                <c:pt idx="52">
                  <c:v>454</c:v>
                </c:pt>
                <c:pt idx="53">
                  <c:v>463</c:v>
                </c:pt>
                <c:pt idx="54">
                  <c:v>472</c:v>
                </c:pt>
                <c:pt idx="55">
                  <c:v>480</c:v>
                </c:pt>
                <c:pt idx="56">
                  <c:v>489</c:v>
                </c:pt>
                <c:pt idx="57">
                  <c:v>498</c:v>
                </c:pt>
                <c:pt idx="58">
                  <c:v>506</c:v>
                </c:pt>
                <c:pt idx="59">
                  <c:v>515</c:v>
                </c:pt>
                <c:pt idx="60">
                  <c:v>524</c:v>
                </c:pt>
                <c:pt idx="61">
                  <c:v>533</c:v>
                </c:pt>
                <c:pt idx="62">
                  <c:v>541</c:v>
                </c:pt>
                <c:pt idx="63">
                  <c:v>550</c:v>
                </c:pt>
                <c:pt idx="64">
                  <c:v>559</c:v>
                </c:pt>
                <c:pt idx="65">
                  <c:v>567</c:v>
                </c:pt>
                <c:pt idx="66">
                  <c:v>576</c:v>
                </c:pt>
                <c:pt idx="67">
                  <c:v>585</c:v>
                </c:pt>
                <c:pt idx="68">
                  <c:v>594</c:v>
                </c:pt>
                <c:pt idx="69">
                  <c:v>602</c:v>
                </c:pt>
                <c:pt idx="70">
                  <c:v>611</c:v>
                </c:pt>
                <c:pt idx="71">
                  <c:v>620</c:v>
                </c:pt>
                <c:pt idx="72">
                  <c:v>628</c:v>
                </c:pt>
                <c:pt idx="73">
                  <c:v>637</c:v>
                </c:pt>
                <c:pt idx="74">
                  <c:v>646</c:v>
                </c:pt>
                <c:pt idx="75">
                  <c:v>655</c:v>
                </c:pt>
                <c:pt idx="76">
                  <c:v>663</c:v>
                </c:pt>
                <c:pt idx="77">
                  <c:v>672</c:v>
                </c:pt>
                <c:pt idx="78">
                  <c:v>681</c:v>
                </c:pt>
                <c:pt idx="79">
                  <c:v>689</c:v>
                </c:pt>
                <c:pt idx="80">
                  <c:v>698</c:v>
                </c:pt>
                <c:pt idx="81">
                  <c:v>707</c:v>
                </c:pt>
                <c:pt idx="82">
                  <c:v>716</c:v>
                </c:pt>
                <c:pt idx="83">
                  <c:v>724</c:v>
                </c:pt>
                <c:pt idx="84">
                  <c:v>733</c:v>
                </c:pt>
                <c:pt idx="85">
                  <c:v>742</c:v>
                </c:pt>
                <c:pt idx="86">
                  <c:v>750</c:v>
                </c:pt>
                <c:pt idx="87">
                  <c:v>759</c:v>
                </c:pt>
                <c:pt idx="88">
                  <c:v>768</c:v>
                </c:pt>
                <c:pt idx="89">
                  <c:v>777</c:v>
                </c:pt>
                <c:pt idx="90">
                  <c:v>785</c:v>
                </c:pt>
                <c:pt idx="91">
                  <c:v>794</c:v>
                </c:pt>
                <c:pt idx="92">
                  <c:v>803</c:v>
                </c:pt>
                <c:pt idx="93">
                  <c:v>811</c:v>
                </c:pt>
                <c:pt idx="94">
                  <c:v>820</c:v>
                </c:pt>
                <c:pt idx="95">
                  <c:v>829</c:v>
                </c:pt>
                <c:pt idx="96">
                  <c:v>838</c:v>
                </c:pt>
                <c:pt idx="97">
                  <c:v>846</c:v>
                </c:pt>
                <c:pt idx="98">
                  <c:v>855</c:v>
                </c:pt>
                <c:pt idx="99">
                  <c:v>864</c:v>
                </c:pt>
                <c:pt idx="100">
                  <c:v>872</c:v>
                </c:pt>
                <c:pt idx="101">
                  <c:v>881</c:v>
                </c:pt>
                <c:pt idx="102">
                  <c:v>890</c:v>
                </c:pt>
                <c:pt idx="103">
                  <c:v>899</c:v>
                </c:pt>
                <c:pt idx="104">
                  <c:v>907</c:v>
                </c:pt>
                <c:pt idx="105">
                  <c:v>916</c:v>
                </c:pt>
                <c:pt idx="106">
                  <c:v>925</c:v>
                </c:pt>
                <c:pt idx="107">
                  <c:v>933</c:v>
                </c:pt>
                <c:pt idx="108">
                  <c:v>942</c:v>
                </c:pt>
                <c:pt idx="109">
                  <c:v>951</c:v>
                </c:pt>
                <c:pt idx="110">
                  <c:v>960</c:v>
                </c:pt>
                <c:pt idx="111">
                  <c:v>968</c:v>
                </c:pt>
                <c:pt idx="112">
                  <c:v>977</c:v>
                </c:pt>
                <c:pt idx="113">
                  <c:v>986</c:v>
                </c:pt>
                <c:pt idx="114">
                  <c:v>994</c:v>
                </c:pt>
                <c:pt idx="115">
                  <c:v>1003</c:v>
                </c:pt>
                <c:pt idx="116">
                  <c:v>1012</c:v>
                </c:pt>
                <c:pt idx="117">
                  <c:v>1021</c:v>
                </c:pt>
                <c:pt idx="118">
                  <c:v>1029</c:v>
                </c:pt>
                <c:pt idx="119">
                  <c:v>1038</c:v>
                </c:pt>
              </c:numCache>
            </c:numRef>
          </c:xVal>
          <c:yVal>
            <c:numRef>
              <c:f>'Chart Data'!$R$2:$R$121</c:f>
              <c:numCache>
                <c:formatCode>General</c:formatCode>
                <c:ptCount val="120"/>
                <c:pt idx="0">
                  <c:v>1.0683683</c:v>
                </c:pt>
                <c:pt idx="1">
                  <c:v>1.0727774</c:v>
                </c:pt>
                <c:pt idx="2">
                  <c:v>1.0732198</c:v>
                </c:pt>
                <c:pt idx="3">
                  <c:v>1.0732532</c:v>
                </c:pt>
                <c:pt idx="4">
                  <c:v>1.0731993</c:v>
                </c:pt>
                <c:pt idx="5">
                  <c:v>1.0732635</c:v>
                </c:pt>
                <c:pt idx="6">
                  <c:v>1.0732331</c:v>
                </c:pt>
                <c:pt idx="7">
                  <c:v>1.0729676</c:v>
                </c:pt>
                <c:pt idx="8">
                  <c:v>1.072836</c:v>
                </c:pt>
                <c:pt idx="9">
                  <c:v>1.0728618</c:v>
                </c:pt>
                <c:pt idx="10">
                  <c:v>1.0726157</c:v>
                </c:pt>
                <c:pt idx="11">
                  <c:v>1.0724487</c:v>
                </c:pt>
                <c:pt idx="12">
                  <c:v>1.0724518</c:v>
                </c:pt>
                <c:pt idx="13">
                  <c:v>1.0723492</c:v>
                </c:pt>
                <c:pt idx="14">
                  <c:v>1.0721736</c:v>
                </c:pt>
                <c:pt idx="15">
                  <c:v>1.0717921</c:v>
                </c:pt>
                <c:pt idx="16">
                  <c:v>1.0717474</c:v>
                </c:pt>
                <c:pt idx="17">
                  <c:v>1.0717266</c:v>
                </c:pt>
                <c:pt idx="18">
                  <c:v>1.0713768</c:v>
                </c:pt>
                <c:pt idx="19">
                  <c:v>1.0712314</c:v>
                </c:pt>
                <c:pt idx="20">
                  <c:v>1.0711468</c:v>
                </c:pt>
                <c:pt idx="21">
                  <c:v>1.0710137</c:v>
                </c:pt>
                <c:pt idx="22">
                  <c:v>1.0705358</c:v>
                </c:pt>
                <c:pt idx="23">
                  <c:v>1.0704212</c:v>
                </c:pt>
                <c:pt idx="24">
                  <c:v>1.0704044</c:v>
                </c:pt>
                <c:pt idx="25">
                  <c:v>1.0702915</c:v>
                </c:pt>
                <c:pt idx="26">
                  <c:v>1.0699649</c:v>
                </c:pt>
                <c:pt idx="27">
                  <c:v>1.0697162</c:v>
                </c:pt>
                <c:pt idx="28">
                  <c:v>1.0694126</c:v>
                </c:pt>
                <c:pt idx="29">
                  <c:v>1.0691742</c:v>
                </c:pt>
                <c:pt idx="30">
                  <c:v>1.0689487</c:v>
                </c:pt>
                <c:pt idx="31">
                  <c:v>1.0686746</c:v>
                </c:pt>
                <c:pt idx="32">
                  <c:v>1.0684658</c:v>
                </c:pt>
                <c:pt idx="33">
                  <c:v>1.0680928</c:v>
                </c:pt>
                <c:pt idx="34">
                  <c:v>1.0679432</c:v>
                </c:pt>
                <c:pt idx="35">
                  <c:v>1.0676183</c:v>
                </c:pt>
                <c:pt idx="36">
                  <c:v>1.0673299</c:v>
                </c:pt>
                <c:pt idx="37">
                  <c:v>1.0670662</c:v>
                </c:pt>
                <c:pt idx="38">
                  <c:v>1.0668699</c:v>
                </c:pt>
                <c:pt idx="39">
                  <c:v>1.066448</c:v>
                </c:pt>
                <c:pt idx="40">
                  <c:v>1.0660385</c:v>
                </c:pt>
                <c:pt idx="41">
                  <c:v>1.065894</c:v>
                </c:pt>
                <c:pt idx="42">
                  <c:v>1.0656383</c:v>
                </c:pt>
                <c:pt idx="43">
                  <c:v>1.0652263</c:v>
                </c:pt>
                <c:pt idx="44">
                  <c:v>1.0648968</c:v>
                </c:pt>
                <c:pt idx="45">
                  <c:v>1.0645561</c:v>
                </c:pt>
                <c:pt idx="46">
                  <c:v>1.0640147</c:v>
                </c:pt>
                <c:pt idx="47">
                  <c:v>1.0637169</c:v>
                </c:pt>
                <c:pt idx="48">
                  <c:v>1.063379</c:v>
                </c:pt>
                <c:pt idx="49">
                  <c:v>1.0629963</c:v>
                </c:pt>
                <c:pt idx="50">
                  <c:v>1.0625021</c:v>
                </c:pt>
                <c:pt idx="51">
                  <c:v>1.0620019</c:v>
                </c:pt>
                <c:pt idx="52">
                  <c:v>1.0617692</c:v>
                </c:pt>
                <c:pt idx="53">
                  <c:v>1.0612882</c:v>
                </c:pt>
                <c:pt idx="54">
                  <c:v>1.0608796</c:v>
                </c:pt>
                <c:pt idx="55">
                  <c:v>1.0604849</c:v>
                </c:pt>
                <c:pt idx="56">
                  <c:v>1.0598836</c:v>
                </c:pt>
                <c:pt idx="57">
                  <c:v>1.0593625</c:v>
                </c:pt>
                <c:pt idx="58">
                  <c:v>1.0587335</c:v>
                </c:pt>
                <c:pt idx="59">
                  <c:v>1.0584892</c:v>
                </c:pt>
                <c:pt idx="60">
                  <c:v>1.057891</c:v>
                </c:pt>
                <c:pt idx="61">
                  <c:v>1.0573155</c:v>
                </c:pt>
                <c:pt idx="62">
                  <c:v>1.0568399</c:v>
                </c:pt>
                <c:pt idx="63">
                  <c:v>1.0564562</c:v>
                </c:pt>
                <c:pt idx="64">
                  <c:v>1.0560399</c:v>
                </c:pt>
                <c:pt idx="65">
                  <c:v>1.055432</c:v>
                </c:pt>
                <c:pt idx="66">
                  <c:v>1.0548801</c:v>
                </c:pt>
                <c:pt idx="67">
                  <c:v>1.0542773</c:v>
                </c:pt>
                <c:pt idx="68">
                  <c:v>1.0536391</c:v>
                </c:pt>
                <c:pt idx="69">
                  <c:v>1.0531147</c:v>
                </c:pt>
                <c:pt idx="70">
                  <c:v>1.0524249</c:v>
                </c:pt>
                <c:pt idx="71">
                  <c:v>1.0517259</c:v>
                </c:pt>
                <c:pt idx="72">
                  <c:v>1.0511338</c:v>
                </c:pt>
                <c:pt idx="73">
                  <c:v>1.0504806</c:v>
                </c:pt>
                <c:pt idx="74">
                  <c:v>1.0495583</c:v>
                </c:pt>
                <c:pt idx="75">
                  <c:v>1.0474613</c:v>
                </c:pt>
                <c:pt idx="76">
                  <c:v>1.0478703</c:v>
                </c:pt>
                <c:pt idx="77">
                  <c:v>1.0470887</c:v>
                </c:pt>
                <c:pt idx="78">
                  <c:v>1.0462573</c:v>
                </c:pt>
                <c:pt idx="79">
                  <c:v>1.0454563</c:v>
                </c:pt>
                <c:pt idx="80">
                  <c:v>1.0443281</c:v>
                </c:pt>
                <c:pt idx="81">
                  <c:v>1.0434761</c:v>
                </c:pt>
                <c:pt idx="82">
                  <c:v>1.0425828</c:v>
                </c:pt>
                <c:pt idx="83">
                  <c:v>1.0416199</c:v>
                </c:pt>
                <c:pt idx="84">
                  <c:v>1.0404487</c:v>
                </c:pt>
                <c:pt idx="85">
                  <c:v>1.0393342</c:v>
                </c:pt>
                <c:pt idx="86">
                  <c:v>1.0381094</c:v>
                </c:pt>
                <c:pt idx="87">
                  <c:v>1.0366364</c:v>
                </c:pt>
                <c:pt idx="88">
                  <c:v>1.0352608</c:v>
                </c:pt>
                <c:pt idx="89">
                  <c:v>1.0337944</c:v>
                </c:pt>
                <c:pt idx="90">
                  <c:v>1.0323577</c:v>
                </c:pt>
                <c:pt idx="91">
                  <c:v>1.0306603</c:v>
                </c:pt>
                <c:pt idx="92">
                  <c:v>1.0288455</c:v>
                </c:pt>
                <c:pt idx="93">
                  <c:v>1.0271615</c:v>
                </c:pt>
                <c:pt idx="94">
                  <c:v>1.0252757</c:v>
                </c:pt>
                <c:pt idx="95">
                  <c:v>1.0231768</c:v>
                </c:pt>
                <c:pt idx="96">
                  <c:v>1.0210036</c:v>
                </c:pt>
                <c:pt idx="97">
                  <c:v>1.018893</c:v>
                </c:pt>
                <c:pt idx="98">
                  <c:v>1.0162801</c:v>
                </c:pt>
                <c:pt idx="99">
                  <c:v>1.0135812</c:v>
                </c:pt>
                <c:pt idx="100">
                  <c:v>1.0108414</c:v>
                </c:pt>
                <c:pt idx="101">
                  <c:v>1.0076829</c:v>
                </c:pt>
                <c:pt idx="102">
                  <c:v>1.004118</c:v>
                </c:pt>
                <c:pt idx="103">
                  <c:v>1.0001359</c:v>
                </c:pt>
                <c:pt idx="104">
                  <c:v>0.99623251</c:v>
                </c:pt>
                <c:pt idx="105">
                  <c:v>0.99133486</c:v>
                </c:pt>
                <c:pt idx="106">
                  <c:v>0.98570633</c:v>
                </c:pt>
                <c:pt idx="107">
                  <c:v>0.98042357</c:v>
                </c:pt>
                <c:pt idx="108">
                  <c:v>0.97382838</c:v>
                </c:pt>
                <c:pt idx="109">
                  <c:v>0.96686023</c:v>
                </c:pt>
                <c:pt idx="110">
                  <c:v>0.9590776</c:v>
                </c:pt>
                <c:pt idx="111">
                  <c:v>0.95186836</c:v>
                </c:pt>
                <c:pt idx="112">
                  <c:v>0.94320893</c:v>
                </c:pt>
                <c:pt idx="113">
                  <c:v>0.93425846</c:v>
                </c:pt>
                <c:pt idx="114">
                  <c:v>0.92615283</c:v>
                </c:pt>
                <c:pt idx="115">
                  <c:v>0.91689748</c:v>
                </c:pt>
                <c:pt idx="116">
                  <c:v>0.90775269</c:v>
                </c:pt>
                <c:pt idx="117">
                  <c:v>0.89808834</c:v>
                </c:pt>
                <c:pt idx="118">
                  <c:v>0.88939661</c:v>
                </c:pt>
                <c:pt idx="119">
                  <c:v>0.8801114</c:v>
                </c:pt>
              </c:numCache>
            </c:numRef>
          </c:yVal>
        </c:ser>
        <c:ser>
          <c:idx val="9"/>
          <c:order val="9"/>
          <c:tx>
            <c:v>Batch3_cell_010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19</c:v>
                </c:pt>
                <c:pt idx="3">
                  <c:v>28</c:v>
                </c:pt>
                <c:pt idx="4">
                  <c:v>37</c:v>
                </c:pt>
                <c:pt idx="5">
                  <c:v>46</c:v>
                </c:pt>
                <c:pt idx="6">
                  <c:v>55</c:v>
                </c:pt>
                <c:pt idx="7">
                  <c:v>64</c:v>
                </c:pt>
                <c:pt idx="8">
                  <c:v>73</c:v>
                </c:pt>
                <c:pt idx="9">
                  <c:v>82</c:v>
                </c:pt>
                <c:pt idx="10">
                  <c:v>91</c:v>
                </c:pt>
                <c:pt idx="11">
                  <c:v>100</c:v>
                </c:pt>
                <c:pt idx="12">
                  <c:v>110</c:v>
                </c:pt>
                <c:pt idx="13">
                  <c:v>119</c:v>
                </c:pt>
                <c:pt idx="14">
                  <c:v>128</c:v>
                </c:pt>
                <c:pt idx="15">
                  <c:v>137</c:v>
                </c:pt>
                <c:pt idx="16">
                  <c:v>146</c:v>
                </c:pt>
                <c:pt idx="17">
                  <c:v>155</c:v>
                </c:pt>
                <c:pt idx="18">
                  <c:v>164</c:v>
                </c:pt>
                <c:pt idx="19">
                  <c:v>173</c:v>
                </c:pt>
                <c:pt idx="20">
                  <c:v>182</c:v>
                </c:pt>
                <c:pt idx="21">
                  <c:v>191</c:v>
                </c:pt>
                <c:pt idx="22">
                  <c:v>200</c:v>
                </c:pt>
                <c:pt idx="23">
                  <c:v>209</c:v>
                </c:pt>
                <c:pt idx="24">
                  <c:v>218</c:v>
                </c:pt>
                <c:pt idx="25">
                  <c:v>227</c:v>
                </c:pt>
                <c:pt idx="26">
                  <c:v>236</c:v>
                </c:pt>
                <c:pt idx="27">
                  <c:v>245</c:v>
                </c:pt>
                <c:pt idx="28">
                  <c:v>254</c:v>
                </c:pt>
                <c:pt idx="29">
                  <c:v>263</c:v>
                </c:pt>
                <c:pt idx="30">
                  <c:v>272</c:v>
                </c:pt>
                <c:pt idx="31">
                  <c:v>281</c:v>
                </c:pt>
                <c:pt idx="32">
                  <c:v>290</c:v>
                </c:pt>
                <c:pt idx="33">
                  <c:v>299</c:v>
                </c:pt>
                <c:pt idx="34">
                  <c:v>308</c:v>
                </c:pt>
                <c:pt idx="35">
                  <c:v>317</c:v>
                </c:pt>
                <c:pt idx="36">
                  <c:v>327</c:v>
                </c:pt>
                <c:pt idx="37">
                  <c:v>336</c:v>
                </c:pt>
                <c:pt idx="38">
                  <c:v>345</c:v>
                </c:pt>
                <c:pt idx="39">
                  <c:v>354</c:v>
                </c:pt>
                <c:pt idx="40">
                  <c:v>363</c:v>
                </c:pt>
                <c:pt idx="41">
                  <c:v>372</c:v>
                </c:pt>
                <c:pt idx="42">
                  <c:v>381</c:v>
                </c:pt>
                <c:pt idx="43">
                  <c:v>390</c:v>
                </c:pt>
                <c:pt idx="44">
                  <c:v>399</c:v>
                </c:pt>
                <c:pt idx="45">
                  <c:v>408</c:v>
                </c:pt>
                <c:pt idx="46">
                  <c:v>417</c:v>
                </c:pt>
                <c:pt idx="47">
                  <c:v>426</c:v>
                </c:pt>
                <c:pt idx="48">
                  <c:v>435</c:v>
                </c:pt>
                <c:pt idx="49">
                  <c:v>444</c:v>
                </c:pt>
                <c:pt idx="50">
                  <c:v>453</c:v>
                </c:pt>
                <c:pt idx="51">
                  <c:v>462</c:v>
                </c:pt>
                <c:pt idx="52">
                  <c:v>471</c:v>
                </c:pt>
                <c:pt idx="53">
                  <c:v>480</c:v>
                </c:pt>
                <c:pt idx="54">
                  <c:v>489</c:v>
                </c:pt>
                <c:pt idx="55">
                  <c:v>498</c:v>
                </c:pt>
                <c:pt idx="56">
                  <c:v>507</c:v>
                </c:pt>
                <c:pt idx="57">
                  <c:v>516</c:v>
                </c:pt>
                <c:pt idx="58">
                  <c:v>525</c:v>
                </c:pt>
                <c:pt idx="59">
                  <c:v>534</c:v>
                </c:pt>
                <c:pt idx="60">
                  <c:v>544</c:v>
                </c:pt>
                <c:pt idx="61">
                  <c:v>553</c:v>
                </c:pt>
                <c:pt idx="62">
                  <c:v>562</c:v>
                </c:pt>
                <c:pt idx="63">
                  <c:v>571</c:v>
                </c:pt>
                <c:pt idx="64">
                  <c:v>580</c:v>
                </c:pt>
                <c:pt idx="65">
                  <c:v>589</c:v>
                </c:pt>
                <c:pt idx="66">
                  <c:v>598</c:v>
                </c:pt>
                <c:pt idx="67">
                  <c:v>607</c:v>
                </c:pt>
                <c:pt idx="68">
                  <c:v>616</c:v>
                </c:pt>
                <c:pt idx="69">
                  <c:v>625</c:v>
                </c:pt>
                <c:pt idx="70">
                  <c:v>634</c:v>
                </c:pt>
                <c:pt idx="71">
                  <c:v>643</c:v>
                </c:pt>
                <c:pt idx="72">
                  <c:v>652</c:v>
                </c:pt>
                <c:pt idx="73">
                  <c:v>661</c:v>
                </c:pt>
                <c:pt idx="74">
                  <c:v>670</c:v>
                </c:pt>
                <c:pt idx="75">
                  <c:v>679</c:v>
                </c:pt>
                <c:pt idx="76">
                  <c:v>688</c:v>
                </c:pt>
                <c:pt idx="77">
                  <c:v>697</c:v>
                </c:pt>
                <c:pt idx="78">
                  <c:v>706</c:v>
                </c:pt>
                <c:pt idx="79">
                  <c:v>715</c:v>
                </c:pt>
                <c:pt idx="80">
                  <c:v>724</c:v>
                </c:pt>
                <c:pt idx="81">
                  <c:v>733</c:v>
                </c:pt>
                <c:pt idx="82">
                  <c:v>742</c:v>
                </c:pt>
                <c:pt idx="83">
                  <c:v>751</c:v>
                </c:pt>
                <c:pt idx="84">
                  <c:v>761</c:v>
                </c:pt>
                <c:pt idx="85">
                  <c:v>770</c:v>
                </c:pt>
                <c:pt idx="86">
                  <c:v>779</c:v>
                </c:pt>
                <c:pt idx="87">
                  <c:v>788</c:v>
                </c:pt>
                <c:pt idx="88">
                  <c:v>797</c:v>
                </c:pt>
                <c:pt idx="89">
                  <c:v>806</c:v>
                </c:pt>
                <c:pt idx="90">
                  <c:v>815</c:v>
                </c:pt>
                <c:pt idx="91">
                  <c:v>824</c:v>
                </c:pt>
                <c:pt idx="92">
                  <c:v>833</c:v>
                </c:pt>
                <c:pt idx="93">
                  <c:v>842</c:v>
                </c:pt>
                <c:pt idx="94">
                  <c:v>851</c:v>
                </c:pt>
                <c:pt idx="95">
                  <c:v>860</c:v>
                </c:pt>
                <c:pt idx="96">
                  <c:v>869</c:v>
                </c:pt>
                <c:pt idx="97">
                  <c:v>878</c:v>
                </c:pt>
                <c:pt idx="98">
                  <c:v>887</c:v>
                </c:pt>
                <c:pt idx="99">
                  <c:v>896</c:v>
                </c:pt>
                <c:pt idx="100">
                  <c:v>905</c:v>
                </c:pt>
                <c:pt idx="101">
                  <c:v>914</c:v>
                </c:pt>
                <c:pt idx="102">
                  <c:v>923</c:v>
                </c:pt>
                <c:pt idx="103">
                  <c:v>932</c:v>
                </c:pt>
                <c:pt idx="104">
                  <c:v>941</c:v>
                </c:pt>
                <c:pt idx="105">
                  <c:v>950</c:v>
                </c:pt>
                <c:pt idx="106">
                  <c:v>959</c:v>
                </c:pt>
                <c:pt idx="107">
                  <c:v>968</c:v>
                </c:pt>
                <c:pt idx="108">
                  <c:v>978</c:v>
                </c:pt>
                <c:pt idx="109">
                  <c:v>987</c:v>
                </c:pt>
                <c:pt idx="110">
                  <c:v>996</c:v>
                </c:pt>
                <c:pt idx="111">
                  <c:v>1005</c:v>
                </c:pt>
                <c:pt idx="112">
                  <c:v>1014</c:v>
                </c:pt>
                <c:pt idx="113">
                  <c:v>1023</c:v>
                </c:pt>
                <c:pt idx="114">
                  <c:v>1032</c:v>
                </c:pt>
                <c:pt idx="115">
                  <c:v>1041</c:v>
                </c:pt>
                <c:pt idx="116">
                  <c:v>1050</c:v>
                </c:pt>
                <c:pt idx="117">
                  <c:v>1059</c:v>
                </c:pt>
                <c:pt idx="118">
                  <c:v>1068</c:v>
                </c:pt>
                <c:pt idx="119">
                  <c:v>1077</c:v>
                </c:pt>
              </c:numCache>
            </c:numRef>
          </c:xVal>
          <c:yVal>
            <c:numRef>
              <c:f>'Chart Data'!$T$2:$T$121</c:f>
              <c:numCache>
                <c:formatCode>General</c:formatCode>
                <c:ptCount val="120"/>
                <c:pt idx="0">
                  <c:v>1.0608749</c:v>
                </c:pt>
                <c:pt idx="1">
                  <c:v>1.0643069</c:v>
                </c:pt>
                <c:pt idx="2">
                  <c:v>1.0634618</c:v>
                </c:pt>
                <c:pt idx="3">
                  <c:v>1.0648488</c:v>
                </c:pt>
                <c:pt idx="4">
                  <c:v>1.0637193</c:v>
                </c:pt>
                <c:pt idx="5">
                  <c:v>1.0649983</c:v>
                </c:pt>
                <c:pt idx="6">
                  <c:v>1.06488</c:v>
                </c:pt>
                <c:pt idx="7">
                  <c:v>1.0646684</c:v>
                </c:pt>
                <c:pt idx="8">
                  <c:v>1.0643635</c:v>
                </c:pt>
                <c:pt idx="9">
                  <c:v>1.064165</c:v>
                </c:pt>
                <c:pt idx="10">
                  <c:v>1.0640931</c:v>
                </c:pt>
                <c:pt idx="11">
                  <c:v>1.0623909</c:v>
                </c:pt>
                <c:pt idx="12">
                  <c:v>1.063454</c:v>
                </c:pt>
                <c:pt idx="13">
                  <c:v>1.0634872</c:v>
                </c:pt>
                <c:pt idx="14">
                  <c:v>1.0628942</c:v>
                </c:pt>
                <c:pt idx="15">
                  <c:v>1.0624989</c:v>
                </c:pt>
                <c:pt idx="16">
                  <c:v>1.0626038</c:v>
                </c:pt>
                <c:pt idx="17">
                  <c:v>1.0621016</c:v>
                </c:pt>
                <c:pt idx="18">
                  <c:v>1.0617489</c:v>
                </c:pt>
                <c:pt idx="19">
                  <c:v>1.0604037</c:v>
                </c:pt>
                <c:pt idx="20">
                  <c:v>1.061357</c:v>
                </c:pt>
                <c:pt idx="21">
                  <c:v>1.0596042</c:v>
                </c:pt>
                <c:pt idx="22">
                  <c:v>1.06078</c:v>
                </c:pt>
                <c:pt idx="23">
                  <c:v>1.0605379</c:v>
                </c:pt>
                <c:pt idx="24">
                  <c:v>1.0602098</c:v>
                </c:pt>
                <c:pt idx="25">
                  <c:v>1.0599296</c:v>
                </c:pt>
                <c:pt idx="26">
                  <c:v>1.0596385</c:v>
                </c:pt>
                <c:pt idx="27">
                  <c:v>1.0591791</c:v>
                </c:pt>
                <c:pt idx="28">
                  <c:v>1.0588334</c:v>
                </c:pt>
                <c:pt idx="29">
                  <c:v>1.0584694</c:v>
                </c:pt>
                <c:pt idx="30">
                  <c:v>1.0579689</c:v>
                </c:pt>
                <c:pt idx="31">
                  <c:v>1.0576752</c:v>
                </c:pt>
                <c:pt idx="32">
                  <c:v>1.0573319</c:v>
                </c:pt>
                <c:pt idx="33">
                  <c:v>1.0571138</c:v>
                </c:pt>
                <c:pt idx="34">
                  <c:v>1.0565321</c:v>
                </c:pt>
                <c:pt idx="35">
                  <c:v>1.0562176</c:v>
                </c:pt>
                <c:pt idx="36">
                  <c:v>1.0557351</c:v>
                </c:pt>
                <c:pt idx="37">
                  <c:v>1.0554681</c:v>
                </c:pt>
                <c:pt idx="38">
                  <c:v>1.0550784</c:v>
                </c:pt>
                <c:pt idx="39">
                  <c:v>1.0546509</c:v>
                </c:pt>
                <c:pt idx="40">
                  <c:v>1.0543211</c:v>
                </c:pt>
                <c:pt idx="41">
                  <c:v>1.0539408</c:v>
                </c:pt>
                <c:pt idx="42">
                  <c:v>1.0536596</c:v>
                </c:pt>
                <c:pt idx="43">
                  <c:v>1.0531929</c:v>
                </c:pt>
                <c:pt idx="44">
                  <c:v>1.0528682</c:v>
                </c:pt>
                <c:pt idx="45">
                  <c:v>1.0524122</c:v>
                </c:pt>
                <c:pt idx="46">
                  <c:v>1.0519432</c:v>
                </c:pt>
                <c:pt idx="47">
                  <c:v>1.0517125</c:v>
                </c:pt>
                <c:pt idx="48">
                  <c:v>1.0509783</c:v>
                </c:pt>
                <c:pt idx="49">
                  <c:v>1.0503857</c:v>
                </c:pt>
                <c:pt idx="50">
                  <c:v>1.0502001</c:v>
                </c:pt>
                <c:pt idx="51">
                  <c:v>1.0498761</c:v>
                </c:pt>
                <c:pt idx="52">
                  <c:v>1.0493532</c:v>
                </c:pt>
                <c:pt idx="53">
                  <c:v>1.0488905</c:v>
                </c:pt>
                <c:pt idx="54">
                  <c:v>1.0483019</c:v>
                </c:pt>
                <c:pt idx="55">
                  <c:v>1.0479103</c:v>
                </c:pt>
                <c:pt idx="56">
                  <c:v>1.0470661</c:v>
                </c:pt>
                <c:pt idx="57">
                  <c:v>1.0467165</c:v>
                </c:pt>
                <c:pt idx="58">
                  <c:v>1.0462983</c:v>
                </c:pt>
                <c:pt idx="59">
                  <c:v>1.0457201</c:v>
                </c:pt>
                <c:pt idx="60">
                  <c:v>1.043732</c:v>
                </c:pt>
                <c:pt idx="61">
                  <c:v>1.044781</c:v>
                </c:pt>
                <c:pt idx="62">
                  <c:v>1.0443077</c:v>
                </c:pt>
                <c:pt idx="63">
                  <c:v>1.0436708</c:v>
                </c:pt>
                <c:pt idx="64">
                  <c:v>1.0432305</c:v>
                </c:pt>
                <c:pt idx="65">
                  <c:v>1.0426095</c:v>
                </c:pt>
                <c:pt idx="66">
                  <c:v>1.0421169</c:v>
                </c:pt>
                <c:pt idx="67">
                  <c:v>1.0415906</c:v>
                </c:pt>
                <c:pt idx="68">
                  <c:v>1.0409619</c:v>
                </c:pt>
                <c:pt idx="69">
                  <c:v>1.0403292</c:v>
                </c:pt>
                <c:pt idx="70">
                  <c:v>1.0397143</c:v>
                </c:pt>
                <c:pt idx="71">
                  <c:v>1.0390725</c:v>
                </c:pt>
                <c:pt idx="72">
                  <c:v>1.0385365</c:v>
                </c:pt>
                <c:pt idx="73">
                  <c:v>1.0377163</c:v>
                </c:pt>
                <c:pt idx="74">
                  <c:v>1.0368932</c:v>
                </c:pt>
                <c:pt idx="75">
                  <c:v>1.0361323</c:v>
                </c:pt>
                <c:pt idx="76">
                  <c:v>1.0353608</c:v>
                </c:pt>
                <c:pt idx="77">
                  <c:v>1.0333784</c:v>
                </c:pt>
                <c:pt idx="78">
                  <c:v>1.0337484</c:v>
                </c:pt>
                <c:pt idx="79">
                  <c:v>1.032869</c:v>
                </c:pt>
                <c:pt idx="80">
                  <c:v>1.0321773</c:v>
                </c:pt>
                <c:pt idx="81">
                  <c:v>1.0311582</c:v>
                </c:pt>
                <c:pt idx="82">
                  <c:v>1.030357</c:v>
                </c:pt>
                <c:pt idx="83">
                  <c:v>1.0295593</c:v>
                </c:pt>
                <c:pt idx="84">
                  <c:v>1.0283468</c:v>
                </c:pt>
                <c:pt idx="85">
                  <c:v>1.0272998</c:v>
                </c:pt>
                <c:pt idx="86">
                  <c:v>1.0262419</c:v>
                </c:pt>
                <c:pt idx="87">
                  <c:v>1.0252111</c:v>
                </c:pt>
                <c:pt idx="88">
                  <c:v>1.0237833</c:v>
                </c:pt>
                <c:pt idx="89">
                  <c:v>1.0225197</c:v>
                </c:pt>
                <c:pt idx="90">
                  <c:v>1.0210376</c:v>
                </c:pt>
                <c:pt idx="91">
                  <c:v>1.0198861</c:v>
                </c:pt>
                <c:pt idx="92">
                  <c:v>1.0183549</c:v>
                </c:pt>
                <c:pt idx="93">
                  <c:v>1.0168705</c:v>
                </c:pt>
                <c:pt idx="94">
                  <c:v>1.015138</c:v>
                </c:pt>
                <c:pt idx="95">
                  <c:v>1.0133132</c:v>
                </c:pt>
                <c:pt idx="96">
                  <c:v>1.0113786</c:v>
                </c:pt>
                <c:pt idx="97">
                  <c:v>1.009195</c:v>
                </c:pt>
                <c:pt idx="98">
                  <c:v>1.0068816</c:v>
                </c:pt>
                <c:pt idx="99">
                  <c:v>1.0042038</c:v>
                </c:pt>
                <c:pt idx="100">
                  <c:v>1.0011501</c:v>
                </c:pt>
                <c:pt idx="101">
                  <c:v>0.99760514</c:v>
                </c:pt>
                <c:pt idx="102">
                  <c:v>0.99365401</c:v>
                </c:pt>
                <c:pt idx="103">
                  <c:v>0.98879826</c:v>
                </c:pt>
                <c:pt idx="104">
                  <c:v>0.98307884</c:v>
                </c:pt>
                <c:pt idx="105">
                  <c:v>0.97666383</c:v>
                </c:pt>
                <c:pt idx="106">
                  <c:v>0.96987581</c:v>
                </c:pt>
                <c:pt idx="107">
                  <c:v>0.96298081</c:v>
                </c:pt>
                <c:pt idx="108">
                  <c:v>0.95519453</c:v>
                </c:pt>
                <c:pt idx="109">
                  <c:v>0.94836414</c:v>
                </c:pt>
                <c:pt idx="110">
                  <c:v>0.94155002</c:v>
                </c:pt>
                <c:pt idx="111">
                  <c:v>0.93453079</c:v>
                </c:pt>
                <c:pt idx="112">
                  <c:v>0.92776722</c:v>
                </c:pt>
                <c:pt idx="113">
                  <c:v>0.92102486</c:v>
                </c:pt>
                <c:pt idx="114">
                  <c:v>0.91398156</c:v>
                </c:pt>
                <c:pt idx="115">
                  <c:v>0.90722144</c:v>
                </c:pt>
                <c:pt idx="116">
                  <c:v>0.90016353</c:v>
                </c:pt>
                <c:pt idx="117">
                  <c:v>0.89312869</c:v>
                </c:pt>
                <c:pt idx="118">
                  <c:v>0.88647747</c:v>
                </c:pt>
                <c:pt idx="119">
                  <c:v>0.88064086</c:v>
                </c:pt>
              </c:numCache>
            </c:numRef>
          </c:yVal>
        </c:ser>
        <c:ser>
          <c:idx val="10"/>
          <c:order val="10"/>
          <c:tx>
            <c:v>Batch3_cell_011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  <c:pt idx="10">
                  <c:v>69</c:v>
                </c:pt>
                <c:pt idx="11">
                  <c:v>76</c:v>
                </c:pt>
                <c:pt idx="12">
                  <c:v>83</c:v>
                </c:pt>
                <c:pt idx="13">
                  <c:v>90</c:v>
                </c:pt>
                <c:pt idx="14">
                  <c:v>97</c:v>
                </c:pt>
                <c:pt idx="15">
                  <c:v>104</c:v>
                </c:pt>
                <c:pt idx="16">
                  <c:v>111</c:v>
                </c:pt>
                <c:pt idx="17">
                  <c:v>117</c:v>
                </c:pt>
                <c:pt idx="18">
                  <c:v>124</c:v>
                </c:pt>
                <c:pt idx="19">
                  <c:v>131</c:v>
                </c:pt>
                <c:pt idx="20">
                  <c:v>138</c:v>
                </c:pt>
                <c:pt idx="21">
                  <c:v>145</c:v>
                </c:pt>
                <c:pt idx="22">
                  <c:v>152</c:v>
                </c:pt>
                <c:pt idx="23">
                  <c:v>159</c:v>
                </c:pt>
                <c:pt idx="24">
                  <c:v>165</c:v>
                </c:pt>
                <c:pt idx="25">
                  <c:v>172</c:v>
                </c:pt>
                <c:pt idx="26">
                  <c:v>179</c:v>
                </c:pt>
                <c:pt idx="27">
                  <c:v>186</c:v>
                </c:pt>
                <c:pt idx="28">
                  <c:v>193</c:v>
                </c:pt>
                <c:pt idx="29">
                  <c:v>200</c:v>
                </c:pt>
                <c:pt idx="30">
                  <c:v>206</c:v>
                </c:pt>
                <c:pt idx="31">
                  <c:v>213</c:v>
                </c:pt>
                <c:pt idx="32">
                  <c:v>220</c:v>
                </c:pt>
                <c:pt idx="33">
                  <c:v>227</c:v>
                </c:pt>
                <c:pt idx="34">
                  <c:v>234</c:v>
                </c:pt>
                <c:pt idx="35">
                  <c:v>241</c:v>
                </c:pt>
                <c:pt idx="36">
                  <c:v>248</c:v>
                </c:pt>
                <c:pt idx="37">
                  <c:v>254</c:v>
                </c:pt>
                <c:pt idx="38">
                  <c:v>261</c:v>
                </c:pt>
                <c:pt idx="39">
                  <c:v>268</c:v>
                </c:pt>
                <c:pt idx="40">
                  <c:v>275</c:v>
                </c:pt>
                <c:pt idx="41">
                  <c:v>282</c:v>
                </c:pt>
                <c:pt idx="42">
                  <c:v>289</c:v>
                </c:pt>
                <c:pt idx="43">
                  <c:v>295</c:v>
                </c:pt>
                <c:pt idx="44">
                  <c:v>302</c:v>
                </c:pt>
                <c:pt idx="45">
                  <c:v>309</c:v>
                </c:pt>
                <c:pt idx="46">
                  <c:v>316</c:v>
                </c:pt>
                <c:pt idx="47">
                  <c:v>323</c:v>
                </c:pt>
                <c:pt idx="48">
                  <c:v>330</c:v>
                </c:pt>
                <c:pt idx="49">
                  <c:v>337</c:v>
                </c:pt>
                <c:pt idx="50">
                  <c:v>343</c:v>
                </c:pt>
                <c:pt idx="51">
                  <c:v>350</c:v>
                </c:pt>
                <c:pt idx="52">
                  <c:v>357</c:v>
                </c:pt>
                <c:pt idx="53">
                  <c:v>364</c:v>
                </c:pt>
                <c:pt idx="54">
                  <c:v>371</c:v>
                </c:pt>
                <c:pt idx="55">
                  <c:v>378</c:v>
                </c:pt>
                <c:pt idx="56">
                  <c:v>385</c:v>
                </c:pt>
                <c:pt idx="57">
                  <c:v>391</c:v>
                </c:pt>
                <c:pt idx="58">
                  <c:v>398</c:v>
                </c:pt>
                <c:pt idx="59">
                  <c:v>405</c:v>
                </c:pt>
                <c:pt idx="60">
                  <c:v>412</c:v>
                </c:pt>
                <c:pt idx="61">
                  <c:v>419</c:v>
                </c:pt>
                <c:pt idx="62">
                  <c:v>426</c:v>
                </c:pt>
                <c:pt idx="63">
                  <c:v>432</c:v>
                </c:pt>
                <c:pt idx="64">
                  <c:v>439</c:v>
                </c:pt>
                <c:pt idx="65">
                  <c:v>446</c:v>
                </c:pt>
                <c:pt idx="66">
                  <c:v>453</c:v>
                </c:pt>
                <c:pt idx="67">
                  <c:v>460</c:v>
                </c:pt>
                <c:pt idx="68">
                  <c:v>467</c:v>
                </c:pt>
                <c:pt idx="69">
                  <c:v>474</c:v>
                </c:pt>
                <c:pt idx="70">
                  <c:v>480</c:v>
                </c:pt>
                <c:pt idx="71">
                  <c:v>487</c:v>
                </c:pt>
                <c:pt idx="72">
                  <c:v>494</c:v>
                </c:pt>
                <c:pt idx="73">
                  <c:v>501</c:v>
                </c:pt>
                <c:pt idx="74">
                  <c:v>508</c:v>
                </c:pt>
                <c:pt idx="75">
                  <c:v>515</c:v>
                </c:pt>
                <c:pt idx="76">
                  <c:v>522</c:v>
                </c:pt>
                <c:pt idx="77">
                  <c:v>528</c:v>
                </c:pt>
                <c:pt idx="78">
                  <c:v>535</c:v>
                </c:pt>
                <c:pt idx="79">
                  <c:v>542</c:v>
                </c:pt>
                <c:pt idx="80">
                  <c:v>549</c:v>
                </c:pt>
                <c:pt idx="81">
                  <c:v>556</c:v>
                </c:pt>
                <c:pt idx="82">
                  <c:v>563</c:v>
                </c:pt>
                <c:pt idx="83">
                  <c:v>569</c:v>
                </c:pt>
                <c:pt idx="84">
                  <c:v>576</c:v>
                </c:pt>
                <c:pt idx="85">
                  <c:v>583</c:v>
                </c:pt>
                <c:pt idx="86">
                  <c:v>590</c:v>
                </c:pt>
                <c:pt idx="87">
                  <c:v>597</c:v>
                </c:pt>
                <c:pt idx="88">
                  <c:v>604</c:v>
                </c:pt>
                <c:pt idx="89">
                  <c:v>611</c:v>
                </c:pt>
                <c:pt idx="90">
                  <c:v>617</c:v>
                </c:pt>
                <c:pt idx="91">
                  <c:v>624</c:v>
                </c:pt>
                <c:pt idx="92">
                  <c:v>631</c:v>
                </c:pt>
                <c:pt idx="93">
                  <c:v>638</c:v>
                </c:pt>
                <c:pt idx="94">
                  <c:v>645</c:v>
                </c:pt>
                <c:pt idx="95">
                  <c:v>652</c:v>
                </c:pt>
                <c:pt idx="96">
                  <c:v>658</c:v>
                </c:pt>
                <c:pt idx="97">
                  <c:v>665</c:v>
                </c:pt>
                <c:pt idx="98">
                  <c:v>672</c:v>
                </c:pt>
                <c:pt idx="99">
                  <c:v>679</c:v>
                </c:pt>
                <c:pt idx="100">
                  <c:v>686</c:v>
                </c:pt>
                <c:pt idx="101">
                  <c:v>693</c:v>
                </c:pt>
                <c:pt idx="102">
                  <c:v>700</c:v>
                </c:pt>
                <c:pt idx="103">
                  <c:v>706</c:v>
                </c:pt>
                <c:pt idx="104">
                  <c:v>713</c:v>
                </c:pt>
                <c:pt idx="105">
                  <c:v>720</c:v>
                </c:pt>
                <c:pt idx="106">
                  <c:v>727</c:v>
                </c:pt>
                <c:pt idx="107">
                  <c:v>734</c:v>
                </c:pt>
                <c:pt idx="108">
                  <c:v>741</c:v>
                </c:pt>
                <c:pt idx="109">
                  <c:v>748</c:v>
                </c:pt>
                <c:pt idx="110">
                  <c:v>754</c:v>
                </c:pt>
                <c:pt idx="111">
                  <c:v>761</c:v>
                </c:pt>
                <c:pt idx="112">
                  <c:v>768</c:v>
                </c:pt>
                <c:pt idx="113">
                  <c:v>775</c:v>
                </c:pt>
                <c:pt idx="114">
                  <c:v>782</c:v>
                </c:pt>
                <c:pt idx="115">
                  <c:v>789</c:v>
                </c:pt>
                <c:pt idx="116">
                  <c:v>795</c:v>
                </c:pt>
                <c:pt idx="117">
                  <c:v>802</c:v>
                </c:pt>
                <c:pt idx="118">
                  <c:v>809</c:v>
                </c:pt>
                <c:pt idx="119">
                  <c:v>816</c:v>
                </c:pt>
              </c:numCache>
            </c:numRef>
          </c:xVal>
          <c:yVal>
            <c:numRef>
              <c:f>'Chart Data'!$V$2:$V$121</c:f>
              <c:numCache>
                <c:formatCode>General</c:formatCode>
                <c:ptCount val="120"/>
                <c:pt idx="0">
                  <c:v>1.0673251</c:v>
                </c:pt>
                <c:pt idx="1">
                  <c:v>1.0690362</c:v>
                </c:pt>
                <c:pt idx="2">
                  <c:v>1.0705639</c:v>
                </c:pt>
                <c:pt idx="3">
                  <c:v>1.0706277</c:v>
                </c:pt>
                <c:pt idx="4">
                  <c:v>1.0705761</c:v>
                </c:pt>
                <c:pt idx="5">
                  <c:v>1.0705688</c:v>
                </c:pt>
                <c:pt idx="6">
                  <c:v>1.0703086</c:v>
                </c:pt>
                <c:pt idx="7">
                  <c:v>1.0702119</c:v>
                </c:pt>
                <c:pt idx="8">
                  <c:v>1.0700663</c:v>
                </c:pt>
                <c:pt idx="9">
                  <c:v>1.0698774</c:v>
                </c:pt>
                <c:pt idx="10">
                  <c:v>1.0696925</c:v>
                </c:pt>
                <c:pt idx="11">
                  <c:v>1.0692534</c:v>
                </c:pt>
                <c:pt idx="12">
                  <c:v>1.0691013</c:v>
                </c:pt>
                <c:pt idx="13">
                  <c:v>1.068763</c:v>
                </c:pt>
                <c:pt idx="14">
                  <c:v>1.0684577</c:v>
                </c:pt>
                <c:pt idx="15">
                  <c:v>1.0679379</c:v>
                </c:pt>
                <c:pt idx="16">
                  <c:v>1.0679035</c:v>
                </c:pt>
                <c:pt idx="17">
                  <c:v>1.0677934</c:v>
                </c:pt>
                <c:pt idx="18">
                  <c:v>1.0673641</c:v>
                </c:pt>
                <c:pt idx="19">
                  <c:v>1.0669402</c:v>
                </c:pt>
                <c:pt idx="20">
                  <c:v>1.0665905</c:v>
                </c:pt>
                <c:pt idx="21">
                  <c:v>1.0664667</c:v>
                </c:pt>
                <c:pt idx="22">
                  <c:v>1.0661246</c:v>
                </c:pt>
                <c:pt idx="23">
                  <c:v>1.0656374</c:v>
                </c:pt>
                <c:pt idx="24">
                  <c:v>1.0652105</c:v>
                </c:pt>
                <c:pt idx="25">
                  <c:v>1.0651958</c:v>
                </c:pt>
                <c:pt idx="26">
                  <c:v>1.0647475</c:v>
                </c:pt>
                <c:pt idx="27">
                  <c:v>1.0643204</c:v>
                </c:pt>
                <c:pt idx="28">
                  <c:v>1.0637658</c:v>
                </c:pt>
                <c:pt idx="29">
                  <c:v>1.0636089</c:v>
                </c:pt>
                <c:pt idx="30">
                  <c:v>1.0634375</c:v>
                </c:pt>
                <c:pt idx="31">
                  <c:v>1.0630385</c:v>
                </c:pt>
                <c:pt idx="32">
                  <c:v>1.0626726</c:v>
                </c:pt>
                <c:pt idx="33">
                  <c:v>1.0622866</c:v>
                </c:pt>
                <c:pt idx="34">
                  <c:v>1.0619739</c:v>
                </c:pt>
                <c:pt idx="35">
                  <c:v>1.0614631</c:v>
                </c:pt>
                <c:pt idx="36">
                  <c:v>1.0612109</c:v>
                </c:pt>
                <c:pt idx="37">
                  <c:v>1.0608246</c:v>
                </c:pt>
                <c:pt idx="38">
                  <c:v>1.0604074</c:v>
                </c:pt>
                <c:pt idx="39">
                  <c:v>1.0599539</c:v>
                </c:pt>
                <c:pt idx="40">
                  <c:v>1.0596207</c:v>
                </c:pt>
                <c:pt idx="41">
                  <c:v>1.0590765</c:v>
                </c:pt>
                <c:pt idx="42">
                  <c:v>1.0586635</c:v>
                </c:pt>
                <c:pt idx="43">
                  <c:v>1.0583311</c:v>
                </c:pt>
                <c:pt idx="44">
                  <c:v>1.0577917</c:v>
                </c:pt>
                <c:pt idx="45">
                  <c:v>1.0572034</c:v>
                </c:pt>
                <c:pt idx="46">
                  <c:v>1.0566581</c:v>
                </c:pt>
                <c:pt idx="47">
                  <c:v>1.0560883</c:v>
                </c:pt>
                <c:pt idx="48">
                  <c:v>1.0555104</c:v>
                </c:pt>
                <c:pt idx="49">
                  <c:v>1.054957</c:v>
                </c:pt>
                <c:pt idx="50">
                  <c:v>1.0544811</c:v>
                </c:pt>
                <c:pt idx="51">
                  <c:v>1.0539299</c:v>
                </c:pt>
                <c:pt idx="52">
                  <c:v>1.0532709</c:v>
                </c:pt>
                <c:pt idx="53">
                  <c:v>1.0528471</c:v>
                </c:pt>
                <c:pt idx="54">
                  <c:v>1.0523554</c:v>
                </c:pt>
                <c:pt idx="55">
                  <c:v>1.0517162</c:v>
                </c:pt>
                <c:pt idx="56">
                  <c:v>1.0512176</c:v>
                </c:pt>
                <c:pt idx="57">
                  <c:v>1.0506452</c:v>
                </c:pt>
                <c:pt idx="58">
                  <c:v>1.0500082</c:v>
                </c:pt>
                <c:pt idx="59">
                  <c:v>1.049475</c:v>
                </c:pt>
                <c:pt idx="60">
                  <c:v>1.0487186</c:v>
                </c:pt>
                <c:pt idx="61">
                  <c:v>1.0482283</c:v>
                </c:pt>
                <c:pt idx="62">
                  <c:v>1.0474983</c:v>
                </c:pt>
                <c:pt idx="63">
                  <c:v>1.0469356</c:v>
                </c:pt>
                <c:pt idx="64">
                  <c:v>1.0461364</c:v>
                </c:pt>
                <c:pt idx="65">
                  <c:v>1.0452355</c:v>
                </c:pt>
                <c:pt idx="66">
                  <c:v>1.0446762</c:v>
                </c:pt>
                <c:pt idx="67">
                  <c:v>1.0439698</c:v>
                </c:pt>
                <c:pt idx="68">
                  <c:v>1.0418835</c:v>
                </c:pt>
                <c:pt idx="69">
                  <c:v>1.04232</c:v>
                </c:pt>
                <c:pt idx="70">
                  <c:v>1.0416032</c:v>
                </c:pt>
                <c:pt idx="71">
                  <c:v>1.0407799</c:v>
                </c:pt>
                <c:pt idx="72">
                  <c:v>1.0397801</c:v>
                </c:pt>
                <c:pt idx="73">
                  <c:v>1.0387961</c:v>
                </c:pt>
                <c:pt idx="74">
                  <c:v>1.0375909</c:v>
                </c:pt>
                <c:pt idx="75">
                  <c:v>1.0367417</c:v>
                </c:pt>
                <c:pt idx="76">
                  <c:v>1.0356935</c:v>
                </c:pt>
                <c:pt idx="77">
                  <c:v>1.0347286</c:v>
                </c:pt>
                <c:pt idx="78">
                  <c:v>1.0335139</c:v>
                </c:pt>
                <c:pt idx="79">
                  <c:v>1.0322855</c:v>
                </c:pt>
                <c:pt idx="80">
                  <c:v>1.0310307</c:v>
                </c:pt>
                <c:pt idx="81">
                  <c:v>1.0298445</c:v>
                </c:pt>
                <c:pt idx="82">
                  <c:v>1.0285616</c:v>
                </c:pt>
                <c:pt idx="83">
                  <c:v>1.0274183</c:v>
                </c:pt>
                <c:pt idx="84">
                  <c:v>1.0259739</c:v>
                </c:pt>
                <c:pt idx="85">
                  <c:v>1.0245727</c:v>
                </c:pt>
                <c:pt idx="86">
                  <c:v>1.0230502</c:v>
                </c:pt>
                <c:pt idx="87">
                  <c:v>1.0214931</c:v>
                </c:pt>
                <c:pt idx="88">
                  <c:v>1.0197833</c:v>
                </c:pt>
                <c:pt idx="89">
                  <c:v>1.0181485</c:v>
                </c:pt>
                <c:pt idx="90">
                  <c:v>1.0166085</c:v>
                </c:pt>
                <c:pt idx="91">
                  <c:v>1.0147278</c:v>
                </c:pt>
                <c:pt idx="92">
                  <c:v>1.012822</c:v>
                </c:pt>
                <c:pt idx="93">
                  <c:v>1.010879</c:v>
                </c:pt>
                <c:pt idx="94">
                  <c:v>1.0088629</c:v>
                </c:pt>
                <c:pt idx="95">
                  <c:v>1.0065441</c:v>
                </c:pt>
                <c:pt idx="96">
                  <c:v>1.0044562</c:v>
                </c:pt>
                <c:pt idx="97">
                  <c:v>1.0020134</c:v>
                </c:pt>
                <c:pt idx="98">
                  <c:v>0.99936438</c:v>
                </c:pt>
                <c:pt idx="99">
                  <c:v>0.99665928</c:v>
                </c:pt>
                <c:pt idx="100">
                  <c:v>0.99369007</c:v>
                </c:pt>
                <c:pt idx="101">
                  <c:v>0.99048489</c:v>
                </c:pt>
                <c:pt idx="102">
                  <c:v>0.98686785</c:v>
                </c:pt>
                <c:pt idx="103">
                  <c:v>0.9835391</c:v>
                </c:pt>
                <c:pt idx="104">
                  <c:v>0.97926795</c:v>
                </c:pt>
                <c:pt idx="105">
                  <c:v>0.97480553</c:v>
                </c:pt>
                <c:pt idx="106">
                  <c:v>0.96991134</c:v>
                </c:pt>
                <c:pt idx="107">
                  <c:v>0.96470231</c:v>
                </c:pt>
                <c:pt idx="108">
                  <c:v>0.95911354</c:v>
                </c:pt>
                <c:pt idx="109">
                  <c:v>0.95331997</c:v>
                </c:pt>
                <c:pt idx="110">
                  <c:v>0.94803113</c:v>
                </c:pt>
                <c:pt idx="111">
                  <c:v>0.94137847</c:v>
                </c:pt>
                <c:pt idx="112">
                  <c:v>0.93439537</c:v>
                </c:pt>
                <c:pt idx="113">
                  <c:v>0.92702395</c:v>
                </c:pt>
                <c:pt idx="114">
                  <c:v>0.91945678</c:v>
                </c:pt>
                <c:pt idx="115">
                  <c:v>0.9117102</c:v>
                </c:pt>
                <c:pt idx="116">
                  <c:v>0.90501034</c:v>
                </c:pt>
                <c:pt idx="117">
                  <c:v>0.89694613</c:v>
                </c:pt>
                <c:pt idx="118">
                  <c:v>0.88893092</c:v>
                </c:pt>
                <c:pt idx="119">
                  <c:v>0.88113368</c:v>
                </c:pt>
              </c:numCache>
            </c:numRef>
          </c:yVal>
        </c:ser>
        <c:ser>
          <c:idx val="11"/>
          <c:order val="11"/>
          <c:tx>
            <c:v>Batch3_cell_012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17</c:v>
                </c:pt>
                <c:pt idx="3">
                  <c:v>24</c:v>
                </c:pt>
                <c:pt idx="4">
                  <c:v>32</c:v>
                </c:pt>
                <c:pt idx="5">
                  <c:v>40</c:v>
                </c:pt>
                <c:pt idx="6">
                  <c:v>48</c:v>
                </c:pt>
                <c:pt idx="7">
                  <c:v>56</c:v>
                </c:pt>
                <c:pt idx="8">
                  <c:v>64</c:v>
                </c:pt>
                <c:pt idx="9">
                  <c:v>71</c:v>
                </c:pt>
                <c:pt idx="10">
                  <c:v>79</c:v>
                </c:pt>
                <c:pt idx="11">
                  <c:v>87</c:v>
                </c:pt>
                <c:pt idx="12">
                  <c:v>95</c:v>
                </c:pt>
                <c:pt idx="13">
                  <c:v>103</c:v>
                </c:pt>
                <c:pt idx="14">
                  <c:v>110</c:v>
                </c:pt>
                <c:pt idx="15">
                  <c:v>118</c:v>
                </c:pt>
                <c:pt idx="16">
                  <c:v>126</c:v>
                </c:pt>
                <c:pt idx="17">
                  <c:v>134</c:v>
                </c:pt>
                <c:pt idx="18">
                  <c:v>142</c:v>
                </c:pt>
                <c:pt idx="19">
                  <c:v>149</c:v>
                </c:pt>
                <c:pt idx="20">
                  <c:v>157</c:v>
                </c:pt>
                <c:pt idx="21">
                  <c:v>165</c:v>
                </c:pt>
                <c:pt idx="22">
                  <c:v>173</c:v>
                </c:pt>
                <c:pt idx="23">
                  <c:v>181</c:v>
                </c:pt>
                <c:pt idx="24">
                  <c:v>189</c:v>
                </c:pt>
                <c:pt idx="25">
                  <c:v>196</c:v>
                </c:pt>
                <c:pt idx="26">
                  <c:v>204</c:v>
                </c:pt>
                <c:pt idx="27">
                  <c:v>212</c:v>
                </c:pt>
                <c:pt idx="28">
                  <c:v>220</c:v>
                </c:pt>
                <c:pt idx="29">
                  <c:v>228</c:v>
                </c:pt>
                <c:pt idx="30">
                  <c:v>235</c:v>
                </c:pt>
                <c:pt idx="31">
                  <c:v>243</c:v>
                </c:pt>
                <c:pt idx="32">
                  <c:v>251</c:v>
                </c:pt>
                <c:pt idx="33">
                  <c:v>259</c:v>
                </c:pt>
                <c:pt idx="34">
                  <c:v>267</c:v>
                </c:pt>
                <c:pt idx="35">
                  <c:v>275</c:v>
                </c:pt>
                <c:pt idx="36">
                  <c:v>282</c:v>
                </c:pt>
                <c:pt idx="37">
                  <c:v>290</c:v>
                </c:pt>
                <c:pt idx="38">
                  <c:v>298</c:v>
                </c:pt>
                <c:pt idx="39">
                  <c:v>306</c:v>
                </c:pt>
                <c:pt idx="40">
                  <c:v>314</c:v>
                </c:pt>
                <c:pt idx="41">
                  <c:v>321</c:v>
                </c:pt>
                <c:pt idx="42">
                  <c:v>329</c:v>
                </c:pt>
                <c:pt idx="43">
                  <c:v>337</c:v>
                </c:pt>
                <c:pt idx="44">
                  <c:v>345</c:v>
                </c:pt>
                <c:pt idx="45">
                  <c:v>353</c:v>
                </c:pt>
                <c:pt idx="46">
                  <c:v>360</c:v>
                </c:pt>
                <c:pt idx="47">
                  <c:v>368</c:v>
                </c:pt>
                <c:pt idx="48">
                  <c:v>376</c:v>
                </c:pt>
                <c:pt idx="49">
                  <c:v>384</c:v>
                </c:pt>
                <c:pt idx="50">
                  <c:v>392</c:v>
                </c:pt>
                <c:pt idx="51">
                  <c:v>400</c:v>
                </c:pt>
                <c:pt idx="52">
                  <c:v>407</c:v>
                </c:pt>
                <c:pt idx="53">
                  <c:v>415</c:v>
                </c:pt>
                <c:pt idx="54">
                  <c:v>423</c:v>
                </c:pt>
                <c:pt idx="55">
                  <c:v>431</c:v>
                </c:pt>
                <c:pt idx="56">
                  <c:v>439</c:v>
                </c:pt>
                <c:pt idx="57">
                  <c:v>446</c:v>
                </c:pt>
                <c:pt idx="58">
                  <c:v>454</c:v>
                </c:pt>
                <c:pt idx="59">
                  <c:v>462</c:v>
                </c:pt>
                <c:pt idx="60">
                  <c:v>470</c:v>
                </c:pt>
                <c:pt idx="61">
                  <c:v>478</c:v>
                </c:pt>
                <c:pt idx="62">
                  <c:v>486</c:v>
                </c:pt>
                <c:pt idx="63">
                  <c:v>493</c:v>
                </c:pt>
                <c:pt idx="64">
                  <c:v>501</c:v>
                </c:pt>
                <c:pt idx="65">
                  <c:v>509</c:v>
                </c:pt>
                <c:pt idx="66">
                  <c:v>517</c:v>
                </c:pt>
                <c:pt idx="67">
                  <c:v>525</c:v>
                </c:pt>
                <c:pt idx="68">
                  <c:v>532</c:v>
                </c:pt>
                <c:pt idx="69">
                  <c:v>540</c:v>
                </c:pt>
                <c:pt idx="70">
                  <c:v>548</c:v>
                </c:pt>
                <c:pt idx="71">
                  <c:v>556</c:v>
                </c:pt>
                <c:pt idx="72">
                  <c:v>564</c:v>
                </c:pt>
                <c:pt idx="73">
                  <c:v>572</c:v>
                </c:pt>
                <c:pt idx="74">
                  <c:v>579</c:v>
                </c:pt>
                <c:pt idx="75">
                  <c:v>587</c:v>
                </c:pt>
                <c:pt idx="76">
                  <c:v>595</c:v>
                </c:pt>
                <c:pt idx="77">
                  <c:v>603</c:v>
                </c:pt>
                <c:pt idx="78">
                  <c:v>611</c:v>
                </c:pt>
                <c:pt idx="79">
                  <c:v>618</c:v>
                </c:pt>
                <c:pt idx="80">
                  <c:v>626</c:v>
                </c:pt>
                <c:pt idx="81">
                  <c:v>634</c:v>
                </c:pt>
                <c:pt idx="82">
                  <c:v>642</c:v>
                </c:pt>
                <c:pt idx="83">
                  <c:v>650</c:v>
                </c:pt>
                <c:pt idx="84">
                  <c:v>657</c:v>
                </c:pt>
                <c:pt idx="85">
                  <c:v>665</c:v>
                </c:pt>
                <c:pt idx="86">
                  <c:v>673</c:v>
                </c:pt>
                <c:pt idx="87">
                  <c:v>681</c:v>
                </c:pt>
                <c:pt idx="88">
                  <c:v>689</c:v>
                </c:pt>
                <c:pt idx="89">
                  <c:v>697</c:v>
                </c:pt>
                <c:pt idx="90">
                  <c:v>704</c:v>
                </c:pt>
                <c:pt idx="91">
                  <c:v>712</c:v>
                </c:pt>
                <c:pt idx="92">
                  <c:v>720</c:v>
                </c:pt>
                <c:pt idx="93">
                  <c:v>728</c:v>
                </c:pt>
                <c:pt idx="94">
                  <c:v>736</c:v>
                </c:pt>
                <c:pt idx="95">
                  <c:v>743</c:v>
                </c:pt>
                <c:pt idx="96">
                  <c:v>751</c:v>
                </c:pt>
                <c:pt idx="97">
                  <c:v>759</c:v>
                </c:pt>
                <c:pt idx="98">
                  <c:v>767</c:v>
                </c:pt>
                <c:pt idx="99">
                  <c:v>775</c:v>
                </c:pt>
                <c:pt idx="100">
                  <c:v>783</c:v>
                </c:pt>
                <c:pt idx="101">
                  <c:v>790</c:v>
                </c:pt>
                <c:pt idx="102">
                  <c:v>798</c:v>
                </c:pt>
                <c:pt idx="103">
                  <c:v>806</c:v>
                </c:pt>
                <c:pt idx="104">
                  <c:v>814</c:v>
                </c:pt>
                <c:pt idx="105">
                  <c:v>822</c:v>
                </c:pt>
                <c:pt idx="106">
                  <c:v>829</c:v>
                </c:pt>
                <c:pt idx="107">
                  <c:v>837</c:v>
                </c:pt>
                <c:pt idx="108">
                  <c:v>845</c:v>
                </c:pt>
                <c:pt idx="109">
                  <c:v>853</c:v>
                </c:pt>
                <c:pt idx="110">
                  <c:v>861</c:v>
                </c:pt>
                <c:pt idx="111">
                  <c:v>868</c:v>
                </c:pt>
                <c:pt idx="112">
                  <c:v>876</c:v>
                </c:pt>
                <c:pt idx="113">
                  <c:v>884</c:v>
                </c:pt>
                <c:pt idx="114">
                  <c:v>892</c:v>
                </c:pt>
                <c:pt idx="115">
                  <c:v>900</c:v>
                </c:pt>
                <c:pt idx="116">
                  <c:v>908</c:v>
                </c:pt>
                <c:pt idx="117">
                  <c:v>915</c:v>
                </c:pt>
                <c:pt idx="118">
                  <c:v>923</c:v>
                </c:pt>
                <c:pt idx="119">
                  <c:v>931</c:v>
                </c:pt>
              </c:numCache>
            </c:numRef>
          </c:xVal>
          <c:yVal>
            <c:numRef>
              <c:f>'Chart Data'!$X$2:$X$121</c:f>
              <c:numCache>
                <c:formatCode>General</c:formatCode>
                <c:ptCount val="120"/>
                <c:pt idx="0">
                  <c:v>1.0731678</c:v>
                </c:pt>
                <c:pt idx="1">
                  <c:v>1.0765018</c:v>
                </c:pt>
                <c:pt idx="2">
                  <c:v>1.0768569</c:v>
                </c:pt>
                <c:pt idx="3">
                  <c:v>1.0767515</c:v>
                </c:pt>
                <c:pt idx="4">
                  <c:v>1.0768931</c:v>
                </c:pt>
                <c:pt idx="5">
                  <c:v>1.0767853</c:v>
                </c:pt>
                <c:pt idx="6">
                  <c:v>1.0766407</c:v>
                </c:pt>
                <c:pt idx="7">
                  <c:v>1.0765697</c:v>
                </c:pt>
                <c:pt idx="8">
                  <c:v>1.0763391</c:v>
                </c:pt>
                <c:pt idx="9">
                  <c:v>1.0761691</c:v>
                </c:pt>
                <c:pt idx="10">
                  <c:v>1.0761323</c:v>
                </c:pt>
                <c:pt idx="11">
                  <c:v>1.0759763</c:v>
                </c:pt>
                <c:pt idx="12">
                  <c:v>1.0756766</c:v>
                </c:pt>
                <c:pt idx="13">
                  <c:v>1.0754994</c:v>
                </c:pt>
                <c:pt idx="14">
                  <c:v>1.0755715</c:v>
                </c:pt>
                <c:pt idx="15">
                  <c:v>1.0755609</c:v>
                </c:pt>
                <c:pt idx="16">
                  <c:v>1.0752444</c:v>
                </c:pt>
                <c:pt idx="17">
                  <c:v>1.0749263</c:v>
                </c:pt>
                <c:pt idx="18">
                  <c:v>1.0749586</c:v>
                </c:pt>
                <c:pt idx="19">
                  <c:v>1.0747815</c:v>
                </c:pt>
                <c:pt idx="20">
                  <c:v>1.0744141</c:v>
                </c:pt>
                <c:pt idx="21">
                  <c:v>1.0741462</c:v>
                </c:pt>
                <c:pt idx="22">
                  <c:v>1.0742033</c:v>
                </c:pt>
                <c:pt idx="23">
                  <c:v>1.0739923</c:v>
                </c:pt>
                <c:pt idx="24">
                  <c:v>1.0736392</c:v>
                </c:pt>
                <c:pt idx="25">
                  <c:v>1.073341</c:v>
                </c:pt>
                <c:pt idx="26">
                  <c:v>1.0734506</c:v>
                </c:pt>
                <c:pt idx="27">
                  <c:v>1.0733007</c:v>
                </c:pt>
                <c:pt idx="28">
                  <c:v>1.0730166</c:v>
                </c:pt>
                <c:pt idx="29">
                  <c:v>1.0727519</c:v>
                </c:pt>
                <c:pt idx="30">
                  <c:v>1.0725436</c:v>
                </c:pt>
                <c:pt idx="31">
                  <c:v>1.0722432</c:v>
                </c:pt>
                <c:pt idx="32">
                  <c:v>1.0720916</c:v>
                </c:pt>
                <c:pt idx="33">
                  <c:v>1.0717824</c:v>
                </c:pt>
                <c:pt idx="34">
                  <c:v>1.0715597</c:v>
                </c:pt>
                <c:pt idx="35">
                  <c:v>1.0713669</c:v>
                </c:pt>
                <c:pt idx="36">
                  <c:v>1.0710534</c:v>
                </c:pt>
                <c:pt idx="37">
                  <c:v>1.0707209</c:v>
                </c:pt>
                <c:pt idx="38">
                  <c:v>1.0704229</c:v>
                </c:pt>
                <c:pt idx="39">
                  <c:v>1.0701334</c:v>
                </c:pt>
                <c:pt idx="40">
                  <c:v>1.0697979</c:v>
                </c:pt>
                <c:pt idx="41">
                  <c:v>1.0694995</c:v>
                </c:pt>
                <c:pt idx="42">
                  <c:v>1.0692062</c:v>
                </c:pt>
                <c:pt idx="43">
                  <c:v>1.0688133</c:v>
                </c:pt>
                <c:pt idx="44">
                  <c:v>1.0684195</c:v>
                </c:pt>
                <c:pt idx="45">
                  <c:v>1.0680927</c:v>
                </c:pt>
                <c:pt idx="46">
                  <c:v>1.0679213</c:v>
                </c:pt>
                <c:pt idx="47">
                  <c:v>1.067529</c:v>
                </c:pt>
                <c:pt idx="48">
                  <c:v>1.0671949</c:v>
                </c:pt>
                <c:pt idx="49">
                  <c:v>1.0668118</c:v>
                </c:pt>
                <c:pt idx="50">
                  <c:v>1.0664593</c:v>
                </c:pt>
                <c:pt idx="51">
                  <c:v>1.0658596</c:v>
                </c:pt>
                <c:pt idx="52">
                  <c:v>1.0655754</c:v>
                </c:pt>
                <c:pt idx="53">
                  <c:v>1.0651301</c:v>
                </c:pt>
                <c:pt idx="54">
                  <c:v>1.0647652</c:v>
                </c:pt>
                <c:pt idx="55">
                  <c:v>1.0642091</c:v>
                </c:pt>
                <c:pt idx="56">
                  <c:v>1.063619</c:v>
                </c:pt>
                <c:pt idx="57">
                  <c:v>1.0632355</c:v>
                </c:pt>
                <c:pt idx="58">
                  <c:v>1.0628686</c:v>
                </c:pt>
                <c:pt idx="59">
                  <c:v>1.0622711</c:v>
                </c:pt>
                <c:pt idx="60">
                  <c:v>1.061748</c:v>
                </c:pt>
                <c:pt idx="61">
                  <c:v>1.0611185</c:v>
                </c:pt>
                <c:pt idx="62">
                  <c:v>1.0606003</c:v>
                </c:pt>
                <c:pt idx="63">
                  <c:v>1.0600003</c:v>
                </c:pt>
                <c:pt idx="64">
                  <c:v>1.0591695</c:v>
                </c:pt>
                <c:pt idx="65">
                  <c:v>1.058542</c:v>
                </c:pt>
                <c:pt idx="66">
                  <c:v>1.0580615</c:v>
                </c:pt>
                <c:pt idx="67">
                  <c:v>1.0573322</c:v>
                </c:pt>
                <c:pt idx="68">
                  <c:v>1.0566033</c:v>
                </c:pt>
                <c:pt idx="69">
                  <c:v>1.0559288</c:v>
                </c:pt>
                <c:pt idx="70">
                  <c:v>1.0553505</c:v>
                </c:pt>
                <c:pt idx="71">
                  <c:v>1.054724</c:v>
                </c:pt>
                <c:pt idx="72">
                  <c:v>1.0540702</c:v>
                </c:pt>
                <c:pt idx="73">
                  <c:v>1.0532514</c:v>
                </c:pt>
                <c:pt idx="74">
                  <c:v>1.0526233</c:v>
                </c:pt>
                <c:pt idx="75">
                  <c:v>1.0517784</c:v>
                </c:pt>
                <c:pt idx="76">
                  <c:v>1.0509548</c:v>
                </c:pt>
                <c:pt idx="77">
                  <c:v>1.0500542</c:v>
                </c:pt>
                <c:pt idx="78">
                  <c:v>1.0491906</c:v>
                </c:pt>
                <c:pt idx="79">
                  <c:v>1.048242</c:v>
                </c:pt>
                <c:pt idx="80">
                  <c:v>1.0472231</c:v>
                </c:pt>
                <c:pt idx="81">
                  <c:v>1.0462048</c:v>
                </c:pt>
                <c:pt idx="82">
                  <c:v>1.0450612</c:v>
                </c:pt>
                <c:pt idx="83">
                  <c:v>1.0437711</c:v>
                </c:pt>
                <c:pt idx="84">
                  <c:v>1.0426322</c:v>
                </c:pt>
                <c:pt idx="85">
                  <c:v>1.0412937</c:v>
                </c:pt>
                <c:pt idx="86">
                  <c:v>1.0399195</c:v>
                </c:pt>
                <c:pt idx="87">
                  <c:v>1.0385123</c:v>
                </c:pt>
                <c:pt idx="88">
                  <c:v>1.0369697</c:v>
                </c:pt>
                <c:pt idx="89">
                  <c:v>1.0352871</c:v>
                </c:pt>
                <c:pt idx="90">
                  <c:v>1.0338541</c:v>
                </c:pt>
                <c:pt idx="91">
                  <c:v>1.0322713</c:v>
                </c:pt>
                <c:pt idx="92">
                  <c:v>1.0304127</c:v>
                </c:pt>
                <c:pt idx="93">
                  <c:v>1.0284662</c:v>
                </c:pt>
                <c:pt idx="94">
                  <c:v>1.0265012</c:v>
                </c:pt>
                <c:pt idx="95">
                  <c:v>1.0245819</c:v>
                </c:pt>
                <c:pt idx="96">
                  <c:v>1.0222383</c:v>
                </c:pt>
                <c:pt idx="97">
                  <c:v>1.019737</c:v>
                </c:pt>
                <c:pt idx="98">
                  <c:v>1.0171465</c:v>
                </c:pt>
                <c:pt idx="99">
                  <c:v>1.014402</c:v>
                </c:pt>
                <c:pt idx="100">
                  <c:v>1.011369</c:v>
                </c:pt>
                <c:pt idx="101">
                  <c:v>1.0084536</c:v>
                </c:pt>
                <c:pt idx="102">
                  <c:v>1.0048218</c:v>
                </c:pt>
                <c:pt idx="103">
                  <c:v>1.0009155</c:v>
                </c:pt>
                <c:pt idx="104">
                  <c:v>0.99656934</c:v>
                </c:pt>
                <c:pt idx="105">
                  <c:v>0.99199873</c:v>
                </c:pt>
                <c:pt idx="106">
                  <c:v>0.98745042</c:v>
                </c:pt>
                <c:pt idx="107">
                  <c:v>0.98168445</c:v>
                </c:pt>
                <c:pt idx="108">
                  <c:v>0.97530437</c:v>
                </c:pt>
                <c:pt idx="109">
                  <c:v>0.96818811</c:v>
                </c:pt>
                <c:pt idx="110">
                  <c:v>0.96043712</c:v>
                </c:pt>
                <c:pt idx="111">
                  <c:v>0.95317072</c:v>
                </c:pt>
                <c:pt idx="112">
                  <c:v>0.94429314</c:v>
                </c:pt>
                <c:pt idx="113">
                  <c:v>0.93526161</c:v>
                </c:pt>
                <c:pt idx="114">
                  <c:v>0.92603809</c:v>
                </c:pt>
                <c:pt idx="115">
                  <c:v>0.91684371</c:v>
                </c:pt>
                <c:pt idx="116">
                  <c:v>0.90732205</c:v>
                </c:pt>
                <c:pt idx="117">
                  <c:v>0.8991062</c:v>
                </c:pt>
                <c:pt idx="118">
                  <c:v>0.88979352</c:v>
                </c:pt>
                <c:pt idx="119">
                  <c:v>0.88080788</c:v>
                </c:pt>
              </c:numCache>
            </c:numRef>
          </c:yVal>
        </c:ser>
        <c:ser>
          <c:idx val="12"/>
          <c:order val="12"/>
          <c:tx>
            <c:v>Batch3_cell_013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  <c:pt idx="10">
                  <c:v>69</c:v>
                </c:pt>
                <c:pt idx="11">
                  <c:v>76</c:v>
                </c:pt>
                <c:pt idx="12">
                  <c:v>83</c:v>
                </c:pt>
                <c:pt idx="13">
                  <c:v>90</c:v>
                </c:pt>
                <c:pt idx="14">
                  <c:v>97</c:v>
                </c:pt>
                <c:pt idx="15">
                  <c:v>104</c:v>
                </c:pt>
                <c:pt idx="16">
                  <c:v>110</c:v>
                </c:pt>
                <c:pt idx="17">
                  <c:v>117</c:v>
                </c:pt>
                <c:pt idx="18">
                  <c:v>124</c:v>
                </c:pt>
                <c:pt idx="19">
                  <c:v>131</c:v>
                </c:pt>
                <c:pt idx="20">
                  <c:v>138</c:v>
                </c:pt>
                <c:pt idx="21">
                  <c:v>145</c:v>
                </c:pt>
                <c:pt idx="22">
                  <c:v>151</c:v>
                </c:pt>
                <c:pt idx="23">
                  <c:v>158</c:v>
                </c:pt>
                <c:pt idx="24">
                  <c:v>165</c:v>
                </c:pt>
                <c:pt idx="25">
                  <c:v>172</c:v>
                </c:pt>
                <c:pt idx="26">
                  <c:v>179</c:v>
                </c:pt>
                <c:pt idx="27">
                  <c:v>186</c:v>
                </c:pt>
                <c:pt idx="28">
                  <c:v>193</c:v>
                </c:pt>
                <c:pt idx="29">
                  <c:v>199</c:v>
                </c:pt>
                <c:pt idx="30">
                  <c:v>206</c:v>
                </c:pt>
                <c:pt idx="31">
                  <c:v>213</c:v>
                </c:pt>
                <c:pt idx="32">
                  <c:v>220</c:v>
                </c:pt>
                <c:pt idx="33">
                  <c:v>227</c:v>
                </c:pt>
                <c:pt idx="34">
                  <c:v>234</c:v>
                </c:pt>
                <c:pt idx="35">
                  <c:v>240</c:v>
                </c:pt>
                <c:pt idx="36">
                  <c:v>247</c:v>
                </c:pt>
                <c:pt idx="37">
                  <c:v>254</c:v>
                </c:pt>
                <c:pt idx="38">
                  <c:v>261</c:v>
                </c:pt>
                <c:pt idx="39">
                  <c:v>268</c:v>
                </c:pt>
                <c:pt idx="40">
                  <c:v>275</c:v>
                </c:pt>
                <c:pt idx="41">
                  <c:v>281</c:v>
                </c:pt>
                <c:pt idx="42">
                  <c:v>288</c:v>
                </c:pt>
                <c:pt idx="43">
                  <c:v>295</c:v>
                </c:pt>
                <c:pt idx="44">
                  <c:v>302</c:v>
                </c:pt>
                <c:pt idx="45">
                  <c:v>309</c:v>
                </c:pt>
                <c:pt idx="46">
                  <c:v>316</c:v>
                </c:pt>
                <c:pt idx="47">
                  <c:v>322</c:v>
                </c:pt>
                <c:pt idx="48">
                  <c:v>329</c:v>
                </c:pt>
                <c:pt idx="49">
                  <c:v>336</c:v>
                </c:pt>
                <c:pt idx="50">
                  <c:v>343</c:v>
                </c:pt>
                <c:pt idx="51">
                  <c:v>350</c:v>
                </c:pt>
                <c:pt idx="52">
                  <c:v>357</c:v>
                </c:pt>
                <c:pt idx="53">
                  <c:v>364</c:v>
                </c:pt>
                <c:pt idx="54">
                  <c:v>370</c:v>
                </c:pt>
                <c:pt idx="55">
                  <c:v>377</c:v>
                </c:pt>
                <c:pt idx="56">
                  <c:v>384</c:v>
                </c:pt>
                <c:pt idx="57">
                  <c:v>391</c:v>
                </c:pt>
                <c:pt idx="58">
                  <c:v>398</c:v>
                </c:pt>
                <c:pt idx="59">
                  <c:v>405</c:v>
                </c:pt>
                <c:pt idx="60">
                  <c:v>411</c:v>
                </c:pt>
                <c:pt idx="61">
                  <c:v>418</c:v>
                </c:pt>
                <c:pt idx="62">
                  <c:v>425</c:v>
                </c:pt>
                <c:pt idx="63">
                  <c:v>432</c:v>
                </c:pt>
                <c:pt idx="64">
                  <c:v>439</c:v>
                </c:pt>
                <c:pt idx="65">
                  <c:v>446</c:v>
                </c:pt>
                <c:pt idx="66">
                  <c:v>452</c:v>
                </c:pt>
                <c:pt idx="67">
                  <c:v>459</c:v>
                </c:pt>
                <c:pt idx="68">
                  <c:v>466</c:v>
                </c:pt>
                <c:pt idx="69">
                  <c:v>473</c:v>
                </c:pt>
                <c:pt idx="70">
                  <c:v>480</c:v>
                </c:pt>
                <c:pt idx="71">
                  <c:v>487</c:v>
                </c:pt>
                <c:pt idx="72">
                  <c:v>494</c:v>
                </c:pt>
                <c:pt idx="73">
                  <c:v>500</c:v>
                </c:pt>
                <c:pt idx="74">
                  <c:v>507</c:v>
                </c:pt>
                <c:pt idx="75">
                  <c:v>514</c:v>
                </c:pt>
                <c:pt idx="76">
                  <c:v>521</c:v>
                </c:pt>
                <c:pt idx="77">
                  <c:v>528</c:v>
                </c:pt>
                <c:pt idx="78">
                  <c:v>535</c:v>
                </c:pt>
                <c:pt idx="79">
                  <c:v>541</c:v>
                </c:pt>
                <c:pt idx="80">
                  <c:v>548</c:v>
                </c:pt>
                <c:pt idx="81">
                  <c:v>555</c:v>
                </c:pt>
                <c:pt idx="82">
                  <c:v>562</c:v>
                </c:pt>
                <c:pt idx="83">
                  <c:v>569</c:v>
                </c:pt>
                <c:pt idx="84">
                  <c:v>576</c:v>
                </c:pt>
                <c:pt idx="85">
                  <c:v>582</c:v>
                </c:pt>
                <c:pt idx="86">
                  <c:v>589</c:v>
                </c:pt>
                <c:pt idx="87">
                  <c:v>596</c:v>
                </c:pt>
                <c:pt idx="88">
                  <c:v>603</c:v>
                </c:pt>
                <c:pt idx="89">
                  <c:v>610</c:v>
                </c:pt>
                <c:pt idx="90">
                  <c:v>617</c:v>
                </c:pt>
                <c:pt idx="91">
                  <c:v>623</c:v>
                </c:pt>
                <c:pt idx="92">
                  <c:v>630</c:v>
                </c:pt>
                <c:pt idx="93">
                  <c:v>637</c:v>
                </c:pt>
                <c:pt idx="94">
                  <c:v>644</c:v>
                </c:pt>
                <c:pt idx="95">
                  <c:v>651</c:v>
                </c:pt>
                <c:pt idx="96">
                  <c:v>658</c:v>
                </c:pt>
                <c:pt idx="97">
                  <c:v>665</c:v>
                </c:pt>
                <c:pt idx="98">
                  <c:v>671</c:v>
                </c:pt>
                <c:pt idx="99">
                  <c:v>678</c:v>
                </c:pt>
                <c:pt idx="100">
                  <c:v>685</c:v>
                </c:pt>
                <c:pt idx="101">
                  <c:v>692</c:v>
                </c:pt>
                <c:pt idx="102">
                  <c:v>699</c:v>
                </c:pt>
                <c:pt idx="103">
                  <c:v>706</c:v>
                </c:pt>
                <c:pt idx="104">
                  <c:v>712</c:v>
                </c:pt>
                <c:pt idx="105">
                  <c:v>719</c:v>
                </c:pt>
                <c:pt idx="106">
                  <c:v>726</c:v>
                </c:pt>
                <c:pt idx="107">
                  <c:v>733</c:v>
                </c:pt>
                <c:pt idx="108">
                  <c:v>740</c:v>
                </c:pt>
                <c:pt idx="109">
                  <c:v>747</c:v>
                </c:pt>
                <c:pt idx="110">
                  <c:v>753</c:v>
                </c:pt>
                <c:pt idx="111">
                  <c:v>760</c:v>
                </c:pt>
                <c:pt idx="112">
                  <c:v>767</c:v>
                </c:pt>
                <c:pt idx="113">
                  <c:v>774</c:v>
                </c:pt>
                <c:pt idx="114">
                  <c:v>781</c:v>
                </c:pt>
                <c:pt idx="115">
                  <c:v>788</c:v>
                </c:pt>
                <c:pt idx="116">
                  <c:v>794</c:v>
                </c:pt>
                <c:pt idx="117">
                  <c:v>801</c:v>
                </c:pt>
                <c:pt idx="118">
                  <c:v>808</c:v>
                </c:pt>
                <c:pt idx="119">
                  <c:v>815</c:v>
                </c:pt>
              </c:numCache>
            </c:numRef>
          </c:xVal>
          <c:yVal>
            <c:numRef>
              <c:f>'Chart Data'!$Z$2:$Z$121</c:f>
              <c:numCache>
                <c:formatCode>General</c:formatCode>
                <c:ptCount val="120"/>
                <c:pt idx="0">
                  <c:v>1.0642039</c:v>
                </c:pt>
                <c:pt idx="1">
                  <c:v>1.068422</c:v>
                </c:pt>
                <c:pt idx="2">
                  <c:v>1.0694506</c:v>
                </c:pt>
                <c:pt idx="3">
                  <c:v>1.0695869</c:v>
                </c:pt>
                <c:pt idx="4">
                  <c:v>1.0694727</c:v>
                </c:pt>
                <c:pt idx="5">
                  <c:v>1.069507</c:v>
                </c:pt>
                <c:pt idx="6">
                  <c:v>1.0693163</c:v>
                </c:pt>
                <c:pt idx="7">
                  <c:v>1.0693117</c:v>
                </c:pt>
                <c:pt idx="8">
                  <c:v>1.0691832</c:v>
                </c:pt>
                <c:pt idx="9">
                  <c:v>1.0688875</c:v>
                </c:pt>
                <c:pt idx="10">
                  <c:v>1.0686016</c:v>
                </c:pt>
                <c:pt idx="11">
                  <c:v>1.0682991</c:v>
                </c:pt>
                <c:pt idx="12">
                  <c:v>1.0680918</c:v>
                </c:pt>
                <c:pt idx="13">
                  <c:v>1.0678071</c:v>
                </c:pt>
                <c:pt idx="14">
                  <c:v>1.0674598</c:v>
                </c:pt>
                <c:pt idx="15">
                  <c:v>1.0671301</c:v>
                </c:pt>
                <c:pt idx="16">
                  <c:v>1.0669609</c:v>
                </c:pt>
                <c:pt idx="17">
                  <c:v>1.0667808</c:v>
                </c:pt>
                <c:pt idx="18">
                  <c:v>1.0663462</c:v>
                </c:pt>
                <c:pt idx="19">
                  <c:v>1.0659405</c:v>
                </c:pt>
                <c:pt idx="20">
                  <c:v>1.0655698</c:v>
                </c:pt>
                <c:pt idx="21">
                  <c:v>1.0653795</c:v>
                </c:pt>
                <c:pt idx="22">
                  <c:v>1.0650527</c:v>
                </c:pt>
                <c:pt idx="23">
                  <c:v>1.0645623</c:v>
                </c:pt>
                <c:pt idx="24">
                  <c:v>1.0640569</c:v>
                </c:pt>
                <c:pt idx="25">
                  <c:v>1.0639778</c:v>
                </c:pt>
                <c:pt idx="26">
                  <c:v>1.0636784</c:v>
                </c:pt>
                <c:pt idx="27">
                  <c:v>1.0632561</c:v>
                </c:pt>
                <c:pt idx="28">
                  <c:v>1.0626503</c:v>
                </c:pt>
                <c:pt idx="29">
                  <c:v>1.0624534</c:v>
                </c:pt>
                <c:pt idx="30">
                  <c:v>1.0621885</c:v>
                </c:pt>
                <c:pt idx="31">
                  <c:v>1.0618256</c:v>
                </c:pt>
                <c:pt idx="32">
                  <c:v>1.0615185</c:v>
                </c:pt>
                <c:pt idx="33">
                  <c:v>1.0610788</c:v>
                </c:pt>
                <c:pt idx="34">
                  <c:v>1.0607357</c:v>
                </c:pt>
                <c:pt idx="35">
                  <c:v>1.060351</c:v>
                </c:pt>
                <c:pt idx="36">
                  <c:v>1.0599741</c:v>
                </c:pt>
                <c:pt idx="37">
                  <c:v>1.059554</c:v>
                </c:pt>
                <c:pt idx="38">
                  <c:v>1.0589989</c:v>
                </c:pt>
                <c:pt idx="39">
                  <c:v>1.0586491</c:v>
                </c:pt>
                <c:pt idx="40">
                  <c:v>1.0581946</c:v>
                </c:pt>
                <c:pt idx="41">
                  <c:v>1.0578299</c:v>
                </c:pt>
                <c:pt idx="42">
                  <c:v>1.0571461</c:v>
                </c:pt>
                <c:pt idx="43">
                  <c:v>1.0567145</c:v>
                </c:pt>
                <c:pt idx="44">
                  <c:v>1.0561963</c:v>
                </c:pt>
                <c:pt idx="45">
                  <c:v>1.0555668</c:v>
                </c:pt>
                <c:pt idx="46">
                  <c:v>1.0551382</c:v>
                </c:pt>
                <c:pt idx="47">
                  <c:v>1.0546507</c:v>
                </c:pt>
                <c:pt idx="48">
                  <c:v>1.0541509</c:v>
                </c:pt>
                <c:pt idx="49">
                  <c:v>1.0535553</c:v>
                </c:pt>
                <c:pt idx="50">
                  <c:v>1.053021</c:v>
                </c:pt>
                <c:pt idx="51">
                  <c:v>1.0523195</c:v>
                </c:pt>
                <c:pt idx="52">
                  <c:v>1.0517139</c:v>
                </c:pt>
                <c:pt idx="53">
                  <c:v>1.0512882</c:v>
                </c:pt>
                <c:pt idx="54">
                  <c:v>1.0507423</c:v>
                </c:pt>
                <c:pt idx="55">
                  <c:v>1.0501373</c:v>
                </c:pt>
                <c:pt idx="56">
                  <c:v>1.0494648</c:v>
                </c:pt>
                <c:pt idx="57">
                  <c:v>1.0488938</c:v>
                </c:pt>
                <c:pt idx="58">
                  <c:v>1.0482748</c:v>
                </c:pt>
                <c:pt idx="59">
                  <c:v>1.0476185</c:v>
                </c:pt>
                <c:pt idx="60">
                  <c:v>1.0470891</c:v>
                </c:pt>
                <c:pt idx="61">
                  <c:v>1.0463815</c:v>
                </c:pt>
                <c:pt idx="62">
                  <c:v>1.0456929</c:v>
                </c:pt>
                <c:pt idx="63">
                  <c:v>1.0448993</c:v>
                </c:pt>
                <c:pt idx="64">
                  <c:v>1.0441179</c:v>
                </c:pt>
                <c:pt idx="65">
                  <c:v>1.0431906</c:v>
                </c:pt>
                <c:pt idx="66">
                  <c:v>1.042678</c:v>
                </c:pt>
                <c:pt idx="67">
                  <c:v>1.0420756</c:v>
                </c:pt>
                <c:pt idx="68">
                  <c:v>1.0412261</c:v>
                </c:pt>
                <c:pt idx="69">
                  <c:v>1.0403733</c:v>
                </c:pt>
                <c:pt idx="70">
                  <c:v>1.0394469</c:v>
                </c:pt>
                <c:pt idx="71">
                  <c:v>1.0385786</c:v>
                </c:pt>
                <c:pt idx="72">
                  <c:v>1.0375655</c:v>
                </c:pt>
                <c:pt idx="73">
                  <c:v>1.0367175</c:v>
                </c:pt>
                <c:pt idx="74">
                  <c:v>1.0354798</c:v>
                </c:pt>
                <c:pt idx="75">
                  <c:v>1.0342977</c:v>
                </c:pt>
                <c:pt idx="76">
                  <c:v>1.0333886</c:v>
                </c:pt>
                <c:pt idx="77">
                  <c:v>1.0322014</c:v>
                </c:pt>
                <c:pt idx="78">
                  <c:v>1.0310216</c:v>
                </c:pt>
                <c:pt idx="79">
                  <c:v>1.0298866</c:v>
                </c:pt>
                <c:pt idx="80">
                  <c:v>1.0285971</c:v>
                </c:pt>
                <c:pt idx="81">
                  <c:v>1.0273376</c:v>
                </c:pt>
                <c:pt idx="82">
                  <c:v>1.0262191</c:v>
                </c:pt>
                <c:pt idx="83">
                  <c:v>1.0249789</c:v>
                </c:pt>
                <c:pt idx="84">
                  <c:v>1.0234188</c:v>
                </c:pt>
                <c:pt idx="85">
                  <c:v>1.0221372</c:v>
                </c:pt>
                <c:pt idx="86">
                  <c:v>1.0206758</c:v>
                </c:pt>
                <c:pt idx="87">
                  <c:v>1.0191973</c:v>
                </c:pt>
                <c:pt idx="88">
                  <c:v>1.0174195</c:v>
                </c:pt>
                <c:pt idx="89">
                  <c:v>1.0155492</c:v>
                </c:pt>
                <c:pt idx="90">
                  <c:v>1.0137261</c:v>
                </c:pt>
                <c:pt idx="91">
                  <c:v>1.0120722</c:v>
                </c:pt>
                <c:pt idx="92">
                  <c:v>1.0099753</c:v>
                </c:pt>
                <c:pt idx="93">
                  <c:v>1.0078191</c:v>
                </c:pt>
                <c:pt idx="94">
                  <c:v>1.0055498</c:v>
                </c:pt>
                <c:pt idx="95">
                  <c:v>1.0031922</c:v>
                </c:pt>
                <c:pt idx="96">
                  <c:v>1.0005728</c:v>
                </c:pt>
                <c:pt idx="97">
                  <c:v>0.99778897</c:v>
                </c:pt>
                <c:pt idx="98">
                  <c:v>0.99531615</c:v>
                </c:pt>
                <c:pt idx="99">
                  <c:v>0.99237818</c:v>
                </c:pt>
                <c:pt idx="100">
                  <c:v>0.98912501</c:v>
                </c:pt>
                <c:pt idx="101">
                  <c:v>0.98589212</c:v>
                </c:pt>
                <c:pt idx="102">
                  <c:v>0.98236072</c:v>
                </c:pt>
                <c:pt idx="103">
                  <c:v>0.97872955</c:v>
                </c:pt>
                <c:pt idx="104">
                  <c:v>0.97530854</c:v>
                </c:pt>
                <c:pt idx="105">
                  <c:v>0.97118038</c:v>
                </c:pt>
                <c:pt idx="106">
                  <c:v>0.96696323</c:v>
                </c:pt>
                <c:pt idx="107">
                  <c:v>0.96239305</c:v>
                </c:pt>
                <c:pt idx="108">
                  <c:v>0.9574517</c:v>
                </c:pt>
                <c:pt idx="109">
                  <c:v>0.95223051</c:v>
                </c:pt>
                <c:pt idx="110">
                  <c:v>0.94762152</c:v>
                </c:pt>
                <c:pt idx="111">
                  <c:v>0.94176781</c:v>
                </c:pt>
                <c:pt idx="112">
                  <c:v>0.93542784</c:v>
                </c:pt>
                <c:pt idx="113">
                  <c:v>0.92854357</c:v>
                </c:pt>
                <c:pt idx="114">
                  <c:v>0.9209978</c:v>
                </c:pt>
                <c:pt idx="115">
                  <c:v>0.91308314</c:v>
                </c:pt>
                <c:pt idx="116">
                  <c:v>0.90598315</c:v>
                </c:pt>
                <c:pt idx="117">
                  <c:v>0.89757949</c:v>
                </c:pt>
                <c:pt idx="118">
                  <c:v>0.88887244</c:v>
                </c:pt>
                <c:pt idx="119">
                  <c:v>0.88024569</c:v>
                </c:pt>
              </c:numCache>
            </c:numRef>
          </c:yVal>
        </c:ser>
        <c:ser>
          <c:idx val="13"/>
          <c:order val="13"/>
          <c:tx>
            <c:v>Batch3_cell_014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23</c:v>
                </c:pt>
                <c:pt idx="4">
                  <c:v>30</c:v>
                </c:pt>
                <c:pt idx="5">
                  <c:v>37</c:v>
                </c:pt>
                <c:pt idx="6">
                  <c:v>44</c:v>
                </c:pt>
                <c:pt idx="7">
                  <c:v>51</c:v>
                </c:pt>
                <c:pt idx="8">
                  <c:v>59</c:v>
                </c:pt>
                <c:pt idx="9">
                  <c:v>66</c:v>
                </c:pt>
                <c:pt idx="10">
                  <c:v>73</c:v>
                </c:pt>
                <c:pt idx="11">
                  <c:v>80</c:v>
                </c:pt>
                <c:pt idx="12">
                  <c:v>87</c:v>
                </c:pt>
                <c:pt idx="13">
                  <c:v>95</c:v>
                </c:pt>
                <c:pt idx="14">
                  <c:v>102</c:v>
                </c:pt>
                <c:pt idx="15">
                  <c:v>109</c:v>
                </c:pt>
                <c:pt idx="16">
                  <c:v>116</c:v>
                </c:pt>
                <c:pt idx="17">
                  <c:v>123</c:v>
                </c:pt>
                <c:pt idx="18">
                  <c:v>130</c:v>
                </c:pt>
                <c:pt idx="19">
                  <c:v>138</c:v>
                </c:pt>
                <c:pt idx="20">
                  <c:v>145</c:v>
                </c:pt>
                <c:pt idx="21">
                  <c:v>152</c:v>
                </c:pt>
                <c:pt idx="22">
                  <c:v>159</c:v>
                </c:pt>
                <c:pt idx="23">
                  <c:v>166</c:v>
                </c:pt>
                <c:pt idx="24">
                  <c:v>174</c:v>
                </c:pt>
                <c:pt idx="25">
                  <c:v>181</c:v>
                </c:pt>
                <c:pt idx="26">
                  <c:v>188</c:v>
                </c:pt>
                <c:pt idx="27">
                  <c:v>195</c:v>
                </c:pt>
                <c:pt idx="28">
                  <c:v>202</c:v>
                </c:pt>
                <c:pt idx="29">
                  <c:v>210</c:v>
                </c:pt>
                <c:pt idx="30">
                  <c:v>217</c:v>
                </c:pt>
                <c:pt idx="31">
                  <c:v>224</c:v>
                </c:pt>
                <c:pt idx="32">
                  <c:v>231</c:v>
                </c:pt>
                <c:pt idx="33">
                  <c:v>238</c:v>
                </c:pt>
                <c:pt idx="34">
                  <c:v>246</c:v>
                </c:pt>
                <c:pt idx="35">
                  <c:v>253</c:v>
                </c:pt>
                <c:pt idx="36">
                  <c:v>260</c:v>
                </c:pt>
                <c:pt idx="37">
                  <c:v>267</c:v>
                </c:pt>
                <c:pt idx="38">
                  <c:v>274</c:v>
                </c:pt>
                <c:pt idx="39">
                  <c:v>282</c:v>
                </c:pt>
                <c:pt idx="40">
                  <c:v>289</c:v>
                </c:pt>
                <c:pt idx="41">
                  <c:v>296</c:v>
                </c:pt>
                <c:pt idx="42">
                  <c:v>303</c:v>
                </c:pt>
                <c:pt idx="43">
                  <c:v>310</c:v>
                </c:pt>
                <c:pt idx="44">
                  <c:v>318</c:v>
                </c:pt>
                <c:pt idx="45">
                  <c:v>325</c:v>
                </c:pt>
                <c:pt idx="46">
                  <c:v>332</c:v>
                </c:pt>
                <c:pt idx="47">
                  <c:v>339</c:v>
                </c:pt>
                <c:pt idx="48">
                  <c:v>346</c:v>
                </c:pt>
                <c:pt idx="49">
                  <c:v>353</c:v>
                </c:pt>
                <c:pt idx="50">
                  <c:v>361</c:v>
                </c:pt>
                <c:pt idx="51">
                  <c:v>368</c:v>
                </c:pt>
                <c:pt idx="52">
                  <c:v>375</c:v>
                </c:pt>
                <c:pt idx="53">
                  <c:v>382</c:v>
                </c:pt>
                <c:pt idx="54">
                  <c:v>389</c:v>
                </c:pt>
                <c:pt idx="55">
                  <c:v>397</c:v>
                </c:pt>
                <c:pt idx="56">
                  <c:v>404</c:v>
                </c:pt>
                <c:pt idx="57">
                  <c:v>411</c:v>
                </c:pt>
                <c:pt idx="58">
                  <c:v>418</c:v>
                </c:pt>
                <c:pt idx="59">
                  <c:v>425</c:v>
                </c:pt>
                <c:pt idx="60">
                  <c:v>433</c:v>
                </c:pt>
                <c:pt idx="61">
                  <c:v>440</c:v>
                </c:pt>
                <c:pt idx="62">
                  <c:v>447</c:v>
                </c:pt>
                <c:pt idx="63">
                  <c:v>454</c:v>
                </c:pt>
                <c:pt idx="64">
                  <c:v>461</c:v>
                </c:pt>
                <c:pt idx="65">
                  <c:v>469</c:v>
                </c:pt>
                <c:pt idx="66">
                  <c:v>476</c:v>
                </c:pt>
                <c:pt idx="67">
                  <c:v>483</c:v>
                </c:pt>
                <c:pt idx="68">
                  <c:v>490</c:v>
                </c:pt>
                <c:pt idx="69">
                  <c:v>497</c:v>
                </c:pt>
                <c:pt idx="70">
                  <c:v>505</c:v>
                </c:pt>
                <c:pt idx="71">
                  <c:v>512</c:v>
                </c:pt>
                <c:pt idx="72">
                  <c:v>519</c:v>
                </c:pt>
                <c:pt idx="73">
                  <c:v>526</c:v>
                </c:pt>
                <c:pt idx="74">
                  <c:v>533</c:v>
                </c:pt>
                <c:pt idx="75">
                  <c:v>540</c:v>
                </c:pt>
                <c:pt idx="76">
                  <c:v>548</c:v>
                </c:pt>
                <c:pt idx="77">
                  <c:v>555</c:v>
                </c:pt>
                <c:pt idx="78">
                  <c:v>562</c:v>
                </c:pt>
                <c:pt idx="79">
                  <c:v>569</c:v>
                </c:pt>
                <c:pt idx="80">
                  <c:v>576</c:v>
                </c:pt>
                <c:pt idx="81">
                  <c:v>584</c:v>
                </c:pt>
                <c:pt idx="82">
                  <c:v>591</c:v>
                </c:pt>
                <c:pt idx="83">
                  <c:v>598</c:v>
                </c:pt>
                <c:pt idx="84">
                  <c:v>605</c:v>
                </c:pt>
                <c:pt idx="85">
                  <c:v>612</c:v>
                </c:pt>
                <c:pt idx="86">
                  <c:v>620</c:v>
                </c:pt>
                <c:pt idx="87">
                  <c:v>627</c:v>
                </c:pt>
                <c:pt idx="88">
                  <c:v>634</c:v>
                </c:pt>
                <c:pt idx="89">
                  <c:v>641</c:v>
                </c:pt>
                <c:pt idx="90">
                  <c:v>648</c:v>
                </c:pt>
                <c:pt idx="91">
                  <c:v>656</c:v>
                </c:pt>
                <c:pt idx="92">
                  <c:v>663</c:v>
                </c:pt>
                <c:pt idx="93">
                  <c:v>670</c:v>
                </c:pt>
                <c:pt idx="94">
                  <c:v>677</c:v>
                </c:pt>
                <c:pt idx="95">
                  <c:v>684</c:v>
                </c:pt>
                <c:pt idx="96">
                  <c:v>692</c:v>
                </c:pt>
                <c:pt idx="97">
                  <c:v>699</c:v>
                </c:pt>
                <c:pt idx="98">
                  <c:v>706</c:v>
                </c:pt>
                <c:pt idx="99">
                  <c:v>713</c:v>
                </c:pt>
                <c:pt idx="100">
                  <c:v>720</c:v>
                </c:pt>
                <c:pt idx="101">
                  <c:v>728</c:v>
                </c:pt>
                <c:pt idx="102">
                  <c:v>735</c:v>
                </c:pt>
                <c:pt idx="103">
                  <c:v>742</c:v>
                </c:pt>
                <c:pt idx="104">
                  <c:v>749</c:v>
                </c:pt>
                <c:pt idx="105">
                  <c:v>756</c:v>
                </c:pt>
                <c:pt idx="106">
                  <c:v>763</c:v>
                </c:pt>
                <c:pt idx="107">
                  <c:v>771</c:v>
                </c:pt>
                <c:pt idx="108">
                  <c:v>778</c:v>
                </c:pt>
                <c:pt idx="109">
                  <c:v>785</c:v>
                </c:pt>
                <c:pt idx="110">
                  <c:v>792</c:v>
                </c:pt>
                <c:pt idx="111">
                  <c:v>799</c:v>
                </c:pt>
                <c:pt idx="112">
                  <c:v>807</c:v>
                </c:pt>
                <c:pt idx="113">
                  <c:v>814</c:v>
                </c:pt>
                <c:pt idx="114">
                  <c:v>821</c:v>
                </c:pt>
                <c:pt idx="115">
                  <c:v>828</c:v>
                </c:pt>
                <c:pt idx="116">
                  <c:v>835</c:v>
                </c:pt>
                <c:pt idx="117">
                  <c:v>843</c:v>
                </c:pt>
                <c:pt idx="118">
                  <c:v>850</c:v>
                </c:pt>
                <c:pt idx="119">
                  <c:v>857</c:v>
                </c:pt>
              </c:numCache>
            </c:numRef>
          </c:xVal>
          <c:yVal>
            <c:numRef>
              <c:f>'Chart Data'!$AB$2:$AB$121</c:f>
              <c:numCache>
                <c:formatCode>General</c:formatCode>
                <c:ptCount val="120"/>
                <c:pt idx="0">
                  <c:v>1.0716274</c:v>
                </c:pt>
                <c:pt idx="1">
                  <c:v>1.0749184</c:v>
                </c:pt>
                <c:pt idx="2">
                  <c:v>1.0770531</c:v>
                </c:pt>
                <c:pt idx="3">
                  <c:v>1.077486</c:v>
                </c:pt>
                <c:pt idx="4">
                  <c:v>1.0775383</c:v>
                </c:pt>
                <c:pt idx="5">
                  <c:v>1.0774757</c:v>
                </c:pt>
                <c:pt idx="6">
                  <c:v>1.0774895</c:v>
                </c:pt>
                <c:pt idx="7">
                  <c:v>1.0776124</c:v>
                </c:pt>
                <c:pt idx="8">
                  <c:v>1.0775231</c:v>
                </c:pt>
                <c:pt idx="9">
                  <c:v>1.0772983</c:v>
                </c:pt>
                <c:pt idx="10">
                  <c:v>1.0772322</c:v>
                </c:pt>
                <c:pt idx="11">
                  <c:v>1.0770247</c:v>
                </c:pt>
                <c:pt idx="12">
                  <c:v>1.0767695</c:v>
                </c:pt>
                <c:pt idx="13">
                  <c:v>1.076544</c:v>
                </c:pt>
                <c:pt idx="14">
                  <c:v>1.0764312</c:v>
                </c:pt>
                <c:pt idx="15">
                  <c:v>1.0763551</c:v>
                </c:pt>
                <c:pt idx="16">
                  <c:v>1.0763092</c:v>
                </c:pt>
                <c:pt idx="17">
                  <c:v>1.0759039</c:v>
                </c:pt>
                <c:pt idx="18">
                  <c:v>1.0754995</c:v>
                </c:pt>
                <c:pt idx="19">
                  <c:v>1.0754529</c:v>
                </c:pt>
                <c:pt idx="20">
                  <c:v>1.075362</c:v>
                </c:pt>
                <c:pt idx="21">
                  <c:v>1.075078</c:v>
                </c:pt>
                <c:pt idx="22">
                  <c:v>1.0746431</c:v>
                </c:pt>
                <c:pt idx="23">
                  <c:v>1.0745345</c:v>
                </c:pt>
                <c:pt idx="24">
                  <c:v>1.0743185</c:v>
                </c:pt>
                <c:pt idx="25">
                  <c:v>1.0740212</c:v>
                </c:pt>
                <c:pt idx="26">
                  <c:v>1.0735258</c:v>
                </c:pt>
                <c:pt idx="27">
                  <c:v>1.0733749</c:v>
                </c:pt>
                <c:pt idx="28">
                  <c:v>1.073238</c:v>
                </c:pt>
                <c:pt idx="29">
                  <c:v>1.0729752</c:v>
                </c:pt>
                <c:pt idx="30">
                  <c:v>1.0727583</c:v>
                </c:pt>
                <c:pt idx="31">
                  <c:v>1.0725409</c:v>
                </c:pt>
                <c:pt idx="32">
                  <c:v>1.0710534</c:v>
                </c:pt>
                <c:pt idx="33">
                  <c:v>1.0719678</c:v>
                </c:pt>
                <c:pt idx="34">
                  <c:v>1.0718231</c:v>
                </c:pt>
                <c:pt idx="35">
                  <c:v>1.0714726</c:v>
                </c:pt>
                <c:pt idx="36">
                  <c:v>1.0711989</c:v>
                </c:pt>
                <c:pt idx="37">
                  <c:v>1.0708358</c:v>
                </c:pt>
                <c:pt idx="38">
                  <c:v>1.0705004</c:v>
                </c:pt>
                <c:pt idx="39">
                  <c:v>1.0699753</c:v>
                </c:pt>
                <c:pt idx="40">
                  <c:v>1.0698065</c:v>
                </c:pt>
                <c:pt idx="41">
                  <c:v>1.0695041</c:v>
                </c:pt>
                <c:pt idx="42">
                  <c:v>1.0690235</c:v>
                </c:pt>
                <c:pt idx="43">
                  <c:v>1.0685664</c:v>
                </c:pt>
                <c:pt idx="44">
                  <c:v>1.0680875</c:v>
                </c:pt>
                <c:pt idx="45">
                  <c:v>1.0678624</c:v>
                </c:pt>
                <c:pt idx="46">
                  <c:v>1.0673586</c:v>
                </c:pt>
                <c:pt idx="47">
                  <c:v>1.0670837</c:v>
                </c:pt>
                <c:pt idx="48">
                  <c:v>1.0665435</c:v>
                </c:pt>
                <c:pt idx="49">
                  <c:v>1.0662704</c:v>
                </c:pt>
                <c:pt idx="50">
                  <c:v>1.0658345</c:v>
                </c:pt>
                <c:pt idx="51">
                  <c:v>1.0654082</c:v>
                </c:pt>
                <c:pt idx="52">
                  <c:v>1.0649637</c:v>
                </c:pt>
                <c:pt idx="53">
                  <c:v>1.0646509</c:v>
                </c:pt>
                <c:pt idx="54">
                  <c:v>1.0640514</c:v>
                </c:pt>
                <c:pt idx="55">
                  <c:v>1.0634487</c:v>
                </c:pt>
                <c:pt idx="56">
                  <c:v>1.0630747</c:v>
                </c:pt>
                <c:pt idx="57">
                  <c:v>1.0626192</c:v>
                </c:pt>
                <c:pt idx="58">
                  <c:v>1.062252</c:v>
                </c:pt>
                <c:pt idx="59">
                  <c:v>1.0615784</c:v>
                </c:pt>
                <c:pt idx="60">
                  <c:v>1.0607948</c:v>
                </c:pt>
                <c:pt idx="61">
                  <c:v>1.0602573</c:v>
                </c:pt>
                <c:pt idx="62">
                  <c:v>1.0599154</c:v>
                </c:pt>
                <c:pt idx="63">
                  <c:v>1.0591861</c:v>
                </c:pt>
                <c:pt idx="64">
                  <c:v>1.0586373</c:v>
                </c:pt>
                <c:pt idx="65">
                  <c:v>1.0579014</c:v>
                </c:pt>
                <c:pt idx="66">
                  <c:v>1.0571575</c:v>
                </c:pt>
                <c:pt idx="67">
                  <c:v>1.056386</c:v>
                </c:pt>
                <c:pt idx="68">
                  <c:v>1.0555409</c:v>
                </c:pt>
                <c:pt idx="69">
                  <c:v>1.0545461</c:v>
                </c:pt>
                <c:pt idx="70">
                  <c:v>1.0537901</c:v>
                </c:pt>
                <c:pt idx="71">
                  <c:v>1.0530833</c:v>
                </c:pt>
                <c:pt idx="72">
                  <c:v>1.0521108</c:v>
                </c:pt>
                <c:pt idx="73">
                  <c:v>1.0510391</c:v>
                </c:pt>
                <c:pt idx="74">
                  <c:v>1.0500808</c:v>
                </c:pt>
                <c:pt idx="75">
                  <c:v>1.0492516</c:v>
                </c:pt>
                <c:pt idx="76">
                  <c:v>1.0483861</c:v>
                </c:pt>
                <c:pt idx="77">
                  <c:v>1.047521</c:v>
                </c:pt>
                <c:pt idx="78">
                  <c:v>1.0463349</c:v>
                </c:pt>
                <c:pt idx="79">
                  <c:v>1.0454026</c:v>
                </c:pt>
                <c:pt idx="80">
                  <c:v>1.044415</c:v>
                </c:pt>
                <c:pt idx="81">
                  <c:v>1.0430288</c:v>
                </c:pt>
                <c:pt idx="82">
                  <c:v>1.0418241</c:v>
                </c:pt>
                <c:pt idx="83">
                  <c:v>1.0404779</c:v>
                </c:pt>
                <c:pt idx="84">
                  <c:v>1.0391183</c:v>
                </c:pt>
                <c:pt idx="85">
                  <c:v>1.0377368</c:v>
                </c:pt>
                <c:pt idx="86">
                  <c:v>1.0359691</c:v>
                </c:pt>
                <c:pt idx="87">
                  <c:v>1.0343614</c:v>
                </c:pt>
                <c:pt idx="88">
                  <c:v>1.0327662</c:v>
                </c:pt>
                <c:pt idx="89">
                  <c:v>1.0309682</c:v>
                </c:pt>
                <c:pt idx="90">
                  <c:v>1.0278176</c:v>
                </c:pt>
                <c:pt idx="91">
                  <c:v>1.0268044</c:v>
                </c:pt>
                <c:pt idx="92">
                  <c:v>1.0247606</c:v>
                </c:pt>
                <c:pt idx="93">
                  <c:v>1.0226377</c:v>
                </c:pt>
                <c:pt idx="94">
                  <c:v>1.0205754</c:v>
                </c:pt>
                <c:pt idx="95">
                  <c:v>1.0181503</c:v>
                </c:pt>
                <c:pt idx="96">
                  <c:v>1.0153191</c:v>
                </c:pt>
                <c:pt idx="97">
                  <c:v>1.0128113</c:v>
                </c:pt>
                <c:pt idx="98">
                  <c:v>1.0101653</c:v>
                </c:pt>
                <c:pt idx="99">
                  <c:v>1.0074109</c:v>
                </c:pt>
                <c:pt idx="100">
                  <c:v>1.0043626</c:v>
                </c:pt>
                <c:pt idx="101">
                  <c:v>1.0006357</c:v>
                </c:pt>
                <c:pt idx="102">
                  <c:v>0.99722761</c:v>
                </c:pt>
                <c:pt idx="103">
                  <c:v>0.99333465</c:v>
                </c:pt>
                <c:pt idx="104">
                  <c:v>0.98924959</c:v>
                </c:pt>
                <c:pt idx="105">
                  <c:v>0.98483902</c:v>
                </c:pt>
                <c:pt idx="106">
                  <c:v>0.98006403</c:v>
                </c:pt>
                <c:pt idx="107">
                  <c:v>0.97440767</c:v>
                </c:pt>
                <c:pt idx="108">
                  <c:v>0.96896809</c:v>
                </c:pt>
                <c:pt idx="109">
                  <c:v>0.96330792</c:v>
                </c:pt>
                <c:pt idx="110">
                  <c:v>0.95725286</c:v>
                </c:pt>
                <c:pt idx="111">
                  <c:v>0.95069748</c:v>
                </c:pt>
                <c:pt idx="112">
                  <c:v>0.94285566</c:v>
                </c:pt>
                <c:pt idx="113">
                  <c:v>0.93559343</c:v>
                </c:pt>
                <c:pt idx="114">
                  <c:v>0.92793715</c:v>
                </c:pt>
                <c:pt idx="115">
                  <c:v>0.91972214</c:v>
                </c:pt>
                <c:pt idx="116">
                  <c:v>0.91084754</c:v>
                </c:pt>
                <c:pt idx="117">
                  <c:v>0.90021217</c:v>
                </c:pt>
                <c:pt idx="118">
                  <c:v>0.89036572</c:v>
                </c:pt>
                <c:pt idx="119">
                  <c:v>0.88065648</c:v>
                </c:pt>
              </c:numCache>
            </c:numRef>
          </c:yVal>
        </c:ser>
        <c:ser>
          <c:idx val="14"/>
          <c:order val="14"/>
          <c:tx>
            <c:v>Batch3_cell_015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16</c:v>
                </c:pt>
                <c:pt idx="3">
                  <c:v>23</c:v>
                </c:pt>
                <c:pt idx="4">
                  <c:v>30</c:v>
                </c:pt>
                <c:pt idx="5">
                  <c:v>38</c:v>
                </c:pt>
                <c:pt idx="6">
                  <c:v>45</c:v>
                </c:pt>
                <c:pt idx="7">
                  <c:v>52</c:v>
                </c:pt>
                <c:pt idx="8">
                  <c:v>60</c:v>
                </c:pt>
                <c:pt idx="9">
                  <c:v>67</c:v>
                </c:pt>
                <c:pt idx="10">
                  <c:v>74</c:v>
                </c:pt>
                <c:pt idx="11">
                  <c:v>82</c:v>
                </c:pt>
                <c:pt idx="12">
                  <c:v>89</c:v>
                </c:pt>
                <c:pt idx="13">
                  <c:v>96</c:v>
                </c:pt>
                <c:pt idx="14">
                  <c:v>104</c:v>
                </c:pt>
                <c:pt idx="15">
                  <c:v>111</c:v>
                </c:pt>
                <c:pt idx="16">
                  <c:v>119</c:v>
                </c:pt>
                <c:pt idx="17">
                  <c:v>126</c:v>
                </c:pt>
                <c:pt idx="18">
                  <c:v>133</c:v>
                </c:pt>
                <c:pt idx="19">
                  <c:v>141</c:v>
                </c:pt>
                <c:pt idx="20">
                  <c:v>148</c:v>
                </c:pt>
                <c:pt idx="21">
                  <c:v>155</c:v>
                </c:pt>
                <c:pt idx="22">
                  <c:v>163</c:v>
                </c:pt>
                <c:pt idx="23">
                  <c:v>170</c:v>
                </c:pt>
                <c:pt idx="24">
                  <c:v>177</c:v>
                </c:pt>
                <c:pt idx="25">
                  <c:v>185</c:v>
                </c:pt>
                <c:pt idx="26">
                  <c:v>192</c:v>
                </c:pt>
                <c:pt idx="27">
                  <c:v>199</c:v>
                </c:pt>
                <c:pt idx="28">
                  <c:v>207</c:v>
                </c:pt>
                <c:pt idx="29">
                  <c:v>214</c:v>
                </c:pt>
                <c:pt idx="30">
                  <c:v>221</c:v>
                </c:pt>
                <c:pt idx="31">
                  <c:v>229</c:v>
                </c:pt>
                <c:pt idx="32">
                  <c:v>236</c:v>
                </c:pt>
                <c:pt idx="33">
                  <c:v>243</c:v>
                </c:pt>
                <c:pt idx="34">
                  <c:v>251</c:v>
                </c:pt>
                <c:pt idx="35">
                  <c:v>258</c:v>
                </c:pt>
                <c:pt idx="36">
                  <c:v>265</c:v>
                </c:pt>
                <c:pt idx="37">
                  <c:v>273</c:v>
                </c:pt>
                <c:pt idx="38">
                  <c:v>280</c:v>
                </c:pt>
                <c:pt idx="39">
                  <c:v>287</c:v>
                </c:pt>
                <c:pt idx="40">
                  <c:v>295</c:v>
                </c:pt>
                <c:pt idx="41">
                  <c:v>302</c:v>
                </c:pt>
                <c:pt idx="42">
                  <c:v>309</c:v>
                </c:pt>
                <c:pt idx="43">
                  <c:v>317</c:v>
                </c:pt>
                <c:pt idx="44">
                  <c:v>324</c:v>
                </c:pt>
                <c:pt idx="45">
                  <c:v>332</c:v>
                </c:pt>
                <c:pt idx="46">
                  <c:v>339</c:v>
                </c:pt>
                <c:pt idx="47">
                  <c:v>346</c:v>
                </c:pt>
                <c:pt idx="48">
                  <c:v>354</c:v>
                </c:pt>
                <c:pt idx="49">
                  <c:v>361</c:v>
                </c:pt>
                <c:pt idx="50">
                  <c:v>368</c:v>
                </c:pt>
                <c:pt idx="51">
                  <c:v>376</c:v>
                </c:pt>
                <c:pt idx="52">
                  <c:v>383</c:v>
                </c:pt>
                <c:pt idx="53">
                  <c:v>390</c:v>
                </c:pt>
                <c:pt idx="54">
                  <c:v>398</c:v>
                </c:pt>
                <c:pt idx="55">
                  <c:v>405</c:v>
                </c:pt>
                <c:pt idx="56">
                  <c:v>412</c:v>
                </c:pt>
                <c:pt idx="57">
                  <c:v>420</c:v>
                </c:pt>
                <c:pt idx="58">
                  <c:v>427</c:v>
                </c:pt>
                <c:pt idx="59">
                  <c:v>434</c:v>
                </c:pt>
                <c:pt idx="60">
                  <c:v>442</c:v>
                </c:pt>
                <c:pt idx="61">
                  <c:v>449</c:v>
                </c:pt>
                <c:pt idx="62">
                  <c:v>456</c:v>
                </c:pt>
                <c:pt idx="63">
                  <c:v>464</c:v>
                </c:pt>
                <c:pt idx="64">
                  <c:v>471</c:v>
                </c:pt>
                <c:pt idx="65">
                  <c:v>478</c:v>
                </c:pt>
                <c:pt idx="66">
                  <c:v>486</c:v>
                </c:pt>
                <c:pt idx="67">
                  <c:v>493</c:v>
                </c:pt>
                <c:pt idx="68">
                  <c:v>500</c:v>
                </c:pt>
                <c:pt idx="69">
                  <c:v>508</c:v>
                </c:pt>
                <c:pt idx="70">
                  <c:v>515</c:v>
                </c:pt>
                <c:pt idx="71">
                  <c:v>522</c:v>
                </c:pt>
                <c:pt idx="72">
                  <c:v>530</c:v>
                </c:pt>
                <c:pt idx="73">
                  <c:v>537</c:v>
                </c:pt>
                <c:pt idx="74">
                  <c:v>544</c:v>
                </c:pt>
                <c:pt idx="75">
                  <c:v>552</c:v>
                </c:pt>
                <c:pt idx="76">
                  <c:v>559</c:v>
                </c:pt>
                <c:pt idx="77">
                  <c:v>567</c:v>
                </c:pt>
                <c:pt idx="78">
                  <c:v>574</c:v>
                </c:pt>
                <c:pt idx="79">
                  <c:v>581</c:v>
                </c:pt>
                <c:pt idx="80">
                  <c:v>589</c:v>
                </c:pt>
                <c:pt idx="81">
                  <c:v>596</c:v>
                </c:pt>
                <c:pt idx="82">
                  <c:v>603</c:v>
                </c:pt>
                <c:pt idx="83">
                  <c:v>611</c:v>
                </c:pt>
                <c:pt idx="84">
                  <c:v>618</c:v>
                </c:pt>
                <c:pt idx="85">
                  <c:v>625</c:v>
                </c:pt>
                <c:pt idx="86">
                  <c:v>633</c:v>
                </c:pt>
                <c:pt idx="87">
                  <c:v>640</c:v>
                </c:pt>
                <c:pt idx="88">
                  <c:v>647</c:v>
                </c:pt>
                <c:pt idx="89">
                  <c:v>655</c:v>
                </c:pt>
                <c:pt idx="90">
                  <c:v>662</c:v>
                </c:pt>
                <c:pt idx="91">
                  <c:v>669</c:v>
                </c:pt>
                <c:pt idx="92">
                  <c:v>677</c:v>
                </c:pt>
                <c:pt idx="93">
                  <c:v>684</c:v>
                </c:pt>
                <c:pt idx="94">
                  <c:v>691</c:v>
                </c:pt>
                <c:pt idx="95">
                  <c:v>699</c:v>
                </c:pt>
                <c:pt idx="96">
                  <c:v>706</c:v>
                </c:pt>
                <c:pt idx="97">
                  <c:v>713</c:v>
                </c:pt>
                <c:pt idx="98">
                  <c:v>721</c:v>
                </c:pt>
                <c:pt idx="99">
                  <c:v>728</c:v>
                </c:pt>
                <c:pt idx="100">
                  <c:v>735</c:v>
                </c:pt>
                <c:pt idx="101">
                  <c:v>743</c:v>
                </c:pt>
                <c:pt idx="102">
                  <c:v>750</c:v>
                </c:pt>
                <c:pt idx="103">
                  <c:v>757</c:v>
                </c:pt>
                <c:pt idx="104">
                  <c:v>765</c:v>
                </c:pt>
                <c:pt idx="105">
                  <c:v>772</c:v>
                </c:pt>
                <c:pt idx="106">
                  <c:v>780</c:v>
                </c:pt>
                <c:pt idx="107">
                  <c:v>787</c:v>
                </c:pt>
                <c:pt idx="108">
                  <c:v>794</c:v>
                </c:pt>
                <c:pt idx="109">
                  <c:v>802</c:v>
                </c:pt>
                <c:pt idx="110">
                  <c:v>809</c:v>
                </c:pt>
                <c:pt idx="111">
                  <c:v>816</c:v>
                </c:pt>
                <c:pt idx="112">
                  <c:v>824</c:v>
                </c:pt>
                <c:pt idx="113">
                  <c:v>831</c:v>
                </c:pt>
                <c:pt idx="114">
                  <c:v>838</c:v>
                </c:pt>
                <c:pt idx="115">
                  <c:v>846</c:v>
                </c:pt>
                <c:pt idx="116">
                  <c:v>853</c:v>
                </c:pt>
                <c:pt idx="117">
                  <c:v>860</c:v>
                </c:pt>
                <c:pt idx="118">
                  <c:v>868</c:v>
                </c:pt>
                <c:pt idx="119">
                  <c:v>875</c:v>
                </c:pt>
              </c:numCache>
            </c:numRef>
          </c:xVal>
          <c:yVal>
            <c:numRef>
              <c:f>'Chart Data'!$AD$2:$AD$121</c:f>
              <c:numCache>
                <c:formatCode>General</c:formatCode>
                <c:ptCount val="120"/>
                <c:pt idx="0">
                  <c:v>1.0677625</c:v>
                </c:pt>
                <c:pt idx="1">
                  <c:v>1.0694724</c:v>
                </c:pt>
                <c:pt idx="2">
                  <c:v>1.0712322</c:v>
                </c:pt>
                <c:pt idx="3">
                  <c:v>1.0711592</c:v>
                </c:pt>
                <c:pt idx="4">
                  <c:v>1.0712774</c:v>
                </c:pt>
                <c:pt idx="5">
                  <c:v>1.0711459</c:v>
                </c:pt>
                <c:pt idx="6">
                  <c:v>1.0710185</c:v>
                </c:pt>
                <c:pt idx="7">
                  <c:v>1.0710239</c:v>
                </c:pt>
                <c:pt idx="8">
                  <c:v>1.0708133</c:v>
                </c:pt>
                <c:pt idx="9">
                  <c:v>1.0704955</c:v>
                </c:pt>
                <c:pt idx="10">
                  <c:v>1.0705907</c:v>
                </c:pt>
                <c:pt idx="11">
                  <c:v>1.0699997</c:v>
                </c:pt>
                <c:pt idx="12">
                  <c:v>1.0699168</c:v>
                </c:pt>
                <c:pt idx="13">
                  <c:v>1.0695676</c:v>
                </c:pt>
                <c:pt idx="14">
                  <c:v>1.0691731</c:v>
                </c:pt>
                <c:pt idx="15">
                  <c:v>1.0691415</c:v>
                </c:pt>
                <c:pt idx="16">
                  <c:v>1.0690387</c:v>
                </c:pt>
                <c:pt idx="17">
                  <c:v>1.0685724</c:v>
                </c:pt>
                <c:pt idx="18">
                  <c:v>1.0681685</c:v>
                </c:pt>
                <c:pt idx="19">
                  <c:v>1.0680594</c:v>
                </c:pt>
                <c:pt idx="20">
                  <c:v>1.0678211</c:v>
                </c:pt>
                <c:pt idx="21">
                  <c:v>1.0673896</c:v>
                </c:pt>
                <c:pt idx="22">
                  <c:v>1.06689</c:v>
                </c:pt>
                <c:pt idx="23">
                  <c:v>1.066798</c:v>
                </c:pt>
                <c:pt idx="24">
                  <c:v>1.0665487</c:v>
                </c:pt>
                <c:pt idx="25">
                  <c:v>1.0662353</c:v>
                </c:pt>
                <c:pt idx="26">
                  <c:v>1.0656896</c:v>
                </c:pt>
                <c:pt idx="27">
                  <c:v>1.0654287</c:v>
                </c:pt>
                <c:pt idx="28">
                  <c:v>1.0652132</c:v>
                </c:pt>
                <c:pt idx="29">
                  <c:v>1.0649487</c:v>
                </c:pt>
                <c:pt idx="30">
                  <c:v>1.0646626</c:v>
                </c:pt>
                <c:pt idx="31">
                  <c:v>1.0642667</c:v>
                </c:pt>
                <c:pt idx="32">
                  <c:v>1.0639102</c:v>
                </c:pt>
                <c:pt idx="33">
                  <c:v>1.0635635</c:v>
                </c:pt>
                <c:pt idx="34">
                  <c:v>1.0632102</c:v>
                </c:pt>
                <c:pt idx="35">
                  <c:v>1.0627832</c:v>
                </c:pt>
                <c:pt idx="36">
                  <c:v>1.0624011</c:v>
                </c:pt>
                <c:pt idx="37">
                  <c:v>1.0620732</c:v>
                </c:pt>
                <c:pt idx="38">
                  <c:v>1.0616587</c:v>
                </c:pt>
                <c:pt idx="39">
                  <c:v>1.0610813</c:v>
                </c:pt>
                <c:pt idx="40">
                  <c:v>1.0607194</c:v>
                </c:pt>
                <c:pt idx="41">
                  <c:v>1.060317</c:v>
                </c:pt>
                <c:pt idx="42">
                  <c:v>1.0597725</c:v>
                </c:pt>
                <c:pt idx="43">
                  <c:v>1.0592418</c:v>
                </c:pt>
                <c:pt idx="44">
                  <c:v>1.0588731</c:v>
                </c:pt>
                <c:pt idx="45">
                  <c:v>1.0584345</c:v>
                </c:pt>
                <c:pt idx="46">
                  <c:v>1.0578457</c:v>
                </c:pt>
                <c:pt idx="47">
                  <c:v>1.0572007</c:v>
                </c:pt>
                <c:pt idx="48">
                  <c:v>1.0566072</c:v>
                </c:pt>
                <c:pt idx="49">
                  <c:v>1.0562536</c:v>
                </c:pt>
                <c:pt idx="50">
                  <c:v>1.0558183</c:v>
                </c:pt>
                <c:pt idx="51">
                  <c:v>1.0553105</c:v>
                </c:pt>
                <c:pt idx="52">
                  <c:v>1.0547109</c:v>
                </c:pt>
                <c:pt idx="53">
                  <c:v>1.0542502</c:v>
                </c:pt>
                <c:pt idx="54">
                  <c:v>1.0536438</c:v>
                </c:pt>
                <c:pt idx="55">
                  <c:v>1.0531284</c:v>
                </c:pt>
                <c:pt idx="56">
                  <c:v>1.052564</c:v>
                </c:pt>
                <c:pt idx="57">
                  <c:v>1.0519091</c:v>
                </c:pt>
                <c:pt idx="58">
                  <c:v>1.0513937</c:v>
                </c:pt>
                <c:pt idx="59">
                  <c:v>1.0507689</c:v>
                </c:pt>
                <c:pt idx="60">
                  <c:v>1.0499239</c:v>
                </c:pt>
                <c:pt idx="61">
                  <c:v>1.0492455</c:v>
                </c:pt>
                <c:pt idx="62">
                  <c:v>1.0488013</c:v>
                </c:pt>
                <c:pt idx="63">
                  <c:v>1.0479823</c:v>
                </c:pt>
                <c:pt idx="64">
                  <c:v>1.0472882</c:v>
                </c:pt>
                <c:pt idx="65">
                  <c:v>1.0464833</c:v>
                </c:pt>
                <c:pt idx="66">
                  <c:v>1.0457361</c:v>
                </c:pt>
                <c:pt idx="67">
                  <c:v>1.0449824</c:v>
                </c:pt>
                <c:pt idx="68">
                  <c:v>1.0441287</c:v>
                </c:pt>
                <c:pt idx="69">
                  <c:v>1.0429025</c:v>
                </c:pt>
                <c:pt idx="70">
                  <c:v>1.0420349</c:v>
                </c:pt>
                <c:pt idx="71">
                  <c:v>1.0412161</c:v>
                </c:pt>
                <c:pt idx="72">
                  <c:v>1.0401382</c:v>
                </c:pt>
                <c:pt idx="73">
                  <c:v>1.0391225</c:v>
                </c:pt>
                <c:pt idx="74">
                  <c:v>1.0380996</c:v>
                </c:pt>
                <c:pt idx="75">
                  <c:v>1.0370197</c:v>
                </c:pt>
                <c:pt idx="76">
                  <c:v>1.0360439</c:v>
                </c:pt>
                <c:pt idx="77">
                  <c:v>1.034956</c:v>
                </c:pt>
                <c:pt idx="78">
                  <c:v>1.0339142</c:v>
                </c:pt>
                <c:pt idx="79">
                  <c:v>1.0328026</c:v>
                </c:pt>
                <c:pt idx="80">
                  <c:v>1.031369</c:v>
                </c:pt>
                <c:pt idx="81">
                  <c:v>1.0300429</c:v>
                </c:pt>
                <c:pt idx="82">
                  <c:v>1.0287434</c:v>
                </c:pt>
                <c:pt idx="83">
                  <c:v>1.0272809</c:v>
                </c:pt>
                <c:pt idx="84">
                  <c:v>1.0259807</c:v>
                </c:pt>
                <c:pt idx="85">
                  <c:v>1.0245297</c:v>
                </c:pt>
                <c:pt idx="86">
                  <c:v>1.0227031</c:v>
                </c:pt>
                <c:pt idx="87">
                  <c:v>1.0211242</c:v>
                </c:pt>
                <c:pt idx="88">
                  <c:v>1.0195984</c:v>
                </c:pt>
                <c:pt idx="89">
                  <c:v>1.0174426</c:v>
                </c:pt>
                <c:pt idx="90">
                  <c:v>1.0156095</c:v>
                </c:pt>
                <c:pt idx="91">
                  <c:v>1.013642</c:v>
                </c:pt>
                <c:pt idx="92">
                  <c:v>1.0113347</c:v>
                </c:pt>
                <c:pt idx="93">
                  <c:v>1.009166</c:v>
                </c:pt>
                <c:pt idx="94">
                  <c:v>1.0071046</c:v>
                </c:pt>
                <c:pt idx="95">
                  <c:v>1.004522</c:v>
                </c:pt>
                <c:pt idx="96">
                  <c:v>1.0021533</c:v>
                </c:pt>
                <c:pt idx="97">
                  <c:v>0.99956083</c:v>
                </c:pt>
                <c:pt idx="98">
                  <c:v>0.996741</c:v>
                </c:pt>
                <c:pt idx="99">
                  <c:v>0.99416226</c:v>
                </c:pt>
                <c:pt idx="100">
                  <c:v>0.99133998</c:v>
                </c:pt>
                <c:pt idx="101">
                  <c:v>0.98774529</c:v>
                </c:pt>
                <c:pt idx="102">
                  <c:v>0.98456144</c:v>
                </c:pt>
                <c:pt idx="103">
                  <c:v>0.98110664</c:v>
                </c:pt>
                <c:pt idx="104">
                  <c:v>0.97701126</c:v>
                </c:pt>
                <c:pt idx="105">
                  <c:v>0.97298825</c:v>
                </c:pt>
                <c:pt idx="106">
                  <c:v>0.96824723</c:v>
                </c:pt>
                <c:pt idx="107">
                  <c:v>0.96380669</c:v>
                </c:pt>
                <c:pt idx="108">
                  <c:v>0.95914638</c:v>
                </c:pt>
                <c:pt idx="109">
                  <c:v>0.95343089</c:v>
                </c:pt>
                <c:pt idx="110">
                  <c:v>0.94799858</c:v>
                </c:pt>
                <c:pt idx="111">
                  <c:v>0.94209105</c:v>
                </c:pt>
                <c:pt idx="112">
                  <c:v>0.93487453</c:v>
                </c:pt>
                <c:pt idx="113">
                  <c:v>0.92812872</c:v>
                </c:pt>
                <c:pt idx="114">
                  <c:v>0.92097366</c:v>
                </c:pt>
                <c:pt idx="115">
                  <c:v>0.91269469</c:v>
                </c:pt>
                <c:pt idx="116">
                  <c:v>0.90523952</c:v>
                </c:pt>
                <c:pt idx="117">
                  <c:v>0.89742291</c:v>
                </c:pt>
                <c:pt idx="118">
                  <c:v>0.88830769</c:v>
                </c:pt>
                <c:pt idx="119">
                  <c:v>0.88058048</c:v>
                </c:pt>
              </c:numCache>
            </c:numRef>
          </c:yVal>
        </c:ser>
        <c:ser>
          <c:idx val="15"/>
          <c:order val="15"/>
          <c:tx>
            <c:v>Batch3_cell_016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Data'!$AE$2:$AE$121</c:f>
              <c:numCache>
                <c:formatCode>General</c:formatCode>
                <c:ptCount val="120"/>
                <c:pt idx="0">
                  <c:v>1</c:v>
                </c:pt>
                <c:pt idx="1">
                  <c:v>15</c:v>
                </c:pt>
                <c:pt idx="2">
                  <c:v>28</c:v>
                </c:pt>
                <c:pt idx="3">
                  <c:v>42</c:v>
                </c:pt>
                <c:pt idx="4">
                  <c:v>56</c:v>
                </c:pt>
                <c:pt idx="5">
                  <c:v>70</c:v>
                </c:pt>
                <c:pt idx="6">
                  <c:v>83</c:v>
                </c:pt>
                <c:pt idx="7">
                  <c:v>97</c:v>
                </c:pt>
                <c:pt idx="8">
                  <c:v>111</c:v>
                </c:pt>
                <c:pt idx="9">
                  <c:v>125</c:v>
                </c:pt>
                <c:pt idx="10">
                  <c:v>138</c:v>
                </c:pt>
                <c:pt idx="11">
                  <c:v>152</c:v>
                </c:pt>
                <c:pt idx="12">
                  <c:v>166</c:v>
                </c:pt>
                <c:pt idx="13">
                  <c:v>180</c:v>
                </c:pt>
                <c:pt idx="14">
                  <c:v>193</c:v>
                </c:pt>
                <c:pt idx="15">
                  <c:v>207</c:v>
                </c:pt>
                <c:pt idx="16">
                  <c:v>221</c:v>
                </c:pt>
                <c:pt idx="17">
                  <c:v>235</c:v>
                </c:pt>
                <c:pt idx="18">
                  <c:v>248</c:v>
                </c:pt>
                <c:pt idx="19">
                  <c:v>262</c:v>
                </c:pt>
                <c:pt idx="20">
                  <c:v>276</c:v>
                </c:pt>
                <c:pt idx="21">
                  <c:v>290</c:v>
                </c:pt>
                <c:pt idx="22">
                  <c:v>303</c:v>
                </c:pt>
                <c:pt idx="23">
                  <c:v>317</c:v>
                </c:pt>
                <c:pt idx="24">
                  <c:v>331</c:v>
                </c:pt>
                <c:pt idx="25">
                  <c:v>345</c:v>
                </c:pt>
                <c:pt idx="26">
                  <c:v>358</c:v>
                </c:pt>
                <c:pt idx="27">
                  <c:v>372</c:v>
                </c:pt>
                <c:pt idx="28">
                  <c:v>386</c:v>
                </c:pt>
                <c:pt idx="29">
                  <c:v>400</c:v>
                </c:pt>
                <c:pt idx="30">
                  <c:v>413</c:v>
                </c:pt>
                <c:pt idx="31">
                  <c:v>427</c:v>
                </c:pt>
                <c:pt idx="32">
                  <c:v>441</c:v>
                </c:pt>
                <c:pt idx="33">
                  <c:v>455</c:v>
                </c:pt>
                <c:pt idx="34">
                  <c:v>468</c:v>
                </c:pt>
                <c:pt idx="35">
                  <c:v>482</c:v>
                </c:pt>
                <c:pt idx="36">
                  <c:v>496</c:v>
                </c:pt>
                <c:pt idx="37">
                  <c:v>510</c:v>
                </c:pt>
                <c:pt idx="38">
                  <c:v>523</c:v>
                </c:pt>
                <c:pt idx="39">
                  <c:v>537</c:v>
                </c:pt>
                <c:pt idx="40">
                  <c:v>551</c:v>
                </c:pt>
                <c:pt idx="41">
                  <c:v>565</c:v>
                </c:pt>
                <c:pt idx="42">
                  <c:v>578</c:v>
                </c:pt>
                <c:pt idx="43">
                  <c:v>592</c:v>
                </c:pt>
                <c:pt idx="44">
                  <c:v>606</c:v>
                </c:pt>
                <c:pt idx="45">
                  <c:v>620</c:v>
                </c:pt>
                <c:pt idx="46">
                  <c:v>633</c:v>
                </c:pt>
                <c:pt idx="47">
                  <c:v>647</c:v>
                </c:pt>
                <c:pt idx="48">
                  <c:v>661</c:v>
                </c:pt>
                <c:pt idx="49">
                  <c:v>675</c:v>
                </c:pt>
                <c:pt idx="50">
                  <c:v>688</c:v>
                </c:pt>
                <c:pt idx="51">
                  <c:v>702</c:v>
                </c:pt>
                <c:pt idx="52">
                  <c:v>716</c:v>
                </c:pt>
                <c:pt idx="53">
                  <c:v>730</c:v>
                </c:pt>
                <c:pt idx="54">
                  <c:v>743</c:v>
                </c:pt>
                <c:pt idx="55">
                  <c:v>757</c:v>
                </c:pt>
                <c:pt idx="56">
                  <c:v>771</c:v>
                </c:pt>
                <c:pt idx="57">
                  <c:v>785</c:v>
                </c:pt>
                <c:pt idx="58">
                  <c:v>798</c:v>
                </c:pt>
                <c:pt idx="59">
                  <c:v>812</c:v>
                </c:pt>
                <c:pt idx="60">
                  <c:v>826</c:v>
                </c:pt>
                <c:pt idx="61">
                  <c:v>840</c:v>
                </c:pt>
                <c:pt idx="62">
                  <c:v>853</c:v>
                </c:pt>
                <c:pt idx="63">
                  <c:v>867</c:v>
                </c:pt>
                <c:pt idx="64">
                  <c:v>881</c:v>
                </c:pt>
                <c:pt idx="65">
                  <c:v>895</c:v>
                </c:pt>
                <c:pt idx="66">
                  <c:v>908</c:v>
                </c:pt>
                <c:pt idx="67">
                  <c:v>922</c:v>
                </c:pt>
                <c:pt idx="68">
                  <c:v>936</c:v>
                </c:pt>
                <c:pt idx="69">
                  <c:v>950</c:v>
                </c:pt>
                <c:pt idx="70">
                  <c:v>963</c:v>
                </c:pt>
                <c:pt idx="71">
                  <c:v>977</c:v>
                </c:pt>
                <c:pt idx="72">
                  <c:v>991</c:v>
                </c:pt>
                <c:pt idx="73">
                  <c:v>1005</c:v>
                </c:pt>
                <c:pt idx="74">
                  <c:v>1018</c:v>
                </c:pt>
                <c:pt idx="75">
                  <c:v>1032</c:v>
                </c:pt>
                <c:pt idx="76">
                  <c:v>1046</c:v>
                </c:pt>
                <c:pt idx="77">
                  <c:v>1060</c:v>
                </c:pt>
                <c:pt idx="78">
                  <c:v>1073</c:v>
                </c:pt>
                <c:pt idx="79">
                  <c:v>1087</c:v>
                </c:pt>
                <c:pt idx="80">
                  <c:v>1101</c:v>
                </c:pt>
                <c:pt idx="81">
                  <c:v>1115</c:v>
                </c:pt>
                <c:pt idx="82">
                  <c:v>1128</c:v>
                </c:pt>
                <c:pt idx="83">
                  <c:v>1142</c:v>
                </c:pt>
                <c:pt idx="84">
                  <c:v>1156</c:v>
                </c:pt>
                <c:pt idx="85">
                  <c:v>1170</c:v>
                </c:pt>
                <c:pt idx="86">
                  <c:v>1183</c:v>
                </c:pt>
                <c:pt idx="87">
                  <c:v>1197</c:v>
                </c:pt>
                <c:pt idx="88">
                  <c:v>1211</c:v>
                </c:pt>
                <c:pt idx="89">
                  <c:v>1225</c:v>
                </c:pt>
                <c:pt idx="90">
                  <c:v>1238</c:v>
                </c:pt>
                <c:pt idx="91">
                  <c:v>1252</c:v>
                </c:pt>
                <c:pt idx="92">
                  <c:v>1266</c:v>
                </c:pt>
                <c:pt idx="93">
                  <c:v>1280</c:v>
                </c:pt>
                <c:pt idx="94">
                  <c:v>1293</c:v>
                </c:pt>
                <c:pt idx="95">
                  <c:v>1307</c:v>
                </c:pt>
                <c:pt idx="96">
                  <c:v>1321</c:v>
                </c:pt>
                <c:pt idx="97">
                  <c:v>1335</c:v>
                </c:pt>
                <c:pt idx="98">
                  <c:v>1348</c:v>
                </c:pt>
                <c:pt idx="99">
                  <c:v>1362</c:v>
                </c:pt>
                <c:pt idx="100">
                  <c:v>1376</c:v>
                </c:pt>
                <c:pt idx="101">
                  <c:v>1390</c:v>
                </c:pt>
                <c:pt idx="102">
                  <c:v>1403</c:v>
                </c:pt>
                <c:pt idx="103">
                  <c:v>1417</c:v>
                </c:pt>
                <c:pt idx="104">
                  <c:v>1431</c:v>
                </c:pt>
                <c:pt idx="105">
                  <c:v>1445</c:v>
                </c:pt>
                <c:pt idx="106">
                  <c:v>1458</c:v>
                </c:pt>
                <c:pt idx="107">
                  <c:v>1472</c:v>
                </c:pt>
                <c:pt idx="108">
                  <c:v>1486</c:v>
                </c:pt>
                <c:pt idx="109">
                  <c:v>1500</c:v>
                </c:pt>
                <c:pt idx="110">
                  <c:v>1513</c:v>
                </c:pt>
                <c:pt idx="111">
                  <c:v>1527</c:v>
                </c:pt>
                <c:pt idx="112">
                  <c:v>1541</c:v>
                </c:pt>
                <c:pt idx="113">
                  <c:v>1555</c:v>
                </c:pt>
                <c:pt idx="114">
                  <c:v>1568</c:v>
                </c:pt>
                <c:pt idx="115">
                  <c:v>1582</c:v>
                </c:pt>
                <c:pt idx="116">
                  <c:v>1596</c:v>
                </c:pt>
                <c:pt idx="117">
                  <c:v>1610</c:v>
                </c:pt>
                <c:pt idx="118">
                  <c:v>1623</c:v>
                </c:pt>
                <c:pt idx="119">
                  <c:v>1637</c:v>
                </c:pt>
              </c:numCache>
            </c:numRef>
          </c:xVal>
          <c:yVal>
            <c:numRef>
              <c:f>'Chart Data'!$AF$2:$AF$121</c:f>
              <c:numCache>
                <c:formatCode>General</c:formatCode>
                <c:ptCount val="120"/>
                <c:pt idx="0">
                  <c:v>1.0605524</c:v>
                </c:pt>
                <c:pt idx="1">
                  <c:v>1.0637622</c:v>
                </c:pt>
                <c:pt idx="2">
                  <c:v>1.0642244</c:v>
                </c:pt>
                <c:pt idx="3">
                  <c:v>1.0639709</c:v>
                </c:pt>
                <c:pt idx="4">
                  <c:v>1.0636433</c:v>
                </c:pt>
                <c:pt idx="5">
                  <c:v>1.0632633</c:v>
                </c:pt>
                <c:pt idx="6">
                  <c:v>1.062959</c:v>
                </c:pt>
                <c:pt idx="7">
                  <c:v>1.0614377</c:v>
                </c:pt>
                <c:pt idx="8">
                  <c:v>1.0623894</c:v>
                </c:pt>
                <c:pt idx="9">
                  <c:v>1.0624303</c:v>
                </c:pt>
                <c:pt idx="10">
                  <c:v>1.0615605</c:v>
                </c:pt>
                <c:pt idx="11">
                  <c:v>1.060335</c:v>
                </c:pt>
                <c:pt idx="12">
                  <c:v>1.060909</c:v>
                </c:pt>
                <c:pt idx="13">
                  <c:v>1.0606742</c:v>
                </c:pt>
                <c:pt idx="14">
                  <c:v>1.0600301</c:v>
                </c:pt>
                <c:pt idx="15">
                  <c:v>1.059665</c:v>
                </c:pt>
                <c:pt idx="16">
                  <c:v>1.0591382</c:v>
                </c:pt>
                <c:pt idx="17">
                  <c:v>1.058877</c:v>
                </c:pt>
                <c:pt idx="18">
                  <c:v>1.0584334</c:v>
                </c:pt>
                <c:pt idx="19">
                  <c:v>1.0577431</c:v>
                </c:pt>
                <c:pt idx="20">
                  <c:v>1.0572293</c:v>
                </c:pt>
                <c:pt idx="21">
                  <c:v>1.0565282</c:v>
                </c:pt>
                <c:pt idx="22">
                  <c:v>1.0558795</c:v>
                </c:pt>
                <c:pt idx="23">
                  <c:v>1.0554812</c:v>
                </c:pt>
                <c:pt idx="24">
                  <c:v>1.054846</c:v>
                </c:pt>
                <c:pt idx="25">
                  <c:v>1.0541478</c:v>
                </c:pt>
                <c:pt idx="26">
                  <c:v>1.0536251</c:v>
                </c:pt>
                <c:pt idx="27">
                  <c:v>1.0531547</c:v>
                </c:pt>
                <c:pt idx="28">
                  <c:v>1.0527822</c:v>
                </c:pt>
                <c:pt idx="29">
                  <c:v>1.0523232</c:v>
                </c:pt>
                <c:pt idx="30">
                  <c:v>1.051845</c:v>
                </c:pt>
                <c:pt idx="31">
                  <c:v>1.051306</c:v>
                </c:pt>
                <c:pt idx="32">
                  <c:v>1.0506965</c:v>
                </c:pt>
                <c:pt idx="33">
                  <c:v>1.0502267</c:v>
                </c:pt>
                <c:pt idx="34">
                  <c:v>1.0496699</c:v>
                </c:pt>
                <c:pt idx="35">
                  <c:v>1.0491525</c:v>
                </c:pt>
                <c:pt idx="36">
                  <c:v>1.0485917</c:v>
                </c:pt>
                <c:pt idx="37">
                  <c:v>1.0478282</c:v>
                </c:pt>
                <c:pt idx="38">
                  <c:v>1.0472391</c:v>
                </c:pt>
                <c:pt idx="39">
                  <c:v>1.0463406</c:v>
                </c:pt>
                <c:pt idx="40">
                  <c:v>1.0461776</c:v>
                </c:pt>
                <c:pt idx="41">
                  <c:v>1.0453579</c:v>
                </c:pt>
                <c:pt idx="42">
                  <c:v>1.0447705</c:v>
                </c:pt>
                <c:pt idx="43">
                  <c:v>1.0444316</c:v>
                </c:pt>
                <c:pt idx="44">
                  <c:v>1.0438195</c:v>
                </c:pt>
                <c:pt idx="45">
                  <c:v>1.0433307</c:v>
                </c:pt>
                <c:pt idx="46">
                  <c:v>1.0426939</c:v>
                </c:pt>
                <c:pt idx="47">
                  <c:v>1.04213</c:v>
                </c:pt>
                <c:pt idx="48">
                  <c:v>1.0414352</c:v>
                </c:pt>
                <c:pt idx="49">
                  <c:v>1.0409461</c:v>
                </c:pt>
                <c:pt idx="50">
                  <c:v>1.0402786</c:v>
                </c:pt>
                <c:pt idx="51">
                  <c:v>1.0382955</c:v>
                </c:pt>
                <c:pt idx="52">
                  <c:v>1.0388796</c:v>
                </c:pt>
                <c:pt idx="53">
                  <c:v>1.0383949</c:v>
                </c:pt>
                <c:pt idx="54">
                  <c:v>1.0377613</c:v>
                </c:pt>
                <c:pt idx="55">
                  <c:v>1.0373375</c:v>
                </c:pt>
                <c:pt idx="56">
                  <c:v>1.0367261</c:v>
                </c:pt>
                <c:pt idx="57">
                  <c:v>1.0361617</c:v>
                </c:pt>
                <c:pt idx="58">
                  <c:v>1.0355079</c:v>
                </c:pt>
                <c:pt idx="59">
                  <c:v>1.0347292</c:v>
                </c:pt>
                <c:pt idx="60">
                  <c:v>1.034173</c:v>
                </c:pt>
                <c:pt idx="61">
                  <c:v>1.0335654</c:v>
                </c:pt>
                <c:pt idx="62">
                  <c:v>1.0326765</c:v>
                </c:pt>
                <c:pt idx="63">
                  <c:v>1.0318897</c:v>
                </c:pt>
                <c:pt idx="64">
                  <c:v>1.0313739</c:v>
                </c:pt>
                <c:pt idx="65">
                  <c:v>1.0305461</c:v>
                </c:pt>
                <c:pt idx="66">
                  <c:v>1.0297633</c:v>
                </c:pt>
                <c:pt idx="67">
                  <c:v>1.0289921</c:v>
                </c:pt>
                <c:pt idx="68">
                  <c:v>1.0283576</c:v>
                </c:pt>
                <c:pt idx="69">
                  <c:v>1.0277253</c:v>
                </c:pt>
                <c:pt idx="70">
                  <c:v>1.0270443</c:v>
                </c:pt>
                <c:pt idx="71">
                  <c:v>1.025973</c:v>
                </c:pt>
                <c:pt idx="72">
                  <c:v>1.025156</c:v>
                </c:pt>
                <c:pt idx="73">
                  <c:v>1.0243645</c:v>
                </c:pt>
                <c:pt idx="74">
                  <c:v>1.0236752</c:v>
                </c:pt>
                <c:pt idx="75">
                  <c:v>1.0216997</c:v>
                </c:pt>
                <c:pt idx="76">
                  <c:v>1.0219722</c:v>
                </c:pt>
                <c:pt idx="77">
                  <c:v>1.0210655</c:v>
                </c:pt>
                <c:pt idx="78">
                  <c:v>1.0203351</c:v>
                </c:pt>
                <c:pt idx="79">
                  <c:v>1.0194539</c:v>
                </c:pt>
                <c:pt idx="80">
                  <c:v>1.0184716</c:v>
                </c:pt>
                <c:pt idx="81">
                  <c:v>1.0176584</c:v>
                </c:pt>
                <c:pt idx="82">
                  <c:v>1.0168</c:v>
                </c:pt>
                <c:pt idx="83">
                  <c:v>1.0156542</c:v>
                </c:pt>
                <c:pt idx="84">
                  <c:v>1.0146661</c:v>
                </c:pt>
                <c:pt idx="85">
                  <c:v>1.0134991</c:v>
                </c:pt>
                <c:pt idx="86">
                  <c:v>1.012382</c:v>
                </c:pt>
                <c:pt idx="87">
                  <c:v>1.0113053</c:v>
                </c:pt>
                <c:pt idx="88">
                  <c:v>1.0099266</c:v>
                </c:pt>
                <c:pt idx="89">
                  <c:v>1.0086975</c:v>
                </c:pt>
                <c:pt idx="90">
                  <c:v>1.0074098</c:v>
                </c:pt>
                <c:pt idx="91">
                  <c:v>1.0058398</c:v>
                </c:pt>
                <c:pt idx="92">
                  <c:v>1.0042281</c:v>
                </c:pt>
                <c:pt idx="93">
                  <c:v>1.0024093</c:v>
                </c:pt>
                <c:pt idx="94">
                  <c:v>1.0010799</c:v>
                </c:pt>
                <c:pt idx="95">
                  <c:v>0.9991836</c:v>
                </c:pt>
                <c:pt idx="96">
                  <c:v>0.99683964</c:v>
                </c:pt>
                <c:pt idx="97">
                  <c:v>0.99409455</c:v>
                </c:pt>
                <c:pt idx="98">
                  <c:v>0.99109554</c:v>
                </c:pt>
                <c:pt idx="99">
                  <c:v>0.98733163</c:v>
                </c:pt>
                <c:pt idx="100">
                  <c:v>0.98295057</c:v>
                </c:pt>
                <c:pt idx="101">
                  <c:v>0.97819114</c:v>
                </c:pt>
                <c:pt idx="102">
                  <c:v>0.97347075</c:v>
                </c:pt>
                <c:pt idx="103">
                  <c:v>0.96832997</c:v>
                </c:pt>
                <c:pt idx="104">
                  <c:v>0.96299142</c:v>
                </c:pt>
                <c:pt idx="105">
                  <c:v>0.9578982</c:v>
                </c:pt>
                <c:pt idx="106">
                  <c:v>0.9530136</c:v>
                </c:pt>
                <c:pt idx="107">
                  <c:v>0.9478094</c:v>
                </c:pt>
                <c:pt idx="108">
                  <c:v>0.94265014</c:v>
                </c:pt>
                <c:pt idx="109">
                  <c:v>0.93744016</c:v>
                </c:pt>
                <c:pt idx="110">
                  <c:v>0.93265778</c:v>
                </c:pt>
                <c:pt idx="111">
                  <c:v>0.92742622</c:v>
                </c:pt>
                <c:pt idx="112">
                  <c:v>0.92213935</c:v>
                </c:pt>
                <c:pt idx="113">
                  <c:v>0.91667604</c:v>
                </c:pt>
                <c:pt idx="114">
                  <c:v>0.91136855</c:v>
                </c:pt>
                <c:pt idx="115">
                  <c:v>0.90534091</c:v>
                </c:pt>
                <c:pt idx="116">
                  <c:v>0.8992002</c:v>
                </c:pt>
                <c:pt idx="117">
                  <c:v>0.8926627</c:v>
                </c:pt>
                <c:pt idx="118">
                  <c:v>0.88646686</c:v>
                </c:pt>
                <c:pt idx="119">
                  <c:v>0.88014877</c:v>
                </c:pt>
              </c:numCache>
            </c:numRef>
          </c:yVal>
        </c:ser>
        <c:ser>
          <c:idx val="16"/>
          <c:order val="16"/>
          <c:tx>
            <c:v>Batch3_cell_017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Data'!$AG$2:$AG$121</c:f>
              <c:numCache>
                <c:formatCode>General</c:formatCode>
                <c:ptCount val="120"/>
                <c:pt idx="0">
                  <c:v>1</c:v>
                </c:pt>
                <c:pt idx="1">
                  <c:v>12</c:v>
                </c:pt>
                <c:pt idx="2">
                  <c:v>23</c:v>
                </c:pt>
                <c:pt idx="3">
                  <c:v>34</c:v>
                </c:pt>
                <c:pt idx="4">
                  <c:v>45</c:v>
                </c:pt>
                <c:pt idx="5">
                  <c:v>56</c:v>
                </c:pt>
                <c:pt idx="6">
                  <c:v>67</c:v>
                </c:pt>
                <c:pt idx="7">
                  <c:v>78</c:v>
                </c:pt>
                <c:pt idx="8">
                  <c:v>89</c:v>
                </c:pt>
                <c:pt idx="9">
                  <c:v>100</c:v>
                </c:pt>
                <c:pt idx="10">
                  <c:v>111</c:v>
                </c:pt>
                <c:pt idx="11">
                  <c:v>122</c:v>
                </c:pt>
                <c:pt idx="12">
                  <c:v>133</c:v>
                </c:pt>
                <c:pt idx="13">
                  <c:v>144</c:v>
                </c:pt>
                <c:pt idx="14">
                  <c:v>155</c:v>
                </c:pt>
                <c:pt idx="15">
                  <c:v>167</c:v>
                </c:pt>
                <c:pt idx="16">
                  <c:v>178</c:v>
                </c:pt>
                <c:pt idx="17">
                  <c:v>189</c:v>
                </c:pt>
                <c:pt idx="18">
                  <c:v>200</c:v>
                </c:pt>
                <c:pt idx="19">
                  <c:v>211</c:v>
                </c:pt>
                <c:pt idx="20">
                  <c:v>222</c:v>
                </c:pt>
                <c:pt idx="21">
                  <c:v>233</c:v>
                </c:pt>
                <c:pt idx="22">
                  <c:v>244</c:v>
                </c:pt>
                <c:pt idx="23">
                  <c:v>255</c:v>
                </c:pt>
                <c:pt idx="24">
                  <c:v>266</c:v>
                </c:pt>
                <c:pt idx="25">
                  <c:v>277</c:v>
                </c:pt>
                <c:pt idx="26">
                  <c:v>288</c:v>
                </c:pt>
                <c:pt idx="27">
                  <c:v>299</c:v>
                </c:pt>
                <c:pt idx="28">
                  <c:v>310</c:v>
                </c:pt>
                <c:pt idx="29">
                  <c:v>321</c:v>
                </c:pt>
                <c:pt idx="30">
                  <c:v>332</c:v>
                </c:pt>
                <c:pt idx="31">
                  <c:v>343</c:v>
                </c:pt>
                <c:pt idx="32">
                  <c:v>354</c:v>
                </c:pt>
                <c:pt idx="33">
                  <c:v>365</c:v>
                </c:pt>
                <c:pt idx="34">
                  <c:v>376</c:v>
                </c:pt>
                <c:pt idx="35">
                  <c:v>387</c:v>
                </c:pt>
                <c:pt idx="36">
                  <c:v>398</c:v>
                </c:pt>
                <c:pt idx="37">
                  <c:v>409</c:v>
                </c:pt>
                <c:pt idx="38">
                  <c:v>420</c:v>
                </c:pt>
                <c:pt idx="39">
                  <c:v>431</c:v>
                </c:pt>
                <c:pt idx="40">
                  <c:v>442</c:v>
                </c:pt>
                <c:pt idx="41">
                  <c:v>453</c:v>
                </c:pt>
                <c:pt idx="42">
                  <c:v>464</c:v>
                </c:pt>
                <c:pt idx="43">
                  <c:v>475</c:v>
                </c:pt>
                <c:pt idx="44">
                  <c:v>486</c:v>
                </c:pt>
                <c:pt idx="45">
                  <c:v>498</c:v>
                </c:pt>
                <c:pt idx="46">
                  <c:v>509</c:v>
                </c:pt>
                <c:pt idx="47">
                  <c:v>520</c:v>
                </c:pt>
                <c:pt idx="48">
                  <c:v>531</c:v>
                </c:pt>
                <c:pt idx="49">
                  <c:v>542</c:v>
                </c:pt>
                <c:pt idx="50">
                  <c:v>553</c:v>
                </c:pt>
                <c:pt idx="51">
                  <c:v>564</c:v>
                </c:pt>
                <c:pt idx="52">
                  <c:v>575</c:v>
                </c:pt>
                <c:pt idx="53">
                  <c:v>586</c:v>
                </c:pt>
                <c:pt idx="54">
                  <c:v>597</c:v>
                </c:pt>
                <c:pt idx="55">
                  <c:v>608</c:v>
                </c:pt>
                <c:pt idx="56">
                  <c:v>619</c:v>
                </c:pt>
                <c:pt idx="57">
                  <c:v>630</c:v>
                </c:pt>
                <c:pt idx="58">
                  <c:v>641</c:v>
                </c:pt>
                <c:pt idx="59">
                  <c:v>652</c:v>
                </c:pt>
                <c:pt idx="60">
                  <c:v>663</c:v>
                </c:pt>
                <c:pt idx="61">
                  <c:v>674</c:v>
                </c:pt>
                <c:pt idx="62">
                  <c:v>685</c:v>
                </c:pt>
                <c:pt idx="63">
                  <c:v>696</c:v>
                </c:pt>
                <c:pt idx="64">
                  <c:v>707</c:v>
                </c:pt>
                <c:pt idx="65">
                  <c:v>718</c:v>
                </c:pt>
                <c:pt idx="66">
                  <c:v>729</c:v>
                </c:pt>
                <c:pt idx="67">
                  <c:v>740</c:v>
                </c:pt>
                <c:pt idx="68">
                  <c:v>751</c:v>
                </c:pt>
                <c:pt idx="69">
                  <c:v>762</c:v>
                </c:pt>
                <c:pt idx="70">
                  <c:v>773</c:v>
                </c:pt>
                <c:pt idx="71">
                  <c:v>784</c:v>
                </c:pt>
                <c:pt idx="72">
                  <c:v>795</c:v>
                </c:pt>
                <c:pt idx="73">
                  <c:v>806</c:v>
                </c:pt>
                <c:pt idx="74">
                  <c:v>817</c:v>
                </c:pt>
                <c:pt idx="75">
                  <c:v>829</c:v>
                </c:pt>
                <c:pt idx="76">
                  <c:v>840</c:v>
                </c:pt>
                <c:pt idx="77">
                  <c:v>851</c:v>
                </c:pt>
                <c:pt idx="78">
                  <c:v>862</c:v>
                </c:pt>
                <c:pt idx="79">
                  <c:v>873</c:v>
                </c:pt>
                <c:pt idx="80">
                  <c:v>884</c:v>
                </c:pt>
                <c:pt idx="81">
                  <c:v>895</c:v>
                </c:pt>
                <c:pt idx="82">
                  <c:v>906</c:v>
                </c:pt>
                <c:pt idx="83">
                  <c:v>917</c:v>
                </c:pt>
                <c:pt idx="84">
                  <c:v>928</c:v>
                </c:pt>
                <c:pt idx="85">
                  <c:v>939</c:v>
                </c:pt>
                <c:pt idx="86">
                  <c:v>950</c:v>
                </c:pt>
                <c:pt idx="87">
                  <c:v>961</c:v>
                </c:pt>
                <c:pt idx="88">
                  <c:v>972</c:v>
                </c:pt>
                <c:pt idx="89">
                  <c:v>983</c:v>
                </c:pt>
                <c:pt idx="90">
                  <c:v>994</c:v>
                </c:pt>
                <c:pt idx="91">
                  <c:v>1005</c:v>
                </c:pt>
                <c:pt idx="92">
                  <c:v>1016</c:v>
                </c:pt>
                <c:pt idx="93">
                  <c:v>1027</c:v>
                </c:pt>
                <c:pt idx="94">
                  <c:v>1038</c:v>
                </c:pt>
                <c:pt idx="95">
                  <c:v>1049</c:v>
                </c:pt>
                <c:pt idx="96">
                  <c:v>1060</c:v>
                </c:pt>
                <c:pt idx="97">
                  <c:v>1071</c:v>
                </c:pt>
                <c:pt idx="98">
                  <c:v>1082</c:v>
                </c:pt>
                <c:pt idx="99">
                  <c:v>1093</c:v>
                </c:pt>
                <c:pt idx="100">
                  <c:v>1104</c:v>
                </c:pt>
                <c:pt idx="101">
                  <c:v>1115</c:v>
                </c:pt>
                <c:pt idx="102">
                  <c:v>1126</c:v>
                </c:pt>
                <c:pt idx="103">
                  <c:v>1137</c:v>
                </c:pt>
                <c:pt idx="104">
                  <c:v>1148</c:v>
                </c:pt>
                <c:pt idx="105">
                  <c:v>1160</c:v>
                </c:pt>
                <c:pt idx="106">
                  <c:v>1171</c:v>
                </c:pt>
                <c:pt idx="107">
                  <c:v>1182</c:v>
                </c:pt>
                <c:pt idx="108">
                  <c:v>1193</c:v>
                </c:pt>
                <c:pt idx="109">
                  <c:v>1204</c:v>
                </c:pt>
                <c:pt idx="110">
                  <c:v>1215</c:v>
                </c:pt>
                <c:pt idx="111">
                  <c:v>1226</c:v>
                </c:pt>
                <c:pt idx="112">
                  <c:v>1237</c:v>
                </c:pt>
                <c:pt idx="113">
                  <c:v>1248</c:v>
                </c:pt>
                <c:pt idx="114">
                  <c:v>1259</c:v>
                </c:pt>
                <c:pt idx="115">
                  <c:v>1270</c:v>
                </c:pt>
                <c:pt idx="116">
                  <c:v>1281</c:v>
                </c:pt>
                <c:pt idx="117">
                  <c:v>1292</c:v>
                </c:pt>
                <c:pt idx="118">
                  <c:v>1303</c:v>
                </c:pt>
                <c:pt idx="119">
                  <c:v>1314</c:v>
                </c:pt>
              </c:numCache>
            </c:numRef>
          </c:xVal>
          <c:yVal>
            <c:numRef>
              <c:f>'Chart Data'!$AH$2:$AH$121</c:f>
              <c:numCache>
                <c:formatCode>General</c:formatCode>
                <c:ptCount val="120"/>
                <c:pt idx="0">
                  <c:v>1.0653081</c:v>
                </c:pt>
                <c:pt idx="1">
                  <c:v>1.0689653</c:v>
                </c:pt>
                <c:pt idx="2">
                  <c:v>1.0666648</c:v>
                </c:pt>
                <c:pt idx="3">
                  <c:v>1.0676248</c:v>
                </c:pt>
                <c:pt idx="4">
                  <c:v>1.067521</c:v>
                </c:pt>
                <c:pt idx="5">
                  <c:v>1.0673414</c:v>
                </c:pt>
                <c:pt idx="6">
                  <c:v>1.067166</c:v>
                </c:pt>
                <c:pt idx="7">
                  <c:v>1.0667804</c:v>
                </c:pt>
                <c:pt idx="8">
                  <c:v>1.0666127</c:v>
                </c:pt>
                <c:pt idx="9">
                  <c:v>1.0664585</c:v>
                </c:pt>
                <c:pt idx="10">
                  <c:v>1.0659595</c:v>
                </c:pt>
                <c:pt idx="11">
                  <c:v>1.0659345</c:v>
                </c:pt>
                <c:pt idx="12">
                  <c:v>1.0653918</c:v>
                </c:pt>
                <c:pt idx="13">
                  <c:v>1.0649168</c:v>
                </c:pt>
                <c:pt idx="14">
                  <c:v>1.0646875</c:v>
                </c:pt>
                <c:pt idx="15">
                  <c:v>1.0641742</c:v>
                </c:pt>
                <c:pt idx="16">
                  <c:v>1.0635375</c:v>
                </c:pt>
                <c:pt idx="17">
                  <c:v>1.0633283</c:v>
                </c:pt>
                <c:pt idx="18">
                  <c:v>1.0630046</c:v>
                </c:pt>
                <c:pt idx="19">
                  <c:v>1.0625722</c:v>
                </c:pt>
                <c:pt idx="20">
                  <c:v>1.0622324</c:v>
                </c:pt>
                <c:pt idx="21">
                  <c:v>1.0616003</c:v>
                </c:pt>
                <c:pt idx="22">
                  <c:v>1.0611674</c:v>
                </c:pt>
                <c:pt idx="23">
                  <c:v>1.0607524</c:v>
                </c:pt>
                <c:pt idx="24">
                  <c:v>1.0603106</c:v>
                </c:pt>
                <c:pt idx="25">
                  <c:v>1.059728</c:v>
                </c:pt>
                <c:pt idx="26">
                  <c:v>1.0593439</c:v>
                </c:pt>
                <c:pt idx="27">
                  <c:v>1.0587441</c:v>
                </c:pt>
                <c:pt idx="28">
                  <c:v>1.0582561</c:v>
                </c:pt>
                <c:pt idx="29">
                  <c:v>1.0577353</c:v>
                </c:pt>
                <c:pt idx="30">
                  <c:v>1.0573134</c:v>
                </c:pt>
                <c:pt idx="31">
                  <c:v>1.0567188</c:v>
                </c:pt>
                <c:pt idx="32">
                  <c:v>1.0561669</c:v>
                </c:pt>
                <c:pt idx="33">
                  <c:v>1.0559069</c:v>
                </c:pt>
                <c:pt idx="34">
                  <c:v>1.0554693</c:v>
                </c:pt>
                <c:pt idx="35">
                  <c:v>1.0549906</c:v>
                </c:pt>
                <c:pt idx="36">
                  <c:v>1.0545784</c:v>
                </c:pt>
                <c:pt idx="37">
                  <c:v>1.05399</c:v>
                </c:pt>
                <c:pt idx="38">
                  <c:v>1.053504</c:v>
                </c:pt>
                <c:pt idx="39">
                  <c:v>1.0531156</c:v>
                </c:pt>
                <c:pt idx="40">
                  <c:v>1.0525097</c:v>
                </c:pt>
                <c:pt idx="41">
                  <c:v>1.0517663</c:v>
                </c:pt>
                <c:pt idx="42">
                  <c:v>1.0515094</c:v>
                </c:pt>
                <c:pt idx="43">
                  <c:v>1.0510035</c:v>
                </c:pt>
                <c:pt idx="44">
                  <c:v>1.0504005</c:v>
                </c:pt>
                <c:pt idx="45">
                  <c:v>1.0497144</c:v>
                </c:pt>
                <c:pt idx="46">
                  <c:v>1.0490912</c:v>
                </c:pt>
                <c:pt idx="47">
                  <c:v>1.0483453</c:v>
                </c:pt>
                <c:pt idx="48">
                  <c:v>1.0480409</c:v>
                </c:pt>
                <c:pt idx="49">
                  <c:v>1.047488</c:v>
                </c:pt>
                <c:pt idx="50">
                  <c:v>1.0467882</c:v>
                </c:pt>
                <c:pt idx="51">
                  <c:v>1.0463139</c:v>
                </c:pt>
                <c:pt idx="52">
                  <c:v>1.0459784</c:v>
                </c:pt>
                <c:pt idx="53">
                  <c:v>1.0455015</c:v>
                </c:pt>
                <c:pt idx="54">
                  <c:v>1.0448211</c:v>
                </c:pt>
                <c:pt idx="55">
                  <c:v>1.044277</c:v>
                </c:pt>
                <c:pt idx="56">
                  <c:v>1.0436387</c:v>
                </c:pt>
                <c:pt idx="57">
                  <c:v>1.0430698</c:v>
                </c:pt>
                <c:pt idx="58">
                  <c:v>1.0424354</c:v>
                </c:pt>
                <c:pt idx="59">
                  <c:v>1.0418679</c:v>
                </c:pt>
                <c:pt idx="60">
                  <c:v>1.0412705</c:v>
                </c:pt>
                <c:pt idx="61">
                  <c:v>1.0406206</c:v>
                </c:pt>
                <c:pt idx="62">
                  <c:v>1.0398521</c:v>
                </c:pt>
                <c:pt idx="63">
                  <c:v>1.0392089</c:v>
                </c:pt>
                <c:pt idx="64">
                  <c:v>1.0385214</c:v>
                </c:pt>
                <c:pt idx="65">
                  <c:v>1.037981</c:v>
                </c:pt>
                <c:pt idx="66">
                  <c:v>1.0372269</c:v>
                </c:pt>
                <c:pt idx="67">
                  <c:v>1.0366406</c:v>
                </c:pt>
                <c:pt idx="68">
                  <c:v>1.0361098</c:v>
                </c:pt>
                <c:pt idx="69">
                  <c:v>1.035442</c:v>
                </c:pt>
                <c:pt idx="70">
                  <c:v>1.0348192</c:v>
                </c:pt>
                <c:pt idx="71">
                  <c:v>1.0340726</c:v>
                </c:pt>
                <c:pt idx="72">
                  <c:v>1.0332994</c:v>
                </c:pt>
                <c:pt idx="73">
                  <c:v>1.0325221</c:v>
                </c:pt>
                <c:pt idx="74">
                  <c:v>1.0317904</c:v>
                </c:pt>
                <c:pt idx="75">
                  <c:v>1.0310293</c:v>
                </c:pt>
                <c:pt idx="76">
                  <c:v>1.0301561</c:v>
                </c:pt>
                <c:pt idx="77">
                  <c:v>1.0293729</c:v>
                </c:pt>
                <c:pt idx="78">
                  <c:v>1.0285422</c:v>
                </c:pt>
                <c:pt idx="79">
                  <c:v>1.027809</c:v>
                </c:pt>
                <c:pt idx="80">
                  <c:v>1.0270076</c:v>
                </c:pt>
                <c:pt idx="81">
                  <c:v>1.0261123</c:v>
                </c:pt>
                <c:pt idx="82">
                  <c:v>1.0250776</c:v>
                </c:pt>
                <c:pt idx="83">
                  <c:v>1.024096</c:v>
                </c:pt>
                <c:pt idx="84">
                  <c:v>1.0220095</c:v>
                </c:pt>
                <c:pt idx="85">
                  <c:v>1.0222471</c:v>
                </c:pt>
                <c:pt idx="86">
                  <c:v>1.0212331</c:v>
                </c:pt>
                <c:pt idx="87">
                  <c:v>1.0200387</c:v>
                </c:pt>
                <c:pt idx="88">
                  <c:v>1.018572</c:v>
                </c:pt>
                <c:pt idx="89">
                  <c:v>1.0171436</c:v>
                </c:pt>
                <c:pt idx="90">
                  <c:v>1.015561</c:v>
                </c:pt>
                <c:pt idx="91">
                  <c:v>1.0137739</c:v>
                </c:pt>
                <c:pt idx="92">
                  <c:v>1.0118308</c:v>
                </c:pt>
                <c:pt idx="93">
                  <c:v>1.0096923</c:v>
                </c:pt>
                <c:pt idx="94">
                  <c:v>1.0071862</c:v>
                </c:pt>
                <c:pt idx="95">
                  <c:v>1.0044942</c:v>
                </c:pt>
                <c:pt idx="96">
                  <c:v>1.0015901</c:v>
                </c:pt>
                <c:pt idx="97">
                  <c:v>0.99858594</c:v>
                </c:pt>
                <c:pt idx="98">
                  <c:v>0.99511003</c:v>
                </c:pt>
                <c:pt idx="99">
                  <c:v>0.99121147</c:v>
                </c:pt>
                <c:pt idx="100">
                  <c:v>0.98694539</c:v>
                </c:pt>
                <c:pt idx="101">
                  <c:v>0.98210108</c:v>
                </c:pt>
                <c:pt idx="102">
                  <c:v>0.97713059</c:v>
                </c:pt>
                <c:pt idx="103">
                  <c:v>0.97179019</c:v>
                </c:pt>
                <c:pt idx="104">
                  <c:v>0.96633649</c:v>
                </c:pt>
                <c:pt idx="105">
                  <c:v>0.96032614</c:v>
                </c:pt>
                <c:pt idx="106">
                  <c:v>0.95492274</c:v>
                </c:pt>
                <c:pt idx="107">
                  <c:v>0.94971138</c:v>
                </c:pt>
                <c:pt idx="108">
                  <c:v>0.94451994</c:v>
                </c:pt>
                <c:pt idx="109">
                  <c:v>0.93940705</c:v>
                </c:pt>
                <c:pt idx="110">
                  <c:v>0.93430096</c:v>
                </c:pt>
                <c:pt idx="111">
                  <c:v>0.92907155</c:v>
                </c:pt>
                <c:pt idx="112">
                  <c:v>0.92368001</c:v>
                </c:pt>
                <c:pt idx="113">
                  <c:v>0.91814917</c:v>
                </c:pt>
                <c:pt idx="114">
                  <c:v>0.9123916</c:v>
                </c:pt>
                <c:pt idx="115">
                  <c:v>0.90645546</c:v>
                </c:pt>
                <c:pt idx="116">
                  <c:v>0.90033698</c:v>
                </c:pt>
                <c:pt idx="117">
                  <c:v>0.89384669</c:v>
                </c:pt>
                <c:pt idx="118">
                  <c:v>0.88703537</c:v>
                </c:pt>
                <c:pt idx="119">
                  <c:v>0.88043362</c:v>
                </c:pt>
              </c:numCache>
            </c:numRef>
          </c:yVal>
        </c:ser>
        <c:ser>
          <c:idx val="17"/>
          <c:order val="17"/>
          <c:tx>
            <c:v>Batch3_cell_018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Data'!$AI$2:$AI$121</c:f>
              <c:numCache>
                <c:formatCode>General</c:formatCode>
                <c:ptCount val="120"/>
                <c:pt idx="0">
                  <c:v>1</c:v>
                </c:pt>
                <c:pt idx="1">
                  <c:v>11</c:v>
                </c:pt>
                <c:pt idx="2">
                  <c:v>20</c:v>
                </c:pt>
                <c:pt idx="3">
                  <c:v>30</c:v>
                </c:pt>
                <c:pt idx="4">
                  <c:v>39</c:v>
                </c:pt>
                <c:pt idx="5">
                  <c:v>49</c:v>
                </c:pt>
                <c:pt idx="6">
                  <c:v>59</c:v>
                </c:pt>
                <c:pt idx="7">
                  <c:v>68</c:v>
                </c:pt>
                <c:pt idx="8">
                  <c:v>78</c:v>
                </c:pt>
                <c:pt idx="9">
                  <c:v>88</c:v>
                </c:pt>
                <c:pt idx="10">
                  <c:v>97</c:v>
                </c:pt>
                <c:pt idx="11">
                  <c:v>107</c:v>
                </c:pt>
                <c:pt idx="12">
                  <c:v>116</c:v>
                </c:pt>
                <c:pt idx="13">
                  <c:v>126</c:v>
                </c:pt>
                <c:pt idx="14">
                  <c:v>136</c:v>
                </c:pt>
                <c:pt idx="15">
                  <c:v>145</c:v>
                </c:pt>
                <c:pt idx="16">
                  <c:v>155</c:v>
                </c:pt>
                <c:pt idx="17">
                  <c:v>164</c:v>
                </c:pt>
                <c:pt idx="18">
                  <c:v>174</c:v>
                </c:pt>
                <c:pt idx="19">
                  <c:v>184</c:v>
                </c:pt>
                <c:pt idx="20">
                  <c:v>193</c:v>
                </c:pt>
                <c:pt idx="21">
                  <c:v>203</c:v>
                </c:pt>
                <c:pt idx="22">
                  <c:v>212</c:v>
                </c:pt>
                <c:pt idx="23">
                  <c:v>222</c:v>
                </c:pt>
                <c:pt idx="24">
                  <c:v>232</c:v>
                </c:pt>
                <c:pt idx="25">
                  <c:v>241</c:v>
                </c:pt>
                <c:pt idx="26">
                  <c:v>251</c:v>
                </c:pt>
                <c:pt idx="27">
                  <c:v>261</c:v>
                </c:pt>
                <c:pt idx="28">
                  <c:v>270</c:v>
                </c:pt>
                <c:pt idx="29">
                  <c:v>280</c:v>
                </c:pt>
                <c:pt idx="30">
                  <c:v>289</c:v>
                </c:pt>
                <c:pt idx="31">
                  <c:v>299</c:v>
                </c:pt>
                <c:pt idx="32">
                  <c:v>309</c:v>
                </c:pt>
                <c:pt idx="33">
                  <c:v>318</c:v>
                </c:pt>
                <c:pt idx="34">
                  <c:v>328</c:v>
                </c:pt>
                <c:pt idx="35">
                  <c:v>337</c:v>
                </c:pt>
                <c:pt idx="36">
                  <c:v>347</c:v>
                </c:pt>
                <c:pt idx="37">
                  <c:v>357</c:v>
                </c:pt>
                <c:pt idx="38">
                  <c:v>366</c:v>
                </c:pt>
                <c:pt idx="39">
                  <c:v>376</c:v>
                </c:pt>
                <c:pt idx="40">
                  <c:v>386</c:v>
                </c:pt>
                <c:pt idx="41">
                  <c:v>395</c:v>
                </c:pt>
                <c:pt idx="42">
                  <c:v>405</c:v>
                </c:pt>
                <c:pt idx="43">
                  <c:v>414</c:v>
                </c:pt>
                <c:pt idx="44">
                  <c:v>424</c:v>
                </c:pt>
                <c:pt idx="45">
                  <c:v>434</c:v>
                </c:pt>
                <c:pt idx="46">
                  <c:v>443</c:v>
                </c:pt>
                <c:pt idx="47">
                  <c:v>453</c:v>
                </c:pt>
                <c:pt idx="48">
                  <c:v>462</c:v>
                </c:pt>
                <c:pt idx="49">
                  <c:v>472</c:v>
                </c:pt>
                <c:pt idx="50">
                  <c:v>482</c:v>
                </c:pt>
                <c:pt idx="51">
                  <c:v>491</c:v>
                </c:pt>
                <c:pt idx="52">
                  <c:v>501</c:v>
                </c:pt>
                <c:pt idx="53">
                  <c:v>511</c:v>
                </c:pt>
                <c:pt idx="54">
                  <c:v>520</c:v>
                </c:pt>
                <c:pt idx="55">
                  <c:v>530</c:v>
                </c:pt>
                <c:pt idx="56">
                  <c:v>539</c:v>
                </c:pt>
                <c:pt idx="57">
                  <c:v>549</c:v>
                </c:pt>
                <c:pt idx="58">
                  <c:v>559</c:v>
                </c:pt>
                <c:pt idx="59">
                  <c:v>568</c:v>
                </c:pt>
                <c:pt idx="60">
                  <c:v>578</c:v>
                </c:pt>
                <c:pt idx="61">
                  <c:v>587</c:v>
                </c:pt>
                <c:pt idx="62">
                  <c:v>597</c:v>
                </c:pt>
                <c:pt idx="63">
                  <c:v>607</c:v>
                </c:pt>
                <c:pt idx="64">
                  <c:v>616</c:v>
                </c:pt>
                <c:pt idx="65">
                  <c:v>626</c:v>
                </c:pt>
                <c:pt idx="66">
                  <c:v>635</c:v>
                </c:pt>
                <c:pt idx="67">
                  <c:v>645</c:v>
                </c:pt>
                <c:pt idx="68">
                  <c:v>655</c:v>
                </c:pt>
                <c:pt idx="69">
                  <c:v>664</c:v>
                </c:pt>
                <c:pt idx="70">
                  <c:v>674</c:v>
                </c:pt>
                <c:pt idx="71">
                  <c:v>684</c:v>
                </c:pt>
                <c:pt idx="72">
                  <c:v>693</c:v>
                </c:pt>
                <c:pt idx="73">
                  <c:v>703</c:v>
                </c:pt>
                <c:pt idx="74">
                  <c:v>712</c:v>
                </c:pt>
                <c:pt idx="75">
                  <c:v>722</c:v>
                </c:pt>
                <c:pt idx="76">
                  <c:v>732</c:v>
                </c:pt>
                <c:pt idx="77">
                  <c:v>741</c:v>
                </c:pt>
                <c:pt idx="78">
                  <c:v>751</c:v>
                </c:pt>
                <c:pt idx="79">
                  <c:v>760</c:v>
                </c:pt>
                <c:pt idx="80">
                  <c:v>770</c:v>
                </c:pt>
                <c:pt idx="81">
                  <c:v>780</c:v>
                </c:pt>
                <c:pt idx="82">
                  <c:v>789</c:v>
                </c:pt>
                <c:pt idx="83">
                  <c:v>799</c:v>
                </c:pt>
                <c:pt idx="84">
                  <c:v>809</c:v>
                </c:pt>
                <c:pt idx="85">
                  <c:v>818</c:v>
                </c:pt>
                <c:pt idx="86">
                  <c:v>828</c:v>
                </c:pt>
                <c:pt idx="87">
                  <c:v>837</c:v>
                </c:pt>
                <c:pt idx="88">
                  <c:v>847</c:v>
                </c:pt>
                <c:pt idx="89">
                  <c:v>857</c:v>
                </c:pt>
                <c:pt idx="90">
                  <c:v>866</c:v>
                </c:pt>
                <c:pt idx="91">
                  <c:v>876</c:v>
                </c:pt>
                <c:pt idx="92">
                  <c:v>885</c:v>
                </c:pt>
                <c:pt idx="93">
                  <c:v>895</c:v>
                </c:pt>
                <c:pt idx="94">
                  <c:v>905</c:v>
                </c:pt>
                <c:pt idx="95">
                  <c:v>914</c:v>
                </c:pt>
                <c:pt idx="96">
                  <c:v>924</c:v>
                </c:pt>
                <c:pt idx="97">
                  <c:v>934</c:v>
                </c:pt>
                <c:pt idx="98">
                  <c:v>943</c:v>
                </c:pt>
                <c:pt idx="99">
                  <c:v>953</c:v>
                </c:pt>
                <c:pt idx="100">
                  <c:v>962</c:v>
                </c:pt>
                <c:pt idx="101">
                  <c:v>972</c:v>
                </c:pt>
                <c:pt idx="102">
                  <c:v>982</c:v>
                </c:pt>
                <c:pt idx="103">
                  <c:v>991</c:v>
                </c:pt>
                <c:pt idx="104">
                  <c:v>1001</c:v>
                </c:pt>
                <c:pt idx="105">
                  <c:v>1010</c:v>
                </c:pt>
                <c:pt idx="106">
                  <c:v>1020</c:v>
                </c:pt>
                <c:pt idx="107">
                  <c:v>1030</c:v>
                </c:pt>
                <c:pt idx="108">
                  <c:v>1039</c:v>
                </c:pt>
                <c:pt idx="109">
                  <c:v>1049</c:v>
                </c:pt>
                <c:pt idx="110">
                  <c:v>1058</c:v>
                </c:pt>
                <c:pt idx="111">
                  <c:v>1068</c:v>
                </c:pt>
                <c:pt idx="112">
                  <c:v>1078</c:v>
                </c:pt>
                <c:pt idx="113">
                  <c:v>1087</c:v>
                </c:pt>
                <c:pt idx="114">
                  <c:v>1097</c:v>
                </c:pt>
                <c:pt idx="115">
                  <c:v>1107</c:v>
                </c:pt>
                <c:pt idx="116">
                  <c:v>1116</c:v>
                </c:pt>
                <c:pt idx="117">
                  <c:v>1126</c:v>
                </c:pt>
                <c:pt idx="118">
                  <c:v>1135</c:v>
                </c:pt>
                <c:pt idx="119">
                  <c:v>1145</c:v>
                </c:pt>
              </c:numCache>
            </c:numRef>
          </c:xVal>
          <c:yVal>
            <c:numRef>
              <c:f>'Chart Data'!$AJ$2:$AJ$121</c:f>
              <c:numCache>
                <c:formatCode>General</c:formatCode>
                <c:ptCount val="120"/>
                <c:pt idx="0">
                  <c:v>1.0674672</c:v>
                </c:pt>
                <c:pt idx="1">
                  <c:v>1.0700951</c:v>
                </c:pt>
                <c:pt idx="2">
                  <c:v>1.0699589</c:v>
                </c:pt>
                <c:pt idx="3">
                  <c:v>1.0697418</c:v>
                </c:pt>
                <c:pt idx="4">
                  <c:v>1.0694948</c:v>
                </c:pt>
                <c:pt idx="5">
                  <c:v>1.069284</c:v>
                </c:pt>
                <c:pt idx="6">
                  <c:v>1.0689923</c:v>
                </c:pt>
                <c:pt idx="7">
                  <c:v>1.0684851</c:v>
                </c:pt>
                <c:pt idx="8">
                  <c:v>1.0679216</c:v>
                </c:pt>
                <c:pt idx="9">
                  <c:v>1.0665783</c:v>
                </c:pt>
                <c:pt idx="10">
                  <c:v>1.0673014</c:v>
                </c:pt>
                <c:pt idx="11">
                  <c:v>1.0666825</c:v>
                </c:pt>
                <c:pt idx="12">
                  <c:v>1.0666765</c:v>
                </c:pt>
                <c:pt idx="13">
                  <c:v>1.0664934</c:v>
                </c:pt>
                <c:pt idx="14">
                  <c:v>1.065878</c:v>
                </c:pt>
                <c:pt idx="15">
                  <c:v>1.0655982</c:v>
                </c:pt>
                <c:pt idx="16">
                  <c:v>1.0655196</c:v>
                </c:pt>
                <c:pt idx="17">
                  <c:v>1.0648009</c:v>
                </c:pt>
                <c:pt idx="18">
                  <c:v>1.0641965</c:v>
                </c:pt>
                <c:pt idx="19">
                  <c:v>1.0639601</c:v>
                </c:pt>
                <c:pt idx="20">
                  <c:v>1.0635648</c:v>
                </c:pt>
                <c:pt idx="21">
                  <c:v>1.0628144</c:v>
                </c:pt>
                <c:pt idx="22">
                  <c:v>1.0627017</c:v>
                </c:pt>
                <c:pt idx="23">
                  <c:v>1.062387</c:v>
                </c:pt>
                <c:pt idx="24">
                  <c:v>1.0619369</c:v>
                </c:pt>
                <c:pt idx="25">
                  <c:v>1.0614991</c:v>
                </c:pt>
                <c:pt idx="26">
                  <c:v>1.0601828</c:v>
                </c:pt>
                <c:pt idx="27">
                  <c:v>1.0604151</c:v>
                </c:pt>
                <c:pt idx="28">
                  <c:v>1.0599406</c:v>
                </c:pt>
                <c:pt idx="29">
                  <c:v>1.0594649</c:v>
                </c:pt>
                <c:pt idx="30">
                  <c:v>1.0590363</c:v>
                </c:pt>
                <c:pt idx="31">
                  <c:v>1.0584522</c:v>
                </c:pt>
                <c:pt idx="32">
                  <c:v>1.0578701</c:v>
                </c:pt>
                <c:pt idx="33">
                  <c:v>1.0571688</c:v>
                </c:pt>
                <c:pt idx="34">
                  <c:v>1.0570121</c:v>
                </c:pt>
                <c:pt idx="35">
                  <c:v>1.0564678</c:v>
                </c:pt>
                <c:pt idx="36">
                  <c:v>1.0559181</c:v>
                </c:pt>
                <c:pt idx="37">
                  <c:v>1.0554413</c:v>
                </c:pt>
                <c:pt idx="38">
                  <c:v>1.0548022</c:v>
                </c:pt>
                <c:pt idx="39">
                  <c:v>1.0543348</c:v>
                </c:pt>
                <c:pt idx="40">
                  <c:v>1.0527968</c:v>
                </c:pt>
                <c:pt idx="41">
                  <c:v>1.0536801</c:v>
                </c:pt>
                <c:pt idx="42">
                  <c:v>1.0531636</c:v>
                </c:pt>
                <c:pt idx="43">
                  <c:v>1.0527271</c:v>
                </c:pt>
                <c:pt idx="44">
                  <c:v>1.0520972</c:v>
                </c:pt>
                <c:pt idx="45">
                  <c:v>1.051751</c:v>
                </c:pt>
                <c:pt idx="46">
                  <c:v>1.0512028</c:v>
                </c:pt>
                <c:pt idx="47">
                  <c:v>1.0507909</c:v>
                </c:pt>
                <c:pt idx="48">
                  <c:v>1.0502437</c:v>
                </c:pt>
                <c:pt idx="49">
                  <c:v>1.0495942</c:v>
                </c:pt>
                <c:pt idx="50">
                  <c:v>1.049042</c:v>
                </c:pt>
                <c:pt idx="51">
                  <c:v>1.0487077</c:v>
                </c:pt>
                <c:pt idx="52">
                  <c:v>1.0481379</c:v>
                </c:pt>
                <c:pt idx="53">
                  <c:v>1.0474339</c:v>
                </c:pt>
                <c:pt idx="54">
                  <c:v>1.0468876</c:v>
                </c:pt>
                <c:pt idx="55">
                  <c:v>1.0462135</c:v>
                </c:pt>
                <c:pt idx="56">
                  <c:v>1.0456361</c:v>
                </c:pt>
                <c:pt idx="57">
                  <c:v>1.0448043</c:v>
                </c:pt>
                <c:pt idx="58">
                  <c:v>1.0445831</c:v>
                </c:pt>
                <c:pt idx="59">
                  <c:v>1.0438899</c:v>
                </c:pt>
                <c:pt idx="60">
                  <c:v>1.043061</c:v>
                </c:pt>
                <c:pt idx="61">
                  <c:v>1.0425076</c:v>
                </c:pt>
                <c:pt idx="62">
                  <c:v>1.0421102</c:v>
                </c:pt>
                <c:pt idx="63">
                  <c:v>1.0413939</c:v>
                </c:pt>
                <c:pt idx="64">
                  <c:v>1.0407878</c:v>
                </c:pt>
                <c:pt idx="65">
                  <c:v>1.0400538</c:v>
                </c:pt>
                <c:pt idx="66">
                  <c:v>1.0395439</c:v>
                </c:pt>
                <c:pt idx="67">
                  <c:v>1.0388743</c:v>
                </c:pt>
                <c:pt idx="68">
                  <c:v>1.0380862</c:v>
                </c:pt>
                <c:pt idx="69">
                  <c:v>1.0374105</c:v>
                </c:pt>
                <c:pt idx="70">
                  <c:v>1.0367117</c:v>
                </c:pt>
                <c:pt idx="71">
                  <c:v>1.0359205</c:v>
                </c:pt>
                <c:pt idx="72">
                  <c:v>1.0353128</c:v>
                </c:pt>
                <c:pt idx="73">
                  <c:v>1.0345417</c:v>
                </c:pt>
                <c:pt idx="74">
                  <c:v>1.0336021</c:v>
                </c:pt>
                <c:pt idx="75">
                  <c:v>1.0328016</c:v>
                </c:pt>
                <c:pt idx="76">
                  <c:v>1.0319301</c:v>
                </c:pt>
                <c:pt idx="77">
                  <c:v>1.0312297</c:v>
                </c:pt>
                <c:pt idx="78">
                  <c:v>1.0302184</c:v>
                </c:pt>
                <c:pt idx="79">
                  <c:v>1.0293761</c:v>
                </c:pt>
                <c:pt idx="80">
                  <c:v>1.0272206</c:v>
                </c:pt>
                <c:pt idx="81">
                  <c:v>1.0275584</c:v>
                </c:pt>
                <c:pt idx="82">
                  <c:v>1.0267062</c:v>
                </c:pt>
                <c:pt idx="83">
                  <c:v>1.0256715</c:v>
                </c:pt>
                <c:pt idx="84">
                  <c:v>1.0245593</c:v>
                </c:pt>
                <c:pt idx="85">
                  <c:v>1.0234933</c:v>
                </c:pt>
                <c:pt idx="86">
                  <c:v>1.0221146</c:v>
                </c:pt>
                <c:pt idx="87">
                  <c:v>1.0208638</c:v>
                </c:pt>
                <c:pt idx="88">
                  <c:v>1.019524</c:v>
                </c:pt>
                <c:pt idx="89">
                  <c:v>1.0179911</c:v>
                </c:pt>
                <c:pt idx="90">
                  <c:v>1.016454</c:v>
                </c:pt>
                <c:pt idx="91">
                  <c:v>1.0147367</c:v>
                </c:pt>
                <c:pt idx="92">
                  <c:v>1.0130132</c:v>
                </c:pt>
                <c:pt idx="93">
                  <c:v>1.0109428</c:v>
                </c:pt>
                <c:pt idx="94">
                  <c:v>1.0086892</c:v>
                </c:pt>
                <c:pt idx="95">
                  <c:v>1.0064627</c:v>
                </c:pt>
                <c:pt idx="96">
                  <c:v>1.0037206</c:v>
                </c:pt>
                <c:pt idx="97">
                  <c:v>1.0007311</c:v>
                </c:pt>
                <c:pt idx="98">
                  <c:v>0.99778312</c:v>
                </c:pt>
                <c:pt idx="99">
                  <c:v>0.99420935</c:v>
                </c:pt>
                <c:pt idx="100">
                  <c:v>0.99059379</c:v>
                </c:pt>
                <c:pt idx="101">
                  <c:v>0.98621023</c:v>
                </c:pt>
                <c:pt idx="102">
                  <c:v>0.98159409</c:v>
                </c:pt>
                <c:pt idx="103">
                  <c:v>0.97681856</c:v>
                </c:pt>
                <c:pt idx="104">
                  <c:v>0.97125918</c:v>
                </c:pt>
                <c:pt idx="105">
                  <c:v>0.96590751</c:v>
                </c:pt>
                <c:pt idx="106">
                  <c:v>0.95975703</c:v>
                </c:pt>
                <c:pt idx="107">
                  <c:v>0.95344758</c:v>
                </c:pt>
                <c:pt idx="108">
                  <c:v>0.94764107</c:v>
                </c:pt>
                <c:pt idx="109">
                  <c:v>0.94094217</c:v>
                </c:pt>
                <c:pt idx="110">
                  <c:v>0.93492407</c:v>
                </c:pt>
                <c:pt idx="111">
                  <c:v>0.92839211</c:v>
                </c:pt>
                <c:pt idx="112">
                  <c:v>0.92190278</c:v>
                </c:pt>
                <c:pt idx="113">
                  <c:v>0.91613042</c:v>
                </c:pt>
                <c:pt idx="114">
                  <c:v>0.90973788</c:v>
                </c:pt>
                <c:pt idx="115">
                  <c:v>0.90341675</c:v>
                </c:pt>
                <c:pt idx="116">
                  <c:v>0.89653593</c:v>
                </c:pt>
                <c:pt idx="117">
                  <c:v>0.89141417</c:v>
                </c:pt>
                <c:pt idx="118">
                  <c:v>0.88567322</c:v>
                </c:pt>
                <c:pt idx="119">
                  <c:v>0.88003904</c:v>
                </c:pt>
              </c:numCache>
            </c:numRef>
          </c:yVal>
        </c:ser>
        <c:ser>
          <c:idx val="18"/>
          <c:order val="18"/>
          <c:tx>
            <c:v>Batch3_cell_019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Data'!$AK$2:$AK$121</c:f>
              <c:numCache>
                <c:formatCode>General</c:formatCode>
                <c:ptCount val="120"/>
                <c:pt idx="0">
                  <c:v>1</c:v>
                </c:pt>
                <c:pt idx="1">
                  <c:v>11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49</c:v>
                </c:pt>
                <c:pt idx="6">
                  <c:v>59</c:v>
                </c:pt>
                <c:pt idx="7">
                  <c:v>69</c:v>
                </c:pt>
                <c:pt idx="8">
                  <c:v>79</c:v>
                </c:pt>
                <c:pt idx="9">
                  <c:v>88</c:v>
                </c:pt>
                <c:pt idx="10">
                  <c:v>98</c:v>
                </c:pt>
                <c:pt idx="11">
                  <c:v>108</c:v>
                </c:pt>
                <c:pt idx="12">
                  <c:v>117</c:v>
                </c:pt>
                <c:pt idx="13">
                  <c:v>127</c:v>
                </c:pt>
                <c:pt idx="14">
                  <c:v>137</c:v>
                </c:pt>
                <c:pt idx="15">
                  <c:v>146</c:v>
                </c:pt>
                <c:pt idx="16">
                  <c:v>156</c:v>
                </c:pt>
                <c:pt idx="17">
                  <c:v>166</c:v>
                </c:pt>
                <c:pt idx="18">
                  <c:v>175</c:v>
                </c:pt>
                <c:pt idx="19">
                  <c:v>185</c:v>
                </c:pt>
                <c:pt idx="20">
                  <c:v>195</c:v>
                </c:pt>
                <c:pt idx="21">
                  <c:v>204</c:v>
                </c:pt>
                <c:pt idx="22">
                  <c:v>214</c:v>
                </c:pt>
                <c:pt idx="23">
                  <c:v>224</c:v>
                </c:pt>
                <c:pt idx="24">
                  <c:v>234</c:v>
                </c:pt>
                <c:pt idx="25">
                  <c:v>243</c:v>
                </c:pt>
                <c:pt idx="26">
                  <c:v>253</c:v>
                </c:pt>
                <c:pt idx="27">
                  <c:v>263</c:v>
                </c:pt>
                <c:pt idx="28">
                  <c:v>272</c:v>
                </c:pt>
                <c:pt idx="29">
                  <c:v>282</c:v>
                </c:pt>
                <c:pt idx="30">
                  <c:v>292</c:v>
                </c:pt>
                <c:pt idx="31">
                  <c:v>301</c:v>
                </c:pt>
                <c:pt idx="32">
                  <c:v>311</c:v>
                </c:pt>
                <c:pt idx="33">
                  <c:v>321</c:v>
                </c:pt>
                <c:pt idx="34">
                  <c:v>330</c:v>
                </c:pt>
                <c:pt idx="35">
                  <c:v>340</c:v>
                </c:pt>
                <c:pt idx="36">
                  <c:v>350</c:v>
                </c:pt>
                <c:pt idx="37">
                  <c:v>359</c:v>
                </c:pt>
                <c:pt idx="38">
                  <c:v>369</c:v>
                </c:pt>
                <c:pt idx="39">
                  <c:v>379</c:v>
                </c:pt>
                <c:pt idx="40">
                  <c:v>389</c:v>
                </c:pt>
                <c:pt idx="41">
                  <c:v>398</c:v>
                </c:pt>
                <c:pt idx="42">
                  <c:v>408</c:v>
                </c:pt>
                <c:pt idx="43">
                  <c:v>418</c:v>
                </c:pt>
                <c:pt idx="44">
                  <c:v>427</c:v>
                </c:pt>
                <c:pt idx="45">
                  <c:v>437</c:v>
                </c:pt>
                <c:pt idx="46">
                  <c:v>447</c:v>
                </c:pt>
                <c:pt idx="47">
                  <c:v>456</c:v>
                </c:pt>
                <c:pt idx="48">
                  <c:v>466</c:v>
                </c:pt>
                <c:pt idx="49">
                  <c:v>476</c:v>
                </c:pt>
                <c:pt idx="50">
                  <c:v>485</c:v>
                </c:pt>
                <c:pt idx="51">
                  <c:v>495</c:v>
                </c:pt>
                <c:pt idx="52">
                  <c:v>505</c:v>
                </c:pt>
                <c:pt idx="53">
                  <c:v>515</c:v>
                </c:pt>
                <c:pt idx="54">
                  <c:v>524</c:v>
                </c:pt>
                <c:pt idx="55">
                  <c:v>534</c:v>
                </c:pt>
                <c:pt idx="56">
                  <c:v>544</c:v>
                </c:pt>
                <c:pt idx="57">
                  <c:v>553</c:v>
                </c:pt>
                <c:pt idx="58">
                  <c:v>563</c:v>
                </c:pt>
                <c:pt idx="59">
                  <c:v>573</c:v>
                </c:pt>
                <c:pt idx="60">
                  <c:v>582</c:v>
                </c:pt>
                <c:pt idx="61">
                  <c:v>592</c:v>
                </c:pt>
                <c:pt idx="62">
                  <c:v>602</c:v>
                </c:pt>
                <c:pt idx="63">
                  <c:v>611</c:v>
                </c:pt>
                <c:pt idx="64">
                  <c:v>621</c:v>
                </c:pt>
                <c:pt idx="65">
                  <c:v>631</c:v>
                </c:pt>
                <c:pt idx="66">
                  <c:v>640</c:v>
                </c:pt>
                <c:pt idx="67">
                  <c:v>650</c:v>
                </c:pt>
                <c:pt idx="68">
                  <c:v>660</c:v>
                </c:pt>
                <c:pt idx="69">
                  <c:v>670</c:v>
                </c:pt>
                <c:pt idx="70">
                  <c:v>679</c:v>
                </c:pt>
                <c:pt idx="71">
                  <c:v>689</c:v>
                </c:pt>
                <c:pt idx="72">
                  <c:v>699</c:v>
                </c:pt>
                <c:pt idx="73">
                  <c:v>708</c:v>
                </c:pt>
                <c:pt idx="74">
                  <c:v>718</c:v>
                </c:pt>
                <c:pt idx="75">
                  <c:v>728</c:v>
                </c:pt>
                <c:pt idx="76">
                  <c:v>737</c:v>
                </c:pt>
                <c:pt idx="77">
                  <c:v>747</c:v>
                </c:pt>
                <c:pt idx="78">
                  <c:v>757</c:v>
                </c:pt>
                <c:pt idx="79">
                  <c:v>766</c:v>
                </c:pt>
                <c:pt idx="80">
                  <c:v>776</c:v>
                </c:pt>
                <c:pt idx="81">
                  <c:v>786</c:v>
                </c:pt>
                <c:pt idx="82">
                  <c:v>796</c:v>
                </c:pt>
                <c:pt idx="83">
                  <c:v>805</c:v>
                </c:pt>
                <c:pt idx="84">
                  <c:v>815</c:v>
                </c:pt>
                <c:pt idx="85">
                  <c:v>825</c:v>
                </c:pt>
                <c:pt idx="86">
                  <c:v>834</c:v>
                </c:pt>
                <c:pt idx="87">
                  <c:v>844</c:v>
                </c:pt>
                <c:pt idx="88">
                  <c:v>854</c:v>
                </c:pt>
                <c:pt idx="89">
                  <c:v>863</c:v>
                </c:pt>
                <c:pt idx="90">
                  <c:v>873</c:v>
                </c:pt>
                <c:pt idx="91">
                  <c:v>883</c:v>
                </c:pt>
                <c:pt idx="92">
                  <c:v>892</c:v>
                </c:pt>
                <c:pt idx="93">
                  <c:v>902</c:v>
                </c:pt>
                <c:pt idx="94">
                  <c:v>912</c:v>
                </c:pt>
                <c:pt idx="95">
                  <c:v>921</c:v>
                </c:pt>
                <c:pt idx="96">
                  <c:v>931</c:v>
                </c:pt>
                <c:pt idx="97">
                  <c:v>941</c:v>
                </c:pt>
                <c:pt idx="98">
                  <c:v>951</c:v>
                </c:pt>
                <c:pt idx="99">
                  <c:v>960</c:v>
                </c:pt>
                <c:pt idx="100">
                  <c:v>970</c:v>
                </c:pt>
                <c:pt idx="101">
                  <c:v>980</c:v>
                </c:pt>
                <c:pt idx="102">
                  <c:v>989</c:v>
                </c:pt>
                <c:pt idx="103">
                  <c:v>999</c:v>
                </c:pt>
                <c:pt idx="104">
                  <c:v>1009</c:v>
                </c:pt>
                <c:pt idx="105">
                  <c:v>1018</c:v>
                </c:pt>
                <c:pt idx="106">
                  <c:v>1028</c:v>
                </c:pt>
                <c:pt idx="107">
                  <c:v>1038</c:v>
                </c:pt>
                <c:pt idx="108">
                  <c:v>1047</c:v>
                </c:pt>
                <c:pt idx="109">
                  <c:v>1057</c:v>
                </c:pt>
                <c:pt idx="110">
                  <c:v>1067</c:v>
                </c:pt>
                <c:pt idx="111">
                  <c:v>1076</c:v>
                </c:pt>
                <c:pt idx="112">
                  <c:v>1086</c:v>
                </c:pt>
                <c:pt idx="113">
                  <c:v>1096</c:v>
                </c:pt>
                <c:pt idx="114">
                  <c:v>1106</c:v>
                </c:pt>
                <c:pt idx="115">
                  <c:v>1115</c:v>
                </c:pt>
                <c:pt idx="116">
                  <c:v>1125</c:v>
                </c:pt>
                <c:pt idx="117">
                  <c:v>1135</c:v>
                </c:pt>
                <c:pt idx="118">
                  <c:v>1144</c:v>
                </c:pt>
                <c:pt idx="119">
                  <c:v>1154</c:v>
                </c:pt>
              </c:numCache>
            </c:numRef>
          </c:xVal>
          <c:yVal>
            <c:numRef>
              <c:f>'Chart Data'!$AL$2:$AL$121</c:f>
              <c:numCache>
                <c:formatCode>General</c:formatCode>
                <c:ptCount val="120"/>
                <c:pt idx="0">
                  <c:v>1.0706265</c:v>
                </c:pt>
                <c:pt idx="1">
                  <c:v>1.0738292</c:v>
                </c:pt>
                <c:pt idx="2">
                  <c:v>1.0737954</c:v>
                </c:pt>
                <c:pt idx="3">
                  <c:v>1.0737315</c:v>
                </c:pt>
                <c:pt idx="4">
                  <c:v>1.0732528</c:v>
                </c:pt>
                <c:pt idx="5">
                  <c:v>1.0730726</c:v>
                </c:pt>
                <c:pt idx="6">
                  <c:v>1.0726606</c:v>
                </c:pt>
                <c:pt idx="7">
                  <c:v>1.0721433</c:v>
                </c:pt>
                <c:pt idx="8">
                  <c:v>1.0716535</c:v>
                </c:pt>
                <c:pt idx="9">
                  <c:v>1.0715384</c:v>
                </c:pt>
                <c:pt idx="10">
                  <c:v>1.0709579</c:v>
                </c:pt>
                <c:pt idx="11">
                  <c:v>1.0705363</c:v>
                </c:pt>
                <c:pt idx="12">
                  <c:v>1.0705428</c:v>
                </c:pt>
                <c:pt idx="13">
                  <c:v>1.0701023</c:v>
                </c:pt>
                <c:pt idx="14">
                  <c:v>1.0695536</c:v>
                </c:pt>
                <c:pt idx="15">
                  <c:v>1.0693911</c:v>
                </c:pt>
                <c:pt idx="16">
                  <c:v>1.0691518</c:v>
                </c:pt>
                <c:pt idx="17">
                  <c:v>1.068436</c:v>
                </c:pt>
                <c:pt idx="18">
                  <c:v>1.0680813</c:v>
                </c:pt>
                <c:pt idx="19">
                  <c:v>1.0678707</c:v>
                </c:pt>
                <c:pt idx="20">
                  <c:v>1.0673862</c:v>
                </c:pt>
                <c:pt idx="21">
                  <c:v>1.0666869</c:v>
                </c:pt>
                <c:pt idx="22">
                  <c:v>1.0665646</c:v>
                </c:pt>
                <c:pt idx="23">
                  <c:v>1.0661798</c:v>
                </c:pt>
                <c:pt idx="24">
                  <c:v>1.0656998</c:v>
                </c:pt>
                <c:pt idx="25">
                  <c:v>1.0652053</c:v>
                </c:pt>
                <c:pt idx="26">
                  <c:v>1.064777</c:v>
                </c:pt>
                <c:pt idx="27">
                  <c:v>1.0641971</c:v>
                </c:pt>
                <c:pt idx="28">
                  <c:v>1.063665</c:v>
                </c:pt>
                <c:pt idx="29">
                  <c:v>1.0621059</c:v>
                </c:pt>
                <c:pt idx="30">
                  <c:v>1.0628384</c:v>
                </c:pt>
                <c:pt idx="31">
                  <c:v>1.0622452</c:v>
                </c:pt>
                <c:pt idx="32">
                  <c:v>1.0618031</c:v>
                </c:pt>
                <c:pt idx="33">
                  <c:v>1.0612177</c:v>
                </c:pt>
                <c:pt idx="34">
                  <c:v>1.0608326</c:v>
                </c:pt>
                <c:pt idx="35">
                  <c:v>1.0602186</c:v>
                </c:pt>
                <c:pt idx="36">
                  <c:v>1.0598094</c:v>
                </c:pt>
                <c:pt idx="37">
                  <c:v>1.0593122</c:v>
                </c:pt>
                <c:pt idx="38">
                  <c:v>1.0586954</c:v>
                </c:pt>
                <c:pt idx="39">
                  <c:v>1.0582174</c:v>
                </c:pt>
                <c:pt idx="40">
                  <c:v>1.057813</c:v>
                </c:pt>
                <c:pt idx="41">
                  <c:v>1.057349</c:v>
                </c:pt>
                <c:pt idx="42">
                  <c:v>1.0567986</c:v>
                </c:pt>
                <c:pt idx="43">
                  <c:v>1.0563005</c:v>
                </c:pt>
                <c:pt idx="44">
                  <c:v>1.0557642</c:v>
                </c:pt>
                <c:pt idx="45">
                  <c:v>1.0552444</c:v>
                </c:pt>
                <c:pt idx="46">
                  <c:v>1.0546935</c:v>
                </c:pt>
                <c:pt idx="47">
                  <c:v>1.0543078</c:v>
                </c:pt>
                <c:pt idx="48">
                  <c:v>1.0536221</c:v>
                </c:pt>
                <c:pt idx="49">
                  <c:v>1.0530577</c:v>
                </c:pt>
                <c:pt idx="50">
                  <c:v>1.0526824</c:v>
                </c:pt>
                <c:pt idx="51">
                  <c:v>1.052031</c:v>
                </c:pt>
                <c:pt idx="52">
                  <c:v>1.0513289</c:v>
                </c:pt>
                <c:pt idx="53">
                  <c:v>1.0507299</c:v>
                </c:pt>
                <c:pt idx="54">
                  <c:v>1.0501298</c:v>
                </c:pt>
                <c:pt idx="55">
                  <c:v>1.0494179</c:v>
                </c:pt>
                <c:pt idx="56">
                  <c:v>1.0486362</c:v>
                </c:pt>
                <c:pt idx="57">
                  <c:v>1.0484657</c:v>
                </c:pt>
                <c:pt idx="58">
                  <c:v>1.0476952</c:v>
                </c:pt>
                <c:pt idx="59">
                  <c:v>1.0469732</c:v>
                </c:pt>
                <c:pt idx="60">
                  <c:v>1.0465056</c:v>
                </c:pt>
                <c:pt idx="61">
                  <c:v>1.0460054</c:v>
                </c:pt>
                <c:pt idx="62">
                  <c:v>1.0454612</c:v>
                </c:pt>
                <c:pt idx="63">
                  <c:v>1.0446862</c:v>
                </c:pt>
                <c:pt idx="64">
                  <c:v>1.0441824</c:v>
                </c:pt>
                <c:pt idx="65">
                  <c:v>1.0434502</c:v>
                </c:pt>
                <c:pt idx="66">
                  <c:v>1.0428259</c:v>
                </c:pt>
                <c:pt idx="67">
                  <c:v>1.0421854</c:v>
                </c:pt>
                <c:pt idx="68">
                  <c:v>1.0414613</c:v>
                </c:pt>
                <c:pt idx="69">
                  <c:v>1.0407263</c:v>
                </c:pt>
                <c:pt idx="70">
                  <c:v>1.0401069</c:v>
                </c:pt>
                <c:pt idx="71">
                  <c:v>1.0394262</c:v>
                </c:pt>
                <c:pt idx="72">
                  <c:v>1.038651</c:v>
                </c:pt>
                <c:pt idx="73">
                  <c:v>1.037919</c:v>
                </c:pt>
                <c:pt idx="74">
                  <c:v>1.037051</c:v>
                </c:pt>
                <c:pt idx="75">
                  <c:v>1.0362527</c:v>
                </c:pt>
                <c:pt idx="76">
                  <c:v>1.0356044</c:v>
                </c:pt>
                <c:pt idx="77">
                  <c:v>1.0347787</c:v>
                </c:pt>
                <c:pt idx="78">
                  <c:v>1.033965</c:v>
                </c:pt>
                <c:pt idx="79">
                  <c:v>1.0333673</c:v>
                </c:pt>
                <c:pt idx="80">
                  <c:v>1.0325378</c:v>
                </c:pt>
                <c:pt idx="81">
                  <c:v>1.0316503</c:v>
                </c:pt>
                <c:pt idx="82">
                  <c:v>1.0307478</c:v>
                </c:pt>
                <c:pt idx="83">
                  <c:v>1.0298867</c:v>
                </c:pt>
                <c:pt idx="84">
                  <c:v>1.028675</c:v>
                </c:pt>
                <c:pt idx="85">
                  <c:v>1.0275849</c:v>
                </c:pt>
                <c:pt idx="86">
                  <c:v>1.0264866</c:v>
                </c:pt>
                <c:pt idx="87">
                  <c:v>1.0252622</c:v>
                </c:pt>
                <c:pt idx="88">
                  <c:v>1.0237831</c:v>
                </c:pt>
                <c:pt idx="89">
                  <c:v>1.0223631</c:v>
                </c:pt>
                <c:pt idx="90">
                  <c:v>1.0208232</c:v>
                </c:pt>
                <c:pt idx="91">
                  <c:v>1.0190974</c:v>
                </c:pt>
                <c:pt idx="92">
                  <c:v>1.0172777</c:v>
                </c:pt>
                <c:pt idx="93">
                  <c:v>1.015149</c:v>
                </c:pt>
                <c:pt idx="94">
                  <c:v>1.0127045</c:v>
                </c:pt>
                <c:pt idx="95">
                  <c:v>1.0102723</c:v>
                </c:pt>
                <c:pt idx="96">
                  <c:v>1.0073868</c:v>
                </c:pt>
                <c:pt idx="97">
                  <c:v>1.0039583</c:v>
                </c:pt>
                <c:pt idx="98">
                  <c:v>1.0003572</c:v>
                </c:pt>
                <c:pt idx="99">
                  <c:v>0.99662125</c:v>
                </c:pt>
                <c:pt idx="100">
                  <c:v>0.99212366</c:v>
                </c:pt>
                <c:pt idx="101">
                  <c:v>0.9868536</c:v>
                </c:pt>
                <c:pt idx="102">
                  <c:v>0.98174083</c:v>
                </c:pt>
                <c:pt idx="103">
                  <c:v>0.97591436</c:v>
                </c:pt>
                <c:pt idx="104">
                  <c:v>0.97007543</c:v>
                </c:pt>
                <c:pt idx="105">
                  <c:v>0.96445656</c:v>
                </c:pt>
                <c:pt idx="106">
                  <c:v>0.95847607</c:v>
                </c:pt>
                <c:pt idx="107">
                  <c:v>0.95238805</c:v>
                </c:pt>
                <c:pt idx="108">
                  <c:v>0.94696367</c:v>
                </c:pt>
                <c:pt idx="109">
                  <c:v>0.94097376</c:v>
                </c:pt>
                <c:pt idx="110">
                  <c:v>0.93490064</c:v>
                </c:pt>
                <c:pt idx="111">
                  <c:v>0.92955929</c:v>
                </c:pt>
                <c:pt idx="112">
                  <c:v>0.923531</c:v>
                </c:pt>
                <c:pt idx="113">
                  <c:v>0.91749549</c:v>
                </c:pt>
                <c:pt idx="114">
                  <c:v>0.91132522</c:v>
                </c:pt>
                <c:pt idx="115">
                  <c:v>0.90572721</c:v>
                </c:pt>
                <c:pt idx="116">
                  <c:v>0.89935088</c:v>
                </c:pt>
                <c:pt idx="117">
                  <c:v>0.89281535</c:v>
                </c:pt>
                <c:pt idx="118">
                  <c:v>0.88658011</c:v>
                </c:pt>
                <c:pt idx="119">
                  <c:v>0.88007373</c:v>
                </c:pt>
              </c:numCache>
            </c:numRef>
          </c:yVal>
        </c:ser>
        <c:ser>
          <c:idx val="19"/>
          <c:order val="19"/>
          <c:tx>
            <c:v>Batch3_cell_020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62</c:v>
                </c:pt>
                <c:pt idx="10">
                  <c:v>69</c:v>
                </c:pt>
                <c:pt idx="11">
                  <c:v>76</c:v>
                </c:pt>
                <c:pt idx="12">
                  <c:v>83</c:v>
                </c:pt>
                <c:pt idx="13">
                  <c:v>90</c:v>
                </c:pt>
                <c:pt idx="14">
                  <c:v>96</c:v>
                </c:pt>
                <c:pt idx="15">
                  <c:v>103</c:v>
                </c:pt>
                <c:pt idx="16">
                  <c:v>110</c:v>
                </c:pt>
                <c:pt idx="17">
                  <c:v>117</c:v>
                </c:pt>
                <c:pt idx="18">
                  <c:v>124</c:v>
                </c:pt>
                <c:pt idx="19">
                  <c:v>130</c:v>
                </c:pt>
                <c:pt idx="20">
                  <c:v>137</c:v>
                </c:pt>
                <c:pt idx="21">
                  <c:v>144</c:v>
                </c:pt>
                <c:pt idx="22">
                  <c:v>151</c:v>
                </c:pt>
                <c:pt idx="23">
                  <c:v>158</c:v>
                </c:pt>
                <c:pt idx="24">
                  <c:v>165</c:v>
                </c:pt>
                <c:pt idx="25">
                  <c:v>171</c:v>
                </c:pt>
                <c:pt idx="26">
                  <c:v>178</c:v>
                </c:pt>
                <c:pt idx="27">
                  <c:v>185</c:v>
                </c:pt>
                <c:pt idx="28">
                  <c:v>192</c:v>
                </c:pt>
                <c:pt idx="29">
                  <c:v>199</c:v>
                </c:pt>
                <c:pt idx="30">
                  <c:v>205</c:v>
                </c:pt>
                <c:pt idx="31">
                  <c:v>212</c:v>
                </c:pt>
                <c:pt idx="32">
                  <c:v>219</c:v>
                </c:pt>
                <c:pt idx="33">
                  <c:v>226</c:v>
                </c:pt>
                <c:pt idx="34">
                  <c:v>233</c:v>
                </c:pt>
                <c:pt idx="35">
                  <c:v>240</c:v>
                </c:pt>
                <c:pt idx="36">
                  <c:v>246</c:v>
                </c:pt>
                <c:pt idx="37">
                  <c:v>253</c:v>
                </c:pt>
                <c:pt idx="38">
                  <c:v>260</c:v>
                </c:pt>
                <c:pt idx="39">
                  <c:v>267</c:v>
                </c:pt>
                <c:pt idx="40">
                  <c:v>274</c:v>
                </c:pt>
                <c:pt idx="41">
                  <c:v>280</c:v>
                </c:pt>
                <c:pt idx="42">
                  <c:v>287</c:v>
                </c:pt>
                <c:pt idx="43">
                  <c:v>294</c:v>
                </c:pt>
                <c:pt idx="44">
                  <c:v>301</c:v>
                </c:pt>
                <c:pt idx="45">
                  <c:v>308</c:v>
                </c:pt>
                <c:pt idx="46">
                  <c:v>314</c:v>
                </c:pt>
                <c:pt idx="47">
                  <c:v>321</c:v>
                </c:pt>
                <c:pt idx="48">
                  <c:v>328</c:v>
                </c:pt>
                <c:pt idx="49">
                  <c:v>335</c:v>
                </c:pt>
                <c:pt idx="50">
                  <c:v>342</c:v>
                </c:pt>
                <c:pt idx="51">
                  <c:v>349</c:v>
                </c:pt>
                <c:pt idx="52">
                  <c:v>355</c:v>
                </c:pt>
                <c:pt idx="53">
                  <c:v>362</c:v>
                </c:pt>
                <c:pt idx="54">
                  <c:v>369</c:v>
                </c:pt>
                <c:pt idx="55">
                  <c:v>376</c:v>
                </c:pt>
                <c:pt idx="56">
                  <c:v>383</c:v>
                </c:pt>
                <c:pt idx="57">
                  <c:v>389</c:v>
                </c:pt>
                <c:pt idx="58">
                  <c:v>396</c:v>
                </c:pt>
                <c:pt idx="59">
                  <c:v>403</c:v>
                </c:pt>
                <c:pt idx="60">
                  <c:v>410</c:v>
                </c:pt>
                <c:pt idx="61">
                  <c:v>417</c:v>
                </c:pt>
                <c:pt idx="62">
                  <c:v>424</c:v>
                </c:pt>
                <c:pt idx="63">
                  <c:v>430</c:v>
                </c:pt>
                <c:pt idx="64">
                  <c:v>437</c:v>
                </c:pt>
                <c:pt idx="65">
                  <c:v>444</c:v>
                </c:pt>
                <c:pt idx="66">
                  <c:v>451</c:v>
                </c:pt>
                <c:pt idx="67">
                  <c:v>458</c:v>
                </c:pt>
                <c:pt idx="68">
                  <c:v>464</c:v>
                </c:pt>
                <c:pt idx="69">
                  <c:v>471</c:v>
                </c:pt>
                <c:pt idx="70">
                  <c:v>478</c:v>
                </c:pt>
                <c:pt idx="71">
                  <c:v>485</c:v>
                </c:pt>
                <c:pt idx="72">
                  <c:v>492</c:v>
                </c:pt>
                <c:pt idx="73">
                  <c:v>499</c:v>
                </c:pt>
                <c:pt idx="74">
                  <c:v>505</c:v>
                </c:pt>
                <c:pt idx="75">
                  <c:v>512</c:v>
                </c:pt>
                <c:pt idx="76">
                  <c:v>519</c:v>
                </c:pt>
                <c:pt idx="77">
                  <c:v>526</c:v>
                </c:pt>
                <c:pt idx="78">
                  <c:v>533</c:v>
                </c:pt>
                <c:pt idx="79">
                  <c:v>539</c:v>
                </c:pt>
                <c:pt idx="80">
                  <c:v>546</c:v>
                </c:pt>
                <c:pt idx="81">
                  <c:v>553</c:v>
                </c:pt>
                <c:pt idx="82">
                  <c:v>560</c:v>
                </c:pt>
                <c:pt idx="83">
                  <c:v>567</c:v>
                </c:pt>
                <c:pt idx="84">
                  <c:v>573</c:v>
                </c:pt>
                <c:pt idx="85">
                  <c:v>580</c:v>
                </c:pt>
                <c:pt idx="86">
                  <c:v>587</c:v>
                </c:pt>
                <c:pt idx="87">
                  <c:v>594</c:v>
                </c:pt>
                <c:pt idx="88">
                  <c:v>601</c:v>
                </c:pt>
                <c:pt idx="89">
                  <c:v>608</c:v>
                </c:pt>
                <c:pt idx="90">
                  <c:v>614</c:v>
                </c:pt>
                <c:pt idx="91">
                  <c:v>621</c:v>
                </c:pt>
                <c:pt idx="92">
                  <c:v>628</c:v>
                </c:pt>
                <c:pt idx="93">
                  <c:v>635</c:v>
                </c:pt>
                <c:pt idx="94">
                  <c:v>642</c:v>
                </c:pt>
                <c:pt idx="95">
                  <c:v>648</c:v>
                </c:pt>
                <c:pt idx="96">
                  <c:v>655</c:v>
                </c:pt>
                <c:pt idx="97">
                  <c:v>662</c:v>
                </c:pt>
                <c:pt idx="98">
                  <c:v>669</c:v>
                </c:pt>
                <c:pt idx="99">
                  <c:v>676</c:v>
                </c:pt>
                <c:pt idx="100">
                  <c:v>683</c:v>
                </c:pt>
                <c:pt idx="101">
                  <c:v>689</c:v>
                </c:pt>
                <c:pt idx="102">
                  <c:v>696</c:v>
                </c:pt>
                <c:pt idx="103">
                  <c:v>703</c:v>
                </c:pt>
                <c:pt idx="104">
                  <c:v>710</c:v>
                </c:pt>
                <c:pt idx="105">
                  <c:v>717</c:v>
                </c:pt>
                <c:pt idx="106">
                  <c:v>723</c:v>
                </c:pt>
                <c:pt idx="107">
                  <c:v>730</c:v>
                </c:pt>
                <c:pt idx="108">
                  <c:v>737</c:v>
                </c:pt>
                <c:pt idx="109">
                  <c:v>744</c:v>
                </c:pt>
                <c:pt idx="110">
                  <c:v>751</c:v>
                </c:pt>
                <c:pt idx="111">
                  <c:v>757</c:v>
                </c:pt>
                <c:pt idx="112">
                  <c:v>764</c:v>
                </c:pt>
                <c:pt idx="113">
                  <c:v>771</c:v>
                </c:pt>
                <c:pt idx="114">
                  <c:v>778</c:v>
                </c:pt>
                <c:pt idx="115">
                  <c:v>785</c:v>
                </c:pt>
                <c:pt idx="116">
                  <c:v>792</c:v>
                </c:pt>
                <c:pt idx="117">
                  <c:v>798</c:v>
                </c:pt>
                <c:pt idx="118">
                  <c:v>805</c:v>
                </c:pt>
                <c:pt idx="119">
                  <c:v>812</c:v>
                </c:pt>
              </c:numCache>
            </c:numRef>
          </c:xVal>
          <c:yVal>
            <c:numRef>
              <c:f>'Chart Data'!$AN$2:$AN$121</c:f>
              <c:numCache>
                <c:formatCode>General</c:formatCode>
                <c:ptCount val="120"/>
                <c:pt idx="0">
                  <c:v>1.063777</c:v>
                </c:pt>
                <c:pt idx="1">
                  <c:v>1.0673007</c:v>
                </c:pt>
                <c:pt idx="2">
                  <c:v>1.0678315</c:v>
                </c:pt>
                <c:pt idx="3">
                  <c:v>1.0680176</c:v>
                </c:pt>
                <c:pt idx="4">
                  <c:v>1.0679771</c:v>
                </c:pt>
                <c:pt idx="5">
                  <c:v>1.0680426</c:v>
                </c:pt>
                <c:pt idx="6">
                  <c:v>1.0678222</c:v>
                </c:pt>
                <c:pt idx="7">
                  <c:v>1.0677624</c:v>
                </c:pt>
                <c:pt idx="8">
                  <c:v>1.0678129</c:v>
                </c:pt>
                <c:pt idx="9">
                  <c:v>1.0676422</c:v>
                </c:pt>
                <c:pt idx="10">
                  <c:v>1.0673673</c:v>
                </c:pt>
                <c:pt idx="11">
                  <c:v>1.0671766</c:v>
                </c:pt>
                <c:pt idx="12">
                  <c:v>1.067011</c:v>
                </c:pt>
                <c:pt idx="13">
                  <c:v>1.066873</c:v>
                </c:pt>
                <c:pt idx="14">
                  <c:v>1.0666676</c:v>
                </c:pt>
                <c:pt idx="15">
                  <c:v>1.0663484</c:v>
                </c:pt>
                <c:pt idx="16">
                  <c:v>1.0663533</c:v>
                </c:pt>
                <c:pt idx="17">
                  <c:v>1.066156</c:v>
                </c:pt>
                <c:pt idx="18">
                  <c:v>1.0658327</c:v>
                </c:pt>
                <c:pt idx="19">
                  <c:v>1.0655422</c:v>
                </c:pt>
                <c:pt idx="20">
                  <c:v>1.0653923</c:v>
                </c:pt>
                <c:pt idx="21">
                  <c:v>1.0652699</c:v>
                </c:pt>
                <c:pt idx="22">
                  <c:v>1.0649748</c:v>
                </c:pt>
                <c:pt idx="23">
                  <c:v>1.0646069</c:v>
                </c:pt>
                <c:pt idx="24">
                  <c:v>1.0641558</c:v>
                </c:pt>
                <c:pt idx="25">
                  <c:v>1.0641748</c:v>
                </c:pt>
                <c:pt idx="26">
                  <c:v>1.0640199</c:v>
                </c:pt>
                <c:pt idx="27">
                  <c:v>1.0636131</c:v>
                </c:pt>
                <c:pt idx="28">
                  <c:v>1.0632676</c:v>
                </c:pt>
                <c:pt idx="29">
                  <c:v>1.0630527</c:v>
                </c:pt>
                <c:pt idx="30">
                  <c:v>1.0628526</c:v>
                </c:pt>
                <c:pt idx="31">
                  <c:v>1.0625467</c:v>
                </c:pt>
                <c:pt idx="32">
                  <c:v>1.0624015</c:v>
                </c:pt>
                <c:pt idx="33">
                  <c:v>1.0619574</c:v>
                </c:pt>
                <c:pt idx="34">
                  <c:v>1.061603</c:v>
                </c:pt>
                <c:pt idx="35">
                  <c:v>1.061355</c:v>
                </c:pt>
                <c:pt idx="36">
                  <c:v>1.0611087</c:v>
                </c:pt>
                <c:pt idx="37">
                  <c:v>1.0608339</c:v>
                </c:pt>
                <c:pt idx="38">
                  <c:v>1.0603119</c:v>
                </c:pt>
                <c:pt idx="39">
                  <c:v>1.0600716</c:v>
                </c:pt>
                <c:pt idx="40">
                  <c:v>1.0596833</c:v>
                </c:pt>
                <c:pt idx="41">
                  <c:v>1.0594118</c:v>
                </c:pt>
                <c:pt idx="42">
                  <c:v>1.0589813</c:v>
                </c:pt>
                <c:pt idx="43">
                  <c:v>1.058548</c:v>
                </c:pt>
                <c:pt idx="44">
                  <c:v>1.0582263</c:v>
                </c:pt>
                <c:pt idx="45">
                  <c:v>1.0577925</c:v>
                </c:pt>
                <c:pt idx="46">
                  <c:v>1.0574349</c:v>
                </c:pt>
                <c:pt idx="47">
                  <c:v>1.0568476</c:v>
                </c:pt>
                <c:pt idx="48">
                  <c:v>1.056401</c:v>
                </c:pt>
                <c:pt idx="49">
                  <c:v>1.056227</c:v>
                </c:pt>
                <c:pt idx="50">
                  <c:v>1.0557543</c:v>
                </c:pt>
                <c:pt idx="51">
                  <c:v>1.055331</c:v>
                </c:pt>
                <c:pt idx="52">
                  <c:v>1.0549513</c:v>
                </c:pt>
                <c:pt idx="53">
                  <c:v>1.0544688</c:v>
                </c:pt>
                <c:pt idx="54">
                  <c:v>1.0541379</c:v>
                </c:pt>
                <c:pt idx="55">
                  <c:v>1.0537094</c:v>
                </c:pt>
                <c:pt idx="56">
                  <c:v>1.0533366</c:v>
                </c:pt>
                <c:pt idx="57">
                  <c:v>1.0530144</c:v>
                </c:pt>
                <c:pt idx="58">
                  <c:v>1.0526115</c:v>
                </c:pt>
                <c:pt idx="59">
                  <c:v>1.0521855</c:v>
                </c:pt>
                <c:pt idx="60">
                  <c:v>1.0515761</c:v>
                </c:pt>
                <c:pt idx="61">
                  <c:v>1.0511653</c:v>
                </c:pt>
                <c:pt idx="62">
                  <c:v>1.0506139</c:v>
                </c:pt>
                <c:pt idx="63">
                  <c:v>1.0502625</c:v>
                </c:pt>
                <c:pt idx="64">
                  <c:v>1.0496367</c:v>
                </c:pt>
                <c:pt idx="65">
                  <c:v>1.0489807</c:v>
                </c:pt>
                <c:pt idx="66">
                  <c:v>1.0484231</c:v>
                </c:pt>
                <c:pt idx="67">
                  <c:v>1.0478845</c:v>
                </c:pt>
                <c:pt idx="68">
                  <c:v>1.0475676</c:v>
                </c:pt>
                <c:pt idx="69">
                  <c:v>1.0468838</c:v>
                </c:pt>
                <c:pt idx="70">
                  <c:v>1.0461839</c:v>
                </c:pt>
                <c:pt idx="71">
                  <c:v>1.0455855</c:v>
                </c:pt>
                <c:pt idx="72">
                  <c:v>1.0449548</c:v>
                </c:pt>
                <c:pt idx="73">
                  <c:v>1.0440036</c:v>
                </c:pt>
                <c:pt idx="74">
                  <c:v>1.0434736</c:v>
                </c:pt>
                <c:pt idx="75">
                  <c:v>1.0424727</c:v>
                </c:pt>
                <c:pt idx="76">
                  <c:v>1.0420629</c:v>
                </c:pt>
                <c:pt idx="77">
                  <c:v>1.0415128</c:v>
                </c:pt>
                <c:pt idx="78">
                  <c:v>1.0405306</c:v>
                </c:pt>
                <c:pt idx="79">
                  <c:v>1.0398126</c:v>
                </c:pt>
                <c:pt idx="80">
                  <c:v>1.0389147</c:v>
                </c:pt>
                <c:pt idx="81">
                  <c:v>1.0382377</c:v>
                </c:pt>
                <c:pt idx="82">
                  <c:v>1.0373029</c:v>
                </c:pt>
                <c:pt idx="83">
                  <c:v>1.0365105</c:v>
                </c:pt>
                <c:pt idx="84">
                  <c:v>1.0357436</c:v>
                </c:pt>
                <c:pt idx="85">
                  <c:v>1.0347812</c:v>
                </c:pt>
                <c:pt idx="86">
                  <c:v>1.0337825</c:v>
                </c:pt>
                <c:pt idx="87">
                  <c:v>1.0326786</c:v>
                </c:pt>
                <c:pt idx="88">
                  <c:v>1.0315048</c:v>
                </c:pt>
                <c:pt idx="89">
                  <c:v>1.0301691</c:v>
                </c:pt>
                <c:pt idx="90">
                  <c:v>1.0292588</c:v>
                </c:pt>
                <c:pt idx="91">
                  <c:v>1.0279205</c:v>
                </c:pt>
                <c:pt idx="92">
                  <c:v>1.026508</c:v>
                </c:pt>
                <c:pt idx="93">
                  <c:v>1.0249504</c:v>
                </c:pt>
                <c:pt idx="94">
                  <c:v>1.02323</c:v>
                </c:pt>
                <c:pt idx="95">
                  <c:v>1.0218366</c:v>
                </c:pt>
                <c:pt idx="96">
                  <c:v>1.0199931</c:v>
                </c:pt>
                <c:pt idx="97">
                  <c:v>1.0178665</c:v>
                </c:pt>
                <c:pt idx="98">
                  <c:v>1.0154665</c:v>
                </c:pt>
                <c:pt idx="99">
                  <c:v>1.0130951</c:v>
                </c:pt>
                <c:pt idx="100">
                  <c:v>1.0104682</c:v>
                </c:pt>
                <c:pt idx="101">
                  <c:v>1.0079728</c:v>
                </c:pt>
                <c:pt idx="102">
                  <c:v>1.0048951</c:v>
                </c:pt>
                <c:pt idx="103">
                  <c:v>1.0011955</c:v>
                </c:pt>
                <c:pt idx="104">
                  <c:v>0.99709409</c:v>
                </c:pt>
                <c:pt idx="105">
                  <c:v>0.99262172</c:v>
                </c:pt>
                <c:pt idx="106">
                  <c:v>0.98830724</c:v>
                </c:pt>
                <c:pt idx="107">
                  <c:v>0.98298043</c:v>
                </c:pt>
                <c:pt idx="108">
                  <c:v>0.97684193</c:v>
                </c:pt>
                <c:pt idx="109">
                  <c:v>0.96996093</c:v>
                </c:pt>
                <c:pt idx="110">
                  <c:v>0.96217978</c:v>
                </c:pt>
                <c:pt idx="111">
                  <c:v>0.95518631</c:v>
                </c:pt>
                <c:pt idx="112">
                  <c:v>0.94630831</c:v>
                </c:pt>
                <c:pt idx="113">
                  <c:v>0.93702644</c:v>
                </c:pt>
                <c:pt idx="114">
                  <c:v>0.92749727</c:v>
                </c:pt>
                <c:pt idx="115">
                  <c:v>0.91752118</c:v>
                </c:pt>
                <c:pt idx="116">
                  <c:v>0.90745121</c:v>
                </c:pt>
                <c:pt idx="117">
                  <c:v>0.89917713</c:v>
                </c:pt>
                <c:pt idx="118">
                  <c:v>0.88951796</c:v>
                </c:pt>
                <c:pt idx="119">
                  <c:v>0.88059181</c:v>
                </c:pt>
              </c:numCache>
            </c:numRef>
          </c:yVal>
        </c:ser>
        <c:ser>
          <c:idx val="20"/>
          <c:order val="20"/>
          <c:tx>
            <c:v>Batch3_cell_021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Data'!$AO$2:$AO$121</c:f>
              <c:numCache>
                <c:formatCode>General</c:formatCode>
                <c:ptCount val="120"/>
                <c:pt idx="0">
                  <c:v>1</c:v>
                </c:pt>
                <c:pt idx="1">
                  <c:v>7</c:v>
                </c:pt>
                <c:pt idx="2">
                  <c:v>14</c:v>
                </c:pt>
                <c:pt idx="3">
                  <c:v>20</c:v>
                </c:pt>
                <c:pt idx="4">
                  <c:v>27</c:v>
                </c:pt>
                <c:pt idx="5">
                  <c:v>33</c:v>
                </c:pt>
                <c:pt idx="6">
                  <c:v>40</c:v>
                </c:pt>
                <c:pt idx="7">
                  <c:v>46</c:v>
                </c:pt>
                <c:pt idx="8">
                  <c:v>53</c:v>
                </c:pt>
                <c:pt idx="9">
                  <c:v>59</c:v>
                </c:pt>
                <c:pt idx="10">
                  <c:v>66</c:v>
                </c:pt>
                <c:pt idx="11">
                  <c:v>72</c:v>
                </c:pt>
                <c:pt idx="12">
                  <c:v>79</c:v>
                </c:pt>
                <c:pt idx="13">
                  <c:v>85</c:v>
                </c:pt>
                <c:pt idx="14">
                  <c:v>92</c:v>
                </c:pt>
                <c:pt idx="15">
                  <c:v>98</c:v>
                </c:pt>
                <c:pt idx="16">
                  <c:v>105</c:v>
                </c:pt>
                <c:pt idx="17">
                  <c:v>111</c:v>
                </c:pt>
                <c:pt idx="18">
                  <c:v>117</c:v>
                </c:pt>
                <c:pt idx="19">
                  <c:v>124</c:v>
                </c:pt>
                <c:pt idx="20">
                  <c:v>130</c:v>
                </c:pt>
                <c:pt idx="21">
                  <c:v>137</c:v>
                </c:pt>
                <c:pt idx="22">
                  <c:v>143</c:v>
                </c:pt>
                <c:pt idx="23">
                  <c:v>150</c:v>
                </c:pt>
                <c:pt idx="24">
                  <c:v>156</c:v>
                </c:pt>
                <c:pt idx="25">
                  <c:v>163</c:v>
                </c:pt>
                <c:pt idx="26">
                  <c:v>169</c:v>
                </c:pt>
                <c:pt idx="27">
                  <c:v>176</c:v>
                </c:pt>
                <c:pt idx="28">
                  <c:v>182</c:v>
                </c:pt>
                <c:pt idx="29">
                  <c:v>189</c:v>
                </c:pt>
                <c:pt idx="30">
                  <c:v>195</c:v>
                </c:pt>
                <c:pt idx="31">
                  <c:v>202</c:v>
                </c:pt>
                <c:pt idx="32">
                  <c:v>208</c:v>
                </c:pt>
                <c:pt idx="33">
                  <c:v>215</c:v>
                </c:pt>
                <c:pt idx="34">
                  <c:v>221</c:v>
                </c:pt>
                <c:pt idx="35">
                  <c:v>227</c:v>
                </c:pt>
                <c:pt idx="36">
                  <c:v>234</c:v>
                </c:pt>
                <c:pt idx="37">
                  <c:v>240</c:v>
                </c:pt>
                <c:pt idx="38">
                  <c:v>247</c:v>
                </c:pt>
                <c:pt idx="39">
                  <c:v>253</c:v>
                </c:pt>
                <c:pt idx="40">
                  <c:v>260</c:v>
                </c:pt>
                <c:pt idx="41">
                  <c:v>266</c:v>
                </c:pt>
                <c:pt idx="42">
                  <c:v>273</c:v>
                </c:pt>
                <c:pt idx="43">
                  <c:v>279</c:v>
                </c:pt>
                <c:pt idx="44">
                  <c:v>286</c:v>
                </c:pt>
                <c:pt idx="45">
                  <c:v>292</c:v>
                </c:pt>
                <c:pt idx="46">
                  <c:v>299</c:v>
                </c:pt>
                <c:pt idx="47">
                  <c:v>305</c:v>
                </c:pt>
                <c:pt idx="48">
                  <c:v>312</c:v>
                </c:pt>
                <c:pt idx="49">
                  <c:v>318</c:v>
                </c:pt>
                <c:pt idx="50">
                  <c:v>325</c:v>
                </c:pt>
                <c:pt idx="51">
                  <c:v>331</c:v>
                </c:pt>
                <c:pt idx="52">
                  <c:v>337</c:v>
                </c:pt>
                <c:pt idx="53">
                  <c:v>344</c:v>
                </c:pt>
                <c:pt idx="54">
                  <c:v>350</c:v>
                </c:pt>
                <c:pt idx="55">
                  <c:v>357</c:v>
                </c:pt>
                <c:pt idx="56">
                  <c:v>363</c:v>
                </c:pt>
                <c:pt idx="57">
                  <c:v>370</c:v>
                </c:pt>
                <c:pt idx="58">
                  <c:v>376</c:v>
                </c:pt>
                <c:pt idx="59">
                  <c:v>383</c:v>
                </c:pt>
                <c:pt idx="60">
                  <c:v>389</c:v>
                </c:pt>
                <c:pt idx="61">
                  <c:v>396</c:v>
                </c:pt>
                <c:pt idx="62">
                  <c:v>402</c:v>
                </c:pt>
                <c:pt idx="63">
                  <c:v>409</c:v>
                </c:pt>
                <c:pt idx="64">
                  <c:v>415</c:v>
                </c:pt>
                <c:pt idx="65">
                  <c:v>422</c:v>
                </c:pt>
                <c:pt idx="66">
                  <c:v>428</c:v>
                </c:pt>
                <c:pt idx="67">
                  <c:v>435</c:v>
                </c:pt>
                <c:pt idx="68">
                  <c:v>441</c:v>
                </c:pt>
                <c:pt idx="69">
                  <c:v>447</c:v>
                </c:pt>
                <c:pt idx="70">
                  <c:v>454</c:v>
                </c:pt>
                <c:pt idx="71">
                  <c:v>460</c:v>
                </c:pt>
                <c:pt idx="72">
                  <c:v>467</c:v>
                </c:pt>
                <c:pt idx="73">
                  <c:v>473</c:v>
                </c:pt>
                <c:pt idx="74">
                  <c:v>480</c:v>
                </c:pt>
                <c:pt idx="75">
                  <c:v>486</c:v>
                </c:pt>
                <c:pt idx="76">
                  <c:v>493</c:v>
                </c:pt>
                <c:pt idx="77">
                  <c:v>499</c:v>
                </c:pt>
                <c:pt idx="78">
                  <c:v>506</c:v>
                </c:pt>
                <c:pt idx="79">
                  <c:v>512</c:v>
                </c:pt>
                <c:pt idx="80">
                  <c:v>519</c:v>
                </c:pt>
                <c:pt idx="81">
                  <c:v>525</c:v>
                </c:pt>
                <c:pt idx="82">
                  <c:v>532</c:v>
                </c:pt>
                <c:pt idx="83">
                  <c:v>538</c:v>
                </c:pt>
                <c:pt idx="84">
                  <c:v>545</c:v>
                </c:pt>
                <c:pt idx="85">
                  <c:v>551</c:v>
                </c:pt>
                <c:pt idx="86">
                  <c:v>557</c:v>
                </c:pt>
                <c:pt idx="87">
                  <c:v>564</c:v>
                </c:pt>
                <c:pt idx="88">
                  <c:v>570</c:v>
                </c:pt>
                <c:pt idx="89">
                  <c:v>577</c:v>
                </c:pt>
                <c:pt idx="90">
                  <c:v>583</c:v>
                </c:pt>
                <c:pt idx="91">
                  <c:v>590</c:v>
                </c:pt>
                <c:pt idx="92">
                  <c:v>596</c:v>
                </c:pt>
                <c:pt idx="93">
                  <c:v>603</c:v>
                </c:pt>
                <c:pt idx="94">
                  <c:v>609</c:v>
                </c:pt>
                <c:pt idx="95">
                  <c:v>616</c:v>
                </c:pt>
                <c:pt idx="96">
                  <c:v>622</c:v>
                </c:pt>
                <c:pt idx="97">
                  <c:v>629</c:v>
                </c:pt>
                <c:pt idx="98">
                  <c:v>635</c:v>
                </c:pt>
                <c:pt idx="99">
                  <c:v>642</c:v>
                </c:pt>
                <c:pt idx="100">
                  <c:v>648</c:v>
                </c:pt>
                <c:pt idx="101">
                  <c:v>655</c:v>
                </c:pt>
                <c:pt idx="102">
                  <c:v>661</c:v>
                </c:pt>
                <c:pt idx="103">
                  <c:v>667</c:v>
                </c:pt>
                <c:pt idx="104">
                  <c:v>674</c:v>
                </c:pt>
                <c:pt idx="105">
                  <c:v>680</c:v>
                </c:pt>
                <c:pt idx="106">
                  <c:v>687</c:v>
                </c:pt>
                <c:pt idx="107">
                  <c:v>693</c:v>
                </c:pt>
                <c:pt idx="108">
                  <c:v>700</c:v>
                </c:pt>
                <c:pt idx="109">
                  <c:v>706</c:v>
                </c:pt>
                <c:pt idx="110">
                  <c:v>713</c:v>
                </c:pt>
                <c:pt idx="111">
                  <c:v>719</c:v>
                </c:pt>
                <c:pt idx="112">
                  <c:v>726</c:v>
                </c:pt>
                <c:pt idx="113">
                  <c:v>732</c:v>
                </c:pt>
                <c:pt idx="114">
                  <c:v>739</c:v>
                </c:pt>
                <c:pt idx="115">
                  <c:v>745</c:v>
                </c:pt>
                <c:pt idx="116">
                  <c:v>752</c:v>
                </c:pt>
                <c:pt idx="117">
                  <c:v>758</c:v>
                </c:pt>
                <c:pt idx="118">
                  <c:v>765</c:v>
                </c:pt>
                <c:pt idx="119">
                  <c:v>771</c:v>
                </c:pt>
              </c:numCache>
            </c:numRef>
          </c:xVal>
          <c:yVal>
            <c:numRef>
              <c:f>'Chart Data'!$AP$2:$AP$121</c:f>
              <c:numCache>
                <c:formatCode>General</c:formatCode>
                <c:ptCount val="120"/>
                <c:pt idx="0">
                  <c:v>1.0678786</c:v>
                </c:pt>
                <c:pt idx="1">
                  <c:v>1.0686967</c:v>
                </c:pt>
                <c:pt idx="2">
                  <c:v>1.0681823</c:v>
                </c:pt>
                <c:pt idx="3">
                  <c:v>1.0673078</c:v>
                </c:pt>
                <c:pt idx="4">
                  <c:v>1.0659752</c:v>
                </c:pt>
                <c:pt idx="5">
                  <c:v>1.0652069</c:v>
                </c:pt>
                <c:pt idx="6">
                  <c:v>1.0639905</c:v>
                </c:pt>
                <c:pt idx="7">
                  <c:v>1.0628786</c:v>
                </c:pt>
                <c:pt idx="8">
                  <c:v>1.0619019</c:v>
                </c:pt>
                <c:pt idx="9">
                  <c:v>1.06081</c:v>
                </c:pt>
                <c:pt idx="10">
                  <c:v>1.059707</c:v>
                </c:pt>
                <c:pt idx="11">
                  <c:v>1.0586686</c:v>
                </c:pt>
                <c:pt idx="12">
                  <c:v>1.0573313</c:v>
                </c:pt>
                <c:pt idx="13">
                  <c:v>1.0563747</c:v>
                </c:pt>
                <c:pt idx="14">
                  <c:v>1.0554793</c:v>
                </c:pt>
                <c:pt idx="15">
                  <c:v>1.0542849</c:v>
                </c:pt>
                <c:pt idx="16">
                  <c:v>1.0530047</c:v>
                </c:pt>
                <c:pt idx="17">
                  <c:v>1.0518945</c:v>
                </c:pt>
                <c:pt idx="18">
                  <c:v>1.0510527</c:v>
                </c:pt>
                <c:pt idx="19">
                  <c:v>1.0501732</c:v>
                </c:pt>
                <c:pt idx="20">
                  <c:v>1.0492711</c:v>
                </c:pt>
                <c:pt idx="21">
                  <c:v>1.0482342</c:v>
                </c:pt>
                <c:pt idx="22">
                  <c:v>1.0469439</c:v>
                </c:pt>
                <c:pt idx="23">
                  <c:v>1.0459061</c:v>
                </c:pt>
                <c:pt idx="24">
                  <c:v>1.0452336</c:v>
                </c:pt>
                <c:pt idx="25">
                  <c:v>1.0443232</c:v>
                </c:pt>
                <c:pt idx="26">
                  <c:v>1.0430971</c:v>
                </c:pt>
                <c:pt idx="27">
                  <c:v>1.041728</c:v>
                </c:pt>
                <c:pt idx="28">
                  <c:v>1.0407059</c:v>
                </c:pt>
                <c:pt idx="29">
                  <c:v>1.039886</c:v>
                </c:pt>
                <c:pt idx="30">
                  <c:v>1.0389708</c:v>
                </c:pt>
                <c:pt idx="31">
                  <c:v>1.0379086</c:v>
                </c:pt>
                <c:pt idx="32">
                  <c:v>1.0367821</c:v>
                </c:pt>
                <c:pt idx="33">
                  <c:v>1.035516</c:v>
                </c:pt>
                <c:pt idx="34">
                  <c:v>1.0348872</c:v>
                </c:pt>
                <c:pt idx="35">
                  <c:v>1.0340593</c:v>
                </c:pt>
                <c:pt idx="36">
                  <c:v>1.0330466</c:v>
                </c:pt>
                <c:pt idx="37">
                  <c:v>1.032337</c:v>
                </c:pt>
                <c:pt idx="38">
                  <c:v>1.0312054</c:v>
                </c:pt>
                <c:pt idx="39">
                  <c:v>1.0304496</c:v>
                </c:pt>
                <c:pt idx="40">
                  <c:v>1.0293635</c:v>
                </c:pt>
                <c:pt idx="41">
                  <c:v>1.0287362</c:v>
                </c:pt>
                <c:pt idx="42">
                  <c:v>1.0274919</c:v>
                </c:pt>
                <c:pt idx="43">
                  <c:v>1.0267754</c:v>
                </c:pt>
                <c:pt idx="44">
                  <c:v>1.0257671</c:v>
                </c:pt>
                <c:pt idx="45">
                  <c:v>1.0251044</c:v>
                </c:pt>
                <c:pt idx="46">
                  <c:v>1.0241158</c:v>
                </c:pt>
                <c:pt idx="47">
                  <c:v>1.0233271</c:v>
                </c:pt>
                <c:pt idx="48">
                  <c:v>1.0224543</c:v>
                </c:pt>
                <c:pt idx="49">
                  <c:v>1.0216091</c:v>
                </c:pt>
                <c:pt idx="50">
                  <c:v>1.0207286</c:v>
                </c:pt>
                <c:pt idx="51">
                  <c:v>1.0200075</c:v>
                </c:pt>
                <c:pt idx="52">
                  <c:v>1.0191866</c:v>
                </c:pt>
                <c:pt idx="53">
                  <c:v>1.0181808</c:v>
                </c:pt>
                <c:pt idx="54">
                  <c:v>1.0173975</c:v>
                </c:pt>
                <c:pt idx="55">
                  <c:v>1.0163914</c:v>
                </c:pt>
                <c:pt idx="56">
                  <c:v>1.0155175</c:v>
                </c:pt>
                <c:pt idx="57">
                  <c:v>1.0146412</c:v>
                </c:pt>
                <c:pt idx="58">
                  <c:v>1.0138531</c:v>
                </c:pt>
                <c:pt idx="59">
                  <c:v>1.0129813</c:v>
                </c:pt>
                <c:pt idx="60">
                  <c:v>1.0120157</c:v>
                </c:pt>
                <c:pt idx="61">
                  <c:v>1.0108805</c:v>
                </c:pt>
                <c:pt idx="62">
                  <c:v>1.0099573</c:v>
                </c:pt>
                <c:pt idx="63">
                  <c:v>1.0091572</c:v>
                </c:pt>
                <c:pt idx="64">
                  <c:v>1.0082903</c:v>
                </c:pt>
                <c:pt idx="65">
                  <c:v>1.0072172</c:v>
                </c:pt>
                <c:pt idx="66">
                  <c:v>1.0062617</c:v>
                </c:pt>
                <c:pt idx="67">
                  <c:v>1.0051602</c:v>
                </c:pt>
                <c:pt idx="68">
                  <c:v>1.0043013</c:v>
                </c:pt>
                <c:pt idx="69">
                  <c:v>1.0033067</c:v>
                </c:pt>
                <c:pt idx="70">
                  <c:v>1.0021627</c:v>
                </c:pt>
                <c:pt idx="71">
                  <c:v>1.0011189</c:v>
                </c:pt>
                <c:pt idx="72">
                  <c:v>1.0000238</c:v>
                </c:pt>
                <c:pt idx="73">
                  <c:v>0.99897844</c:v>
                </c:pt>
                <c:pt idx="74">
                  <c:v>0.99773103</c:v>
                </c:pt>
                <c:pt idx="75">
                  <c:v>0.99665654</c:v>
                </c:pt>
                <c:pt idx="76">
                  <c:v>0.99533385</c:v>
                </c:pt>
                <c:pt idx="77">
                  <c:v>0.99400377</c:v>
                </c:pt>
                <c:pt idx="78">
                  <c:v>0.99254352</c:v>
                </c:pt>
                <c:pt idx="79">
                  <c:v>0.99147487</c:v>
                </c:pt>
                <c:pt idx="80">
                  <c:v>0.99022138</c:v>
                </c:pt>
                <c:pt idx="81">
                  <c:v>0.98895705</c:v>
                </c:pt>
                <c:pt idx="82">
                  <c:v>0.98746979</c:v>
                </c:pt>
                <c:pt idx="83">
                  <c:v>0.98604286</c:v>
                </c:pt>
                <c:pt idx="84">
                  <c:v>0.98444217</c:v>
                </c:pt>
                <c:pt idx="85">
                  <c:v>0.98314995</c:v>
                </c:pt>
                <c:pt idx="86">
                  <c:v>0.98159117</c:v>
                </c:pt>
                <c:pt idx="87">
                  <c:v>0.97992009</c:v>
                </c:pt>
                <c:pt idx="88">
                  <c:v>0.97828734</c:v>
                </c:pt>
                <c:pt idx="89">
                  <c:v>0.97627568</c:v>
                </c:pt>
                <c:pt idx="90">
                  <c:v>0.97458756</c:v>
                </c:pt>
                <c:pt idx="91">
                  <c:v>0.97293162</c:v>
                </c:pt>
                <c:pt idx="92">
                  <c:v>0.97130489</c:v>
                </c:pt>
                <c:pt idx="93">
                  <c:v>0.96920031</c:v>
                </c:pt>
                <c:pt idx="94">
                  <c:v>0.9673444</c:v>
                </c:pt>
                <c:pt idx="95">
                  <c:v>0.96509981</c:v>
                </c:pt>
                <c:pt idx="96">
                  <c:v>0.96313965</c:v>
                </c:pt>
                <c:pt idx="97">
                  <c:v>0.96099496</c:v>
                </c:pt>
                <c:pt idx="98">
                  <c:v>0.95910662</c:v>
                </c:pt>
                <c:pt idx="99">
                  <c:v>0.95675159</c:v>
                </c:pt>
                <c:pt idx="100">
                  <c:v>0.95475465</c:v>
                </c:pt>
                <c:pt idx="101">
                  <c:v>0.95223796</c:v>
                </c:pt>
                <c:pt idx="102">
                  <c:v>0.95012128</c:v>
                </c:pt>
                <c:pt idx="103">
                  <c:v>0.94798952</c:v>
                </c:pt>
                <c:pt idx="104">
                  <c:v>0.94546688</c:v>
                </c:pt>
                <c:pt idx="105">
                  <c:v>0.94316679</c:v>
                </c:pt>
                <c:pt idx="106">
                  <c:v>0.94034654</c:v>
                </c:pt>
                <c:pt idx="107">
                  <c:v>0.93782526</c:v>
                </c:pt>
                <c:pt idx="108">
                  <c:v>0.93487233</c:v>
                </c:pt>
                <c:pt idx="109">
                  <c:v>0.93201309</c:v>
                </c:pt>
                <c:pt idx="110">
                  <c:v>0.92865121</c:v>
                </c:pt>
                <c:pt idx="111">
                  <c:v>0.925385</c:v>
                </c:pt>
                <c:pt idx="112">
                  <c:v>0.9211871</c:v>
                </c:pt>
                <c:pt idx="113">
                  <c:v>0.91725963</c:v>
                </c:pt>
                <c:pt idx="114">
                  <c:v>0.91237426</c:v>
                </c:pt>
                <c:pt idx="115">
                  <c:v>0.90744871</c:v>
                </c:pt>
                <c:pt idx="116">
                  <c:v>0.90125716</c:v>
                </c:pt>
                <c:pt idx="117">
                  <c:v>0.89519227</c:v>
                </c:pt>
                <c:pt idx="118">
                  <c:v>0.88758147</c:v>
                </c:pt>
                <c:pt idx="119">
                  <c:v>0.8801983</c:v>
                </c:pt>
              </c:numCache>
            </c:numRef>
          </c:yVal>
        </c:ser>
        <c:ser>
          <c:idx val="21"/>
          <c:order val="21"/>
          <c:tx>
            <c:v>Batch3_cell_022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18</c:v>
                </c:pt>
                <c:pt idx="3">
                  <c:v>26</c:v>
                </c:pt>
                <c:pt idx="4">
                  <c:v>35</c:v>
                </c:pt>
                <c:pt idx="5">
                  <c:v>43</c:v>
                </c:pt>
                <c:pt idx="6">
                  <c:v>51</c:v>
                </c:pt>
                <c:pt idx="7">
                  <c:v>60</c:v>
                </c:pt>
                <c:pt idx="8">
                  <c:v>68</c:v>
                </c:pt>
                <c:pt idx="9">
                  <c:v>77</c:v>
                </c:pt>
                <c:pt idx="10">
                  <c:v>85</c:v>
                </c:pt>
                <c:pt idx="11">
                  <c:v>93</c:v>
                </c:pt>
                <c:pt idx="12">
                  <c:v>102</c:v>
                </c:pt>
                <c:pt idx="13">
                  <c:v>110</c:v>
                </c:pt>
                <c:pt idx="14">
                  <c:v>119</c:v>
                </c:pt>
                <c:pt idx="15">
                  <c:v>127</c:v>
                </c:pt>
                <c:pt idx="16">
                  <c:v>135</c:v>
                </c:pt>
                <c:pt idx="17">
                  <c:v>144</c:v>
                </c:pt>
                <c:pt idx="18">
                  <c:v>152</c:v>
                </c:pt>
                <c:pt idx="19">
                  <c:v>161</c:v>
                </c:pt>
                <c:pt idx="20">
                  <c:v>169</c:v>
                </c:pt>
                <c:pt idx="21">
                  <c:v>177</c:v>
                </c:pt>
                <c:pt idx="22">
                  <c:v>186</c:v>
                </c:pt>
                <c:pt idx="23">
                  <c:v>194</c:v>
                </c:pt>
                <c:pt idx="24">
                  <c:v>203</c:v>
                </c:pt>
                <c:pt idx="25">
                  <c:v>211</c:v>
                </c:pt>
                <c:pt idx="26">
                  <c:v>219</c:v>
                </c:pt>
                <c:pt idx="27">
                  <c:v>228</c:v>
                </c:pt>
                <c:pt idx="28">
                  <c:v>236</c:v>
                </c:pt>
                <c:pt idx="29">
                  <c:v>245</c:v>
                </c:pt>
                <c:pt idx="30">
                  <c:v>253</c:v>
                </c:pt>
                <c:pt idx="31">
                  <c:v>262</c:v>
                </c:pt>
                <c:pt idx="32">
                  <c:v>270</c:v>
                </c:pt>
                <c:pt idx="33">
                  <c:v>278</c:v>
                </c:pt>
                <c:pt idx="34">
                  <c:v>287</c:v>
                </c:pt>
                <c:pt idx="35">
                  <c:v>295</c:v>
                </c:pt>
                <c:pt idx="36">
                  <c:v>304</c:v>
                </c:pt>
                <c:pt idx="37">
                  <c:v>312</c:v>
                </c:pt>
                <c:pt idx="38">
                  <c:v>320</c:v>
                </c:pt>
                <c:pt idx="39">
                  <c:v>329</c:v>
                </c:pt>
                <c:pt idx="40">
                  <c:v>337</c:v>
                </c:pt>
                <c:pt idx="41">
                  <c:v>346</c:v>
                </c:pt>
                <c:pt idx="42">
                  <c:v>354</c:v>
                </c:pt>
                <c:pt idx="43">
                  <c:v>362</c:v>
                </c:pt>
                <c:pt idx="44">
                  <c:v>371</c:v>
                </c:pt>
                <c:pt idx="45">
                  <c:v>379</c:v>
                </c:pt>
                <c:pt idx="46">
                  <c:v>388</c:v>
                </c:pt>
                <c:pt idx="47">
                  <c:v>396</c:v>
                </c:pt>
                <c:pt idx="48">
                  <c:v>404</c:v>
                </c:pt>
                <c:pt idx="49">
                  <c:v>413</c:v>
                </c:pt>
                <c:pt idx="50">
                  <c:v>421</c:v>
                </c:pt>
                <c:pt idx="51">
                  <c:v>430</c:v>
                </c:pt>
                <c:pt idx="52">
                  <c:v>438</c:v>
                </c:pt>
                <c:pt idx="53">
                  <c:v>446</c:v>
                </c:pt>
                <c:pt idx="54">
                  <c:v>455</c:v>
                </c:pt>
                <c:pt idx="55">
                  <c:v>463</c:v>
                </c:pt>
                <c:pt idx="56">
                  <c:v>472</c:v>
                </c:pt>
                <c:pt idx="57">
                  <c:v>480</c:v>
                </c:pt>
                <c:pt idx="58">
                  <c:v>488</c:v>
                </c:pt>
                <c:pt idx="59">
                  <c:v>497</c:v>
                </c:pt>
                <c:pt idx="60">
                  <c:v>505</c:v>
                </c:pt>
                <c:pt idx="61">
                  <c:v>514</c:v>
                </c:pt>
                <c:pt idx="62">
                  <c:v>522</c:v>
                </c:pt>
                <c:pt idx="63">
                  <c:v>530</c:v>
                </c:pt>
                <c:pt idx="64">
                  <c:v>539</c:v>
                </c:pt>
                <c:pt idx="65">
                  <c:v>547</c:v>
                </c:pt>
                <c:pt idx="66">
                  <c:v>556</c:v>
                </c:pt>
                <c:pt idx="67">
                  <c:v>564</c:v>
                </c:pt>
                <c:pt idx="68">
                  <c:v>572</c:v>
                </c:pt>
                <c:pt idx="69">
                  <c:v>581</c:v>
                </c:pt>
                <c:pt idx="70">
                  <c:v>589</c:v>
                </c:pt>
                <c:pt idx="71">
                  <c:v>598</c:v>
                </c:pt>
                <c:pt idx="72">
                  <c:v>606</c:v>
                </c:pt>
                <c:pt idx="73">
                  <c:v>614</c:v>
                </c:pt>
                <c:pt idx="74">
                  <c:v>623</c:v>
                </c:pt>
                <c:pt idx="75">
                  <c:v>631</c:v>
                </c:pt>
                <c:pt idx="76">
                  <c:v>640</c:v>
                </c:pt>
                <c:pt idx="77">
                  <c:v>648</c:v>
                </c:pt>
                <c:pt idx="78">
                  <c:v>656</c:v>
                </c:pt>
                <c:pt idx="79">
                  <c:v>665</c:v>
                </c:pt>
                <c:pt idx="80">
                  <c:v>673</c:v>
                </c:pt>
                <c:pt idx="81">
                  <c:v>682</c:v>
                </c:pt>
                <c:pt idx="82">
                  <c:v>690</c:v>
                </c:pt>
                <c:pt idx="83">
                  <c:v>698</c:v>
                </c:pt>
                <c:pt idx="84">
                  <c:v>707</c:v>
                </c:pt>
                <c:pt idx="85">
                  <c:v>715</c:v>
                </c:pt>
                <c:pt idx="86">
                  <c:v>724</c:v>
                </c:pt>
                <c:pt idx="87">
                  <c:v>732</c:v>
                </c:pt>
                <c:pt idx="88">
                  <c:v>740</c:v>
                </c:pt>
                <c:pt idx="89">
                  <c:v>749</c:v>
                </c:pt>
                <c:pt idx="90">
                  <c:v>757</c:v>
                </c:pt>
                <c:pt idx="91">
                  <c:v>766</c:v>
                </c:pt>
                <c:pt idx="92">
                  <c:v>774</c:v>
                </c:pt>
                <c:pt idx="93">
                  <c:v>783</c:v>
                </c:pt>
                <c:pt idx="94">
                  <c:v>791</c:v>
                </c:pt>
                <c:pt idx="95">
                  <c:v>799</c:v>
                </c:pt>
                <c:pt idx="96">
                  <c:v>808</c:v>
                </c:pt>
                <c:pt idx="97">
                  <c:v>816</c:v>
                </c:pt>
                <c:pt idx="98">
                  <c:v>825</c:v>
                </c:pt>
                <c:pt idx="99">
                  <c:v>833</c:v>
                </c:pt>
                <c:pt idx="100">
                  <c:v>841</c:v>
                </c:pt>
                <c:pt idx="101">
                  <c:v>850</c:v>
                </c:pt>
                <c:pt idx="102">
                  <c:v>858</c:v>
                </c:pt>
                <c:pt idx="103">
                  <c:v>867</c:v>
                </c:pt>
                <c:pt idx="104">
                  <c:v>875</c:v>
                </c:pt>
                <c:pt idx="105">
                  <c:v>883</c:v>
                </c:pt>
                <c:pt idx="106">
                  <c:v>892</c:v>
                </c:pt>
                <c:pt idx="107">
                  <c:v>900</c:v>
                </c:pt>
                <c:pt idx="108">
                  <c:v>909</c:v>
                </c:pt>
                <c:pt idx="109">
                  <c:v>917</c:v>
                </c:pt>
                <c:pt idx="110">
                  <c:v>925</c:v>
                </c:pt>
                <c:pt idx="111">
                  <c:v>934</c:v>
                </c:pt>
                <c:pt idx="112">
                  <c:v>942</c:v>
                </c:pt>
                <c:pt idx="113">
                  <c:v>951</c:v>
                </c:pt>
                <c:pt idx="114">
                  <c:v>959</c:v>
                </c:pt>
                <c:pt idx="115">
                  <c:v>967</c:v>
                </c:pt>
                <c:pt idx="116">
                  <c:v>976</c:v>
                </c:pt>
                <c:pt idx="117">
                  <c:v>984</c:v>
                </c:pt>
                <c:pt idx="118">
                  <c:v>993</c:v>
                </c:pt>
                <c:pt idx="119">
                  <c:v>1001</c:v>
                </c:pt>
              </c:numCache>
            </c:numRef>
          </c:xVal>
          <c:yVal>
            <c:numRef>
              <c:f>'Chart Data'!$AR$2:$AR$121</c:f>
              <c:numCache>
                <c:formatCode>General</c:formatCode>
                <c:ptCount val="120"/>
                <c:pt idx="0">
                  <c:v>1.0551282</c:v>
                </c:pt>
                <c:pt idx="1">
                  <c:v>1.0584478</c:v>
                </c:pt>
                <c:pt idx="2">
                  <c:v>1.0591078</c:v>
                </c:pt>
                <c:pt idx="3">
                  <c:v>1.0588521</c:v>
                </c:pt>
                <c:pt idx="4">
                  <c:v>1.0589594</c:v>
                </c:pt>
                <c:pt idx="5">
                  <c:v>1.058548</c:v>
                </c:pt>
                <c:pt idx="6">
                  <c:v>1.0585029</c:v>
                </c:pt>
                <c:pt idx="7">
                  <c:v>1.0583403</c:v>
                </c:pt>
                <c:pt idx="8">
                  <c:v>1.0579523</c:v>
                </c:pt>
                <c:pt idx="9">
                  <c:v>1.0575579</c:v>
                </c:pt>
                <c:pt idx="10">
                  <c:v>1.0573677</c:v>
                </c:pt>
                <c:pt idx="11">
                  <c:v>1.0573493</c:v>
                </c:pt>
                <c:pt idx="12">
                  <c:v>1.0567471</c:v>
                </c:pt>
                <c:pt idx="13">
                  <c:v>1.0565653</c:v>
                </c:pt>
                <c:pt idx="14">
                  <c:v>1.0565239</c:v>
                </c:pt>
                <c:pt idx="15">
                  <c:v>1.0564455</c:v>
                </c:pt>
                <c:pt idx="16">
                  <c:v>1.0559924</c:v>
                </c:pt>
                <c:pt idx="17">
                  <c:v>1.0556228</c:v>
                </c:pt>
                <c:pt idx="18">
                  <c:v>1.0556074</c:v>
                </c:pt>
                <c:pt idx="19">
                  <c:v>1.0555738</c:v>
                </c:pt>
                <c:pt idx="20">
                  <c:v>1.0550733</c:v>
                </c:pt>
                <c:pt idx="21">
                  <c:v>1.0545248</c:v>
                </c:pt>
                <c:pt idx="22">
                  <c:v>1.054646</c:v>
                </c:pt>
                <c:pt idx="23">
                  <c:v>1.0543362</c:v>
                </c:pt>
                <c:pt idx="24">
                  <c:v>1.0539435</c:v>
                </c:pt>
                <c:pt idx="25">
                  <c:v>1.0534767</c:v>
                </c:pt>
                <c:pt idx="26">
                  <c:v>1.0535005</c:v>
                </c:pt>
                <c:pt idx="27">
                  <c:v>1.0531034</c:v>
                </c:pt>
                <c:pt idx="28">
                  <c:v>1.0528594</c:v>
                </c:pt>
                <c:pt idx="29">
                  <c:v>1.0526394</c:v>
                </c:pt>
                <c:pt idx="30">
                  <c:v>1.0523764</c:v>
                </c:pt>
                <c:pt idx="31">
                  <c:v>1.0518639</c:v>
                </c:pt>
                <c:pt idx="32">
                  <c:v>1.0515209</c:v>
                </c:pt>
                <c:pt idx="33">
                  <c:v>1.0512294</c:v>
                </c:pt>
                <c:pt idx="34">
                  <c:v>1.0509418</c:v>
                </c:pt>
                <c:pt idx="35">
                  <c:v>1.050679</c:v>
                </c:pt>
                <c:pt idx="36">
                  <c:v>1.0503173</c:v>
                </c:pt>
                <c:pt idx="37">
                  <c:v>1.0498254</c:v>
                </c:pt>
                <c:pt idx="38">
                  <c:v>1.0495621</c:v>
                </c:pt>
                <c:pt idx="39">
                  <c:v>1.0492877</c:v>
                </c:pt>
                <c:pt idx="40">
                  <c:v>1.0489041</c:v>
                </c:pt>
                <c:pt idx="41">
                  <c:v>1.0484893</c:v>
                </c:pt>
                <c:pt idx="42">
                  <c:v>1.0481555</c:v>
                </c:pt>
                <c:pt idx="43">
                  <c:v>1.0480138</c:v>
                </c:pt>
                <c:pt idx="44">
                  <c:v>1.04757</c:v>
                </c:pt>
                <c:pt idx="45">
                  <c:v>1.0471585</c:v>
                </c:pt>
                <c:pt idx="46">
                  <c:v>1.0467937</c:v>
                </c:pt>
                <c:pt idx="47">
                  <c:v>1.0466207</c:v>
                </c:pt>
                <c:pt idx="48">
                  <c:v>1.046369</c:v>
                </c:pt>
                <c:pt idx="49">
                  <c:v>1.0459166</c:v>
                </c:pt>
                <c:pt idx="50">
                  <c:v>1.0456229</c:v>
                </c:pt>
                <c:pt idx="51">
                  <c:v>1.0451813</c:v>
                </c:pt>
                <c:pt idx="52">
                  <c:v>1.0448707</c:v>
                </c:pt>
                <c:pt idx="53">
                  <c:v>1.0444567</c:v>
                </c:pt>
                <c:pt idx="54">
                  <c:v>1.0441551</c:v>
                </c:pt>
                <c:pt idx="55">
                  <c:v>1.0436922</c:v>
                </c:pt>
                <c:pt idx="56">
                  <c:v>1.0431584</c:v>
                </c:pt>
                <c:pt idx="57">
                  <c:v>1.0425851</c:v>
                </c:pt>
                <c:pt idx="58">
                  <c:v>1.0423031</c:v>
                </c:pt>
                <c:pt idx="59">
                  <c:v>1.0419579</c:v>
                </c:pt>
                <c:pt idx="60">
                  <c:v>1.0414109</c:v>
                </c:pt>
                <c:pt idx="61">
                  <c:v>1.0409138</c:v>
                </c:pt>
                <c:pt idx="62">
                  <c:v>1.0404229</c:v>
                </c:pt>
                <c:pt idx="63">
                  <c:v>1.0399911</c:v>
                </c:pt>
                <c:pt idx="64">
                  <c:v>1.039284</c:v>
                </c:pt>
                <c:pt idx="65">
                  <c:v>1.0386872</c:v>
                </c:pt>
                <c:pt idx="66">
                  <c:v>1.0380214</c:v>
                </c:pt>
                <c:pt idx="67">
                  <c:v>1.0378439</c:v>
                </c:pt>
                <c:pt idx="68">
                  <c:v>1.0371429</c:v>
                </c:pt>
                <c:pt idx="69">
                  <c:v>1.0365537</c:v>
                </c:pt>
                <c:pt idx="70">
                  <c:v>1.0358526</c:v>
                </c:pt>
                <c:pt idx="71">
                  <c:v>1.0353465</c:v>
                </c:pt>
                <c:pt idx="72">
                  <c:v>1.0348814</c:v>
                </c:pt>
                <c:pt idx="73">
                  <c:v>1.0343585</c:v>
                </c:pt>
                <c:pt idx="74">
                  <c:v>1.0336192</c:v>
                </c:pt>
                <c:pt idx="75">
                  <c:v>1.0330014</c:v>
                </c:pt>
                <c:pt idx="76">
                  <c:v>1.0323985</c:v>
                </c:pt>
                <c:pt idx="77">
                  <c:v>1.0317876</c:v>
                </c:pt>
                <c:pt idx="78">
                  <c:v>1.0311264</c:v>
                </c:pt>
                <c:pt idx="79">
                  <c:v>1.030422</c:v>
                </c:pt>
                <c:pt idx="80">
                  <c:v>1.0298448</c:v>
                </c:pt>
                <c:pt idx="81">
                  <c:v>1.0290513</c:v>
                </c:pt>
                <c:pt idx="82">
                  <c:v>1.0283021</c:v>
                </c:pt>
                <c:pt idx="83">
                  <c:v>1.0276393</c:v>
                </c:pt>
                <c:pt idx="84">
                  <c:v>1.026801</c:v>
                </c:pt>
                <c:pt idx="85">
                  <c:v>1.0259581</c:v>
                </c:pt>
                <c:pt idx="86">
                  <c:v>1.0249391</c:v>
                </c:pt>
                <c:pt idx="87">
                  <c:v>1.024128</c:v>
                </c:pt>
                <c:pt idx="88">
                  <c:v>1.0232569</c:v>
                </c:pt>
                <c:pt idx="89">
                  <c:v>1.0223192</c:v>
                </c:pt>
                <c:pt idx="90">
                  <c:v>1.0214121</c:v>
                </c:pt>
                <c:pt idx="91">
                  <c:v>1.0203433</c:v>
                </c:pt>
                <c:pt idx="92">
                  <c:v>1.0193436</c:v>
                </c:pt>
                <c:pt idx="93">
                  <c:v>1.0183209</c:v>
                </c:pt>
                <c:pt idx="94">
                  <c:v>1.0172611</c:v>
                </c:pt>
                <c:pt idx="95">
                  <c:v>1.0160718</c:v>
                </c:pt>
                <c:pt idx="96">
                  <c:v>1.014817</c:v>
                </c:pt>
                <c:pt idx="97">
                  <c:v>1.0135071</c:v>
                </c:pt>
                <c:pt idx="98">
                  <c:v>1.0117519</c:v>
                </c:pt>
                <c:pt idx="99">
                  <c:v>1.0101312</c:v>
                </c:pt>
                <c:pt idx="100">
                  <c:v>1.0083379</c:v>
                </c:pt>
                <c:pt idx="101">
                  <c:v>1.006317</c:v>
                </c:pt>
                <c:pt idx="102">
                  <c:v>1.004295</c:v>
                </c:pt>
                <c:pt idx="103">
                  <c:v>1.001627</c:v>
                </c:pt>
                <c:pt idx="104">
                  <c:v>0.99900413</c:v>
                </c:pt>
                <c:pt idx="105">
                  <c:v>0.99629951</c:v>
                </c:pt>
                <c:pt idx="106">
                  <c:v>0.99270642</c:v>
                </c:pt>
                <c:pt idx="107">
                  <c:v>0.98920679</c:v>
                </c:pt>
                <c:pt idx="108">
                  <c:v>0.98448563</c:v>
                </c:pt>
                <c:pt idx="109">
                  <c:v>0.97970361</c:v>
                </c:pt>
                <c:pt idx="110">
                  <c:v>0.97412628</c:v>
                </c:pt>
                <c:pt idx="111">
                  <c:v>0.96681303</c:v>
                </c:pt>
                <c:pt idx="112">
                  <c:v>0.95938772</c:v>
                </c:pt>
                <c:pt idx="113">
                  <c:v>0.95020646</c:v>
                </c:pt>
                <c:pt idx="114">
                  <c:v>0.94126731</c:v>
                </c:pt>
                <c:pt idx="115">
                  <c:v>0.93150586</c:v>
                </c:pt>
                <c:pt idx="116">
                  <c:v>0.91962278</c:v>
                </c:pt>
                <c:pt idx="117">
                  <c:v>0.90808398</c:v>
                </c:pt>
                <c:pt idx="118">
                  <c:v>0.894171</c:v>
                </c:pt>
                <c:pt idx="119">
                  <c:v>0.88094068</c:v>
                </c:pt>
              </c:numCache>
            </c:numRef>
          </c:yVal>
        </c:ser>
        <c:ser>
          <c:idx val="22"/>
          <c:order val="22"/>
          <c:tx>
            <c:v>Batch3_cell_024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29</c:v>
                </c:pt>
                <c:pt idx="5">
                  <c:v>36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  <c:pt idx="10">
                  <c:v>70</c:v>
                </c:pt>
                <c:pt idx="11">
                  <c:v>77</c:v>
                </c:pt>
                <c:pt idx="12">
                  <c:v>84</c:v>
                </c:pt>
                <c:pt idx="13">
                  <c:v>91</c:v>
                </c:pt>
                <c:pt idx="14">
                  <c:v>98</c:v>
                </c:pt>
                <c:pt idx="15">
                  <c:v>105</c:v>
                </c:pt>
                <c:pt idx="16">
                  <c:v>112</c:v>
                </c:pt>
                <c:pt idx="17">
                  <c:v>119</c:v>
                </c:pt>
                <c:pt idx="18">
                  <c:v>125</c:v>
                </c:pt>
                <c:pt idx="19">
                  <c:v>132</c:v>
                </c:pt>
                <c:pt idx="20">
                  <c:v>139</c:v>
                </c:pt>
                <c:pt idx="21">
                  <c:v>146</c:v>
                </c:pt>
                <c:pt idx="22">
                  <c:v>153</c:v>
                </c:pt>
                <c:pt idx="23">
                  <c:v>160</c:v>
                </c:pt>
                <c:pt idx="24">
                  <c:v>167</c:v>
                </c:pt>
                <c:pt idx="25">
                  <c:v>174</c:v>
                </c:pt>
                <c:pt idx="26">
                  <c:v>181</c:v>
                </c:pt>
                <c:pt idx="27">
                  <c:v>188</c:v>
                </c:pt>
                <c:pt idx="28">
                  <c:v>195</c:v>
                </c:pt>
                <c:pt idx="29">
                  <c:v>202</c:v>
                </c:pt>
                <c:pt idx="30">
                  <c:v>208</c:v>
                </c:pt>
                <c:pt idx="31">
                  <c:v>215</c:v>
                </c:pt>
                <c:pt idx="32">
                  <c:v>222</c:v>
                </c:pt>
                <c:pt idx="33">
                  <c:v>229</c:v>
                </c:pt>
                <c:pt idx="34">
                  <c:v>236</c:v>
                </c:pt>
                <c:pt idx="35">
                  <c:v>243</c:v>
                </c:pt>
                <c:pt idx="36">
                  <c:v>250</c:v>
                </c:pt>
                <c:pt idx="37">
                  <c:v>257</c:v>
                </c:pt>
                <c:pt idx="38">
                  <c:v>264</c:v>
                </c:pt>
                <c:pt idx="39">
                  <c:v>271</c:v>
                </c:pt>
                <c:pt idx="40">
                  <c:v>278</c:v>
                </c:pt>
                <c:pt idx="41">
                  <c:v>285</c:v>
                </c:pt>
                <c:pt idx="42">
                  <c:v>291</c:v>
                </c:pt>
                <c:pt idx="43">
                  <c:v>298</c:v>
                </c:pt>
                <c:pt idx="44">
                  <c:v>305</c:v>
                </c:pt>
                <c:pt idx="45">
                  <c:v>312</c:v>
                </c:pt>
                <c:pt idx="46">
                  <c:v>319</c:v>
                </c:pt>
                <c:pt idx="47">
                  <c:v>326</c:v>
                </c:pt>
                <c:pt idx="48">
                  <c:v>333</c:v>
                </c:pt>
                <c:pt idx="49">
                  <c:v>340</c:v>
                </c:pt>
                <c:pt idx="50">
                  <c:v>347</c:v>
                </c:pt>
                <c:pt idx="51">
                  <c:v>354</c:v>
                </c:pt>
                <c:pt idx="52">
                  <c:v>361</c:v>
                </c:pt>
                <c:pt idx="53">
                  <c:v>368</c:v>
                </c:pt>
                <c:pt idx="54">
                  <c:v>374</c:v>
                </c:pt>
                <c:pt idx="55">
                  <c:v>381</c:v>
                </c:pt>
                <c:pt idx="56">
                  <c:v>388</c:v>
                </c:pt>
                <c:pt idx="57">
                  <c:v>395</c:v>
                </c:pt>
                <c:pt idx="58">
                  <c:v>402</c:v>
                </c:pt>
                <c:pt idx="59">
                  <c:v>409</c:v>
                </c:pt>
                <c:pt idx="60">
                  <c:v>416</c:v>
                </c:pt>
                <c:pt idx="61">
                  <c:v>423</c:v>
                </c:pt>
                <c:pt idx="62">
                  <c:v>430</c:v>
                </c:pt>
                <c:pt idx="63">
                  <c:v>437</c:v>
                </c:pt>
                <c:pt idx="64">
                  <c:v>444</c:v>
                </c:pt>
                <c:pt idx="65">
                  <c:v>451</c:v>
                </c:pt>
                <c:pt idx="66">
                  <c:v>457</c:v>
                </c:pt>
                <c:pt idx="67">
                  <c:v>464</c:v>
                </c:pt>
                <c:pt idx="68">
                  <c:v>471</c:v>
                </c:pt>
                <c:pt idx="69">
                  <c:v>478</c:v>
                </c:pt>
                <c:pt idx="70">
                  <c:v>485</c:v>
                </c:pt>
                <c:pt idx="71">
                  <c:v>492</c:v>
                </c:pt>
                <c:pt idx="72">
                  <c:v>499</c:v>
                </c:pt>
                <c:pt idx="73">
                  <c:v>506</c:v>
                </c:pt>
                <c:pt idx="74">
                  <c:v>513</c:v>
                </c:pt>
                <c:pt idx="75">
                  <c:v>520</c:v>
                </c:pt>
                <c:pt idx="76">
                  <c:v>527</c:v>
                </c:pt>
                <c:pt idx="77">
                  <c:v>534</c:v>
                </c:pt>
                <c:pt idx="78">
                  <c:v>540</c:v>
                </c:pt>
                <c:pt idx="79">
                  <c:v>547</c:v>
                </c:pt>
                <c:pt idx="80">
                  <c:v>554</c:v>
                </c:pt>
                <c:pt idx="81">
                  <c:v>561</c:v>
                </c:pt>
                <c:pt idx="82">
                  <c:v>568</c:v>
                </c:pt>
                <c:pt idx="83">
                  <c:v>575</c:v>
                </c:pt>
                <c:pt idx="84">
                  <c:v>582</c:v>
                </c:pt>
                <c:pt idx="85">
                  <c:v>589</c:v>
                </c:pt>
                <c:pt idx="86">
                  <c:v>596</c:v>
                </c:pt>
                <c:pt idx="87">
                  <c:v>603</c:v>
                </c:pt>
                <c:pt idx="88">
                  <c:v>610</c:v>
                </c:pt>
                <c:pt idx="89">
                  <c:v>617</c:v>
                </c:pt>
                <c:pt idx="90">
                  <c:v>623</c:v>
                </c:pt>
                <c:pt idx="91">
                  <c:v>630</c:v>
                </c:pt>
                <c:pt idx="92">
                  <c:v>637</c:v>
                </c:pt>
                <c:pt idx="93">
                  <c:v>644</c:v>
                </c:pt>
                <c:pt idx="94">
                  <c:v>651</c:v>
                </c:pt>
                <c:pt idx="95">
                  <c:v>658</c:v>
                </c:pt>
                <c:pt idx="96">
                  <c:v>665</c:v>
                </c:pt>
                <c:pt idx="97">
                  <c:v>672</c:v>
                </c:pt>
                <c:pt idx="98">
                  <c:v>679</c:v>
                </c:pt>
                <c:pt idx="99">
                  <c:v>686</c:v>
                </c:pt>
                <c:pt idx="100">
                  <c:v>693</c:v>
                </c:pt>
                <c:pt idx="101">
                  <c:v>700</c:v>
                </c:pt>
                <c:pt idx="102">
                  <c:v>706</c:v>
                </c:pt>
                <c:pt idx="103">
                  <c:v>713</c:v>
                </c:pt>
                <c:pt idx="104">
                  <c:v>720</c:v>
                </c:pt>
                <c:pt idx="105">
                  <c:v>727</c:v>
                </c:pt>
                <c:pt idx="106">
                  <c:v>734</c:v>
                </c:pt>
                <c:pt idx="107">
                  <c:v>741</c:v>
                </c:pt>
                <c:pt idx="108">
                  <c:v>748</c:v>
                </c:pt>
                <c:pt idx="109">
                  <c:v>755</c:v>
                </c:pt>
                <c:pt idx="110">
                  <c:v>762</c:v>
                </c:pt>
                <c:pt idx="111">
                  <c:v>769</c:v>
                </c:pt>
                <c:pt idx="112">
                  <c:v>776</c:v>
                </c:pt>
                <c:pt idx="113">
                  <c:v>783</c:v>
                </c:pt>
                <c:pt idx="114">
                  <c:v>789</c:v>
                </c:pt>
                <c:pt idx="115">
                  <c:v>796</c:v>
                </c:pt>
                <c:pt idx="116">
                  <c:v>803</c:v>
                </c:pt>
                <c:pt idx="117">
                  <c:v>810</c:v>
                </c:pt>
                <c:pt idx="118">
                  <c:v>817</c:v>
                </c:pt>
                <c:pt idx="119">
                  <c:v>824</c:v>
                </c:pt>
              </c:numCache>
            </c:numRef>
          </c:xVal>
          <c:yVal>
            <c:numRef>
              <c:f>'Chart Data'!$AT$2:$AT$121</c:f>
              <c:numCache>
                <c:formatCode>General</c:formatCode>
                <c:ptCount val="120"/>
                <c:pt idx="0">
                  <c:v>1.0451531</c:v>
                </c:pt>
                <c:pt idx="1">
                  <c:v>1.0496308</c:v>
                </c:pt>
                <c:pt idx="2">
                  <c:v>1.0500481</c:v>
                </c:pt>
                <c:pt idx="3">
                  <c:v>1.0505558</c:v>
                </c:pt>
                <c:pt idx="4">
                  <c:v>1.0503314</c:v>
                </c:pt>
                <c:pt idx="5">
                  <c:v>1.0508314</c:v>
                </c:pt>
                <c:pt idx="6">
                  <c:v>1.0511289</c:v>
                </c:pt>
                <c:pt idx="7">
                  <c:v>1.0509394</c:v>
                </c:pt>
                <c:pt idx="8">
                  <c:v>1.0508817</c:v>
                </c:pt>
                <c:pt idx="9">
                  <c:v>1.0509551</c:v>
                </c:pt>
                <c:pt idx="10">
                  <c:v>1.0507456</c:v>
                </c:pt>
                <c:pt idx="11">
                  <c:v>1.0506308</c:v>
                </c:pt>
                <c:pt idx="12">
                  <c:v>1.0494744</c:v>
                </c:pt>
                <c:pt idx="13">
                  <c:v>1.0505174</c:v>
                </c:pt>
                <c:pt idx="14">
                  <c:v>1.0500886</c:v>
                </c:pt>
                <c:pt idx="15">
                  <c:v>1.0499564</c:v>
                </c:pt>
                <c:pt idx="16">
                  <c:v>1.0498111</c:v>
                </c:pt>
                <c:pt idx="17">
                  <c:v>1.0496261</c:v>
                </c:pt>
                <c:pt idx="18">
                  <c:v>1.0494965</c:v>
                </c:pt>
                <c:pt idx="19">
                  <c:v>1.0492957</c:v>
                </c:pt>
                <c:pt idx="20">
                  <c:v>1.0489142</c:v>
                </c:pt>
                <c:pt idx="21">
                  <c:v>1.0486604</c:v>
                </c:pt>
                <c:pt idx="22">
                  <c:v>1.0485258</c:v>
                </c:pt>
                <c:pt idx="23">
                  <c:v>1.0481586</c:v>
                </c:pt>
                <c:pt idx="24">
                  <c:v>1.047829</c:v>
                </c:pt>
                <c:pt idx="25">
                  <c:v>1.0475039</c:v>
                </c:pt>
                <c:pt idx="26">
                  <c:v>1.0472722</c:v>
                </c:pt>
                <c:pt idx="27">
                  <c:v>1.0470665</c:v>
                </c:pt>
                <c:pt idx="28">
                  <c:v>1.0466557</c:v>
                </c:pt>
                <c:pt idx="29">
                  <c:v>1.0460204</c:v>
                </c:pt>
                <c:pt idx="30">
                  <c:v>1.0446212</c:v>
                </c:pt>
                <c:pt idx="31">
                  <c:v>1.0455017</c:v>
                </c:pt>
                <c:pt idx="32">
                  <c:v>1.0453706</c:v>
                </c:pt>
                <c:pt idx="33">
                  <c:v>1.0450144</c:v>
                </c:pt>
                <c:pt idx="34">
                  <c:v>1.0448313</c:v>
                </c:pt>
                <c:pt idx="35">
                  <c:v>1.0444725</c:v>
                </c:pt>
                <c:pt idx="36">
                  <c:v>1.0440757</c:v>
                </c:pt>
                <c:pt idx="37">
                  <c:v>1.04386</c:v>
                </c:pt>
                <c:pt idx="38">
                  <c:v>1.0436136</c:v>
                </c:pt>
                <c:pt idx="39">
                  <c:v>1.042177</c:v>
                </c:pt>
                <c:pt idx="40">
                  <c:v>1.043025</c:v>
                </c:pt>
                <c:pt idx="41">
                  <c:v>1.0422764</c:v>
                </c:pt>
                <c:pt idx="42">
                  <c:v>1.0419608</c:v>
                </c:pt>
                <c:pt idx="43">
                  <c:v>1.0376189</c:v>
                </c:pt>
                <c:pt idx="44">
                  <c:v>1.0390245</c:v>
                </c:pt>
                <c:pt idx="45">
                  <c:v>1.0392923</c:v>
                </c:pt>
                <c:pt idx="46">
                  <c:v>1.0390564</c:v>
                </c:pt>
                <c:pt idx="47">
                  <c:v>1.0388696</c:v>
                </c:pt>
                <c:pt idx="48">
                  <c:v>1.0387391</c:v>
                </c:pt>
                <c:pt idx="49">
                  <c:v>1.0383732</c:v>
                </c:pt>
                <c:pt idx="50">
                  <c:v>1.0380036</c:v>
                </c:pt>
                <c:pt idx="51">
                  <c:v>1.0375979</c:v>
                </c:pt>
                <c:pt idx="52">
                  <c:v>1.0372305</c:v>
                </c:pt>
                <c:pt idx="53">
                  <c:v>1.0368257</c:v>
                </c:pt>
                <c:pt idx="54">
                  <c:v>1.0363334</c:v>
                </c:pt>
                <c:pt idx="55">
                  <c:v>1.0358522</c:v>
                </c:pt>
                <c:pt idx="56">
                  <c:v>1.0354241</c:v>
                </c:pt>
                <c:pt idx="57">
                  <c:v>1.0351535</c:v>
                </c:pt>
                <c:pt idx="58">
                  <c:v>1.0346944</c:v>
                </c:pt>
                <c:pt idx="59">
                  <c:v>1.0343231</c:v>
                </c:pt>
                <c:pt idx="60">
                  <c:v>1.0339003</c:v>
                </c:pt>
                <c:pt idx="61">
                  <c:v>1.0334029</c:v>
                </c:pt>
                <c:pt idx="62">
                  <c:v>1.032974</c:v>
                </c:pt>
                <c:pt idx="63">
                  <c:v>1.032113</c:v>
                </c:pt>
                <c:pt idx="64">
                  <c:v>1.0314711</c:v>
                </c:pt>
                <c:pt idx="65">
                  <c:v>1.0310645</c:v>
                </c:pt>
                <c:pt idx="66">
                  <c:v>1.0307976</c:v>
                </c:pt>
                <c:pt idx="67">
                  <c:v>1.0301039</c:v>
                </c:pt>
                <c:pt idx="68">
                  <c:v>1.0296955</c:v>
                </c:pt>
                <c:pt idx="69">
                  <c:v>1.028998</c:v>
                </c:pt>
                <c:pt idx="70">
                  <c:v>1.0281748</c:v>
                </c:pt>
                <c:pt idx="71">
                  <c:v>1.0275192</c:v>
                </c:pt>
                <c:pt idx="72">
                  <c:v>1.0266877</c:v>
                </c:pt>
                <c:pt idx="73">
                  <c:v>1.026015</c:v>
                </c:pt>
                <c:pt idx="74">
                  <c:v>1.0251932</c:v>
                </c:pt>
                <c:pt idx="75">
                  <c:v>1.0241488</c:v>
                </c:pt>
                <c:pt idx="76">
                  <c:v>1.0235187</c:v>
                </c:pt>
                <c:pt idx="77">
                  <c:v>1.0225953</c:v>
                </c:pt>
                <c:pt idx="78">
                  <c:v>1.0219417</c:v>
                </c:pt>
                <c:pt idx="79">
                  <c:v>1.0209264</c:v>
                </c:pt>
                <c:pt idx="80">
                  <c:v>1.020165</c:v>
                </c:pt>
                <c:pt idx="81">
                  <c:v>1.019147</c:v>
                </c:pt>
                <c:pt idx="82">
                  <c:v>1.0181817</c:v>
                </c:pt>
                <c:pt idx="83">
                  <c:v>1.0161735</c:v>
                </c:pt>
                <c:pt idx="84">
                  <c:v>1.0162278</c:v>
                </c:pt>
                <c:pt idx="85">
                  <c:v>1.0150764</c:v>
                </c:pt>
                <c:pt idx="86">
                  <c:v>1.0140333</c:v>
                </c:pt>
                <c:pt idx="87">
                  <c:v>1.0129716</c:v>
                </c:pt>
                <c:pt idx="88">
                  <c:v>1.0117711</c:v>
                </c:pt>
                <c:pt idx="89">
                  <c:v>1.01079</c:v>
                </c:pt>
                <c:pt idx="90">
                  <c:v>1.0098054</c:v>
                </c:pt>
                <c:pt idx="91">
                  <c:v>1.0086148</c:v>
                </c:pt>
                <c:pt idx="92">
                  <c:v>1.0071859</c:v>
                </c:pt>
                <c:pt idx="93">
                  <c:v>1.00555</c:v>
                </c:pt>
                <c:pt idx="94">
                  <c:v>1.0040088</c:v>
                </c:pt>
                <c:pt idx="95">
                  <c:v>1.0023425</c:v>
                </c:pt>
                <c:pt idx="96">
                  <c:v>1.0006438</c:v>
                </c:pt>
                <c:pt idx="97">
                  <c:v>0.99893427</c:v>
                </c:pt>
                <c:pt idx="98">
                  <c:v>0.99668843</c:v>
                </c:pt>
                <c:pt idx="99">
                  <c:v>0.99464476</c:v>
                </c:pt>
                <c:pt idx="100">
                  <c:v>0.99219328</c:v>
                </c:pt>
                <c:pt idx="101">
                  <c:v>0.98985922</c:v>
                </c:pt>
                <c:pt idx="102">
                  <c:v>0.98756289</c:v>
                </c:pt>
                <c:pt idx="103">
                  <c:v>0.98479402</c:v>
                </c:pt>
                <c:pt idx="104">
                  <c:v>0.98165464</c:v>
                </c:pt>
                <c:pt idx="105">
                  <c:v>0.97793168</c:v>
                </c:pt>
                <c:pt idx="106">
                  <c:v>0.97415805</c:v>
                </c:pt>
                <c:pt idx="107">
                  <c:v>0.9702673</c:v>
                </c:pt>
                <c:pt idx="108">
                  <c:v>0.96616071</c:v>
                </c:pt>
                <c:pt idx="109">
                  <c:v>0.96110851</c:v>
                </c:pt>
                <c:pt idx="110">
                  <c:v>0.9554342</c:v>
                </c:pt>
                <c:pt idx="111">
                  <c:v>0.94919145</c:v>
                </c:pt>
                <c:pt idx="112">
                  <c:v>0.94231349</c:v>
                </c:pt>
                <c:pt idx="113">
                  <c:v>0.93438917</c:v>
                </c:pt>
                <c:pt idx="114">
                  <c:v>0.92727208</c:v>
                </c:pt>
                <c:pt idx="115">
                  <c:v>0.91835171</c:v>
                </c:pt>
                <c:pt idx="116">
                  <c:v>0.90890819</c:v>
                </c:pt>
                <c:pt idx="117">
                  <c:v>0.89928496</c:v>
                </c:pt>
                <c:pt idx="118">
                  <c:v>0.88960081</c:v>
                </c:pt>
                <c:pt idx="119">
                  <c:v>0.88021326</c:v>
                </c:pt>
              </c:numCache>
            </c:numRef>
          </c:yVal>
        </c:ser>
        <c:ser>
          <c:idx val="23"/>
          <c:order val="23"/>
          <c:tx>
            <c:v>Batch3_cell_025</c:v>
          </c:tx>
          <c:spPr>
            <a:ln xmlns:a="http://schemas.openxmlformats.org/drawingml/2006/main" w="22860">
              <a:solidFill>
                <a:srgbClr val="009B96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18</c:v>
                </c:pt>
                <c:pt idx="3">
                  <c:v>26</c:v>
                </c:pt>
                <c:pt idx="4">
                  <c:v>34</c:v>
                </c:pt>
                <c:pt idx="5">
                  <c:v>42</c:v>
                </c:pt>
                <c:pt idx="6">
                  <c:v>51</c:v>
                </c:pt>
                <c:pt idx="7">
                  <c:v>59</c:v>
                </c:pt>
                <c:pt idx="8">
                  <c:v>67</c:v>
                </c:pt>
                <c:pt idx="9">
                  <c:v>76</c:v>
                </c:pt>
                <c:pt idx="10">
                  <c:v>84</c:v>
                </c:pt>
                <c:pt idx="11">
                  <c:v>92</c:v>
                </c:pt>
                <c:pt idx="12">
                  <c:v>101</c:v>
                </c:pt>
                <c:pt idx="13">
                  <c:v>109</c:v>
                </c:pt>
                <c:pt idx="14">
                  <c:v>117</c:v>
                </c:pt>
                <c:pt idx="15">
                  <c:v>125</c:v>
                </c:pt>
                <c:pt idx="16">
                  <c:v>134</c:v>
                </c:pt>
                <c:pt idx="17">
                  <c:v>142</c:v>
                </c:pt>
                <c:pt idx="18">
                  <c:v>150</c:v>
                </c:pt>
                <c:pt idx="19">
                  <c:v>159</c:v>
                </c:pt>
                <c:pt idx="20">
                  <c:v>167</c:v>
                </c:pt>
                <c:pt idx="21">
                  <c:v>175</c:v>
                </c:pt>
                <c:pt idx="22">
                  <c:v>183</c:v>
                </c:pt>
                <c:pt idx="23">
                  <c:v>192</c:v>
                </c:pt>
                <c:pt idx="24">
                  <c:v>200</c:v>
                </c:pt>
                <c:pt idx="25">
                  <c:v>208</c:v>
                </c:pt>
                <c:pt idx="26">
                  <c:v>217</c:v>
                </c:pt>
                <c:pt idx="27">
                  <c:v>225</c:v>
                </c:pt>
                <c:pt idx="28">
                  <c:v>233</c:v>
                </c:pt>
                <c:pt idx="29">
                  <c:v>242</c:v>
                </c:pt>
                <c:pt idx="30">
                  <c:v>250</c:v>
                </c:pt>
                <c:pt idx="31">
                  <c:v>258</c:v>
                </c:pt>
                <c:pt idx="32">
                  <c:v>266</c:v>
                </c:pt>
                <c:pt idx="33">
                  <c:v>275</c:v>
                </c:pt>
                <c:pt idx="34">
                  <c:v>283</c:v>
                </c:pt>
                <c:pt idx="35">
                  <c:v>291</c:v>
                </c:pt>
                <c:pt idx="36">
                  <c:v>300</c:v>
                </c:pt>
                <c:pt idx="37">
                  <c:v>308</c:v>
                </c:pt>
                <c:pt idx="38">
                  <c:v>316</c:v>
                </c:pt>
                <c:pt idx="39">
                  <c:v>324</c:v>
                </c:pt>
                <c:pt idx="40">
                  <c:v>333</c:v>
                </c:pt>
                <c:pt idx="41">
                  <c:v>341</c:v>
                </c:pt>
                <c:pt idx="42">
                  <c:v>349</c:v>
                </c:pt>
                <c:pt idx="43">
                  <c:v>358</c:v>
                </c:pt>
                <c:pt idx="44">
                  <c:v>366</c:v>
                </c:pt>
                <c:pt idx="45">
                  <c:v>374</c:v>
                </c:pt>
                <c:pt idx="46">
                  <c:v>383</c:v>
                </c:pt>
                <c:pt idx="47">
                  <c:v>391</c:v>
                </c:pt>
                <c:pt idx="48">
                  <c:v>399</c:v>
                </c:pt>
                <c:pt idx="49">
                  <c:v>407</c:v>
                </c:pt>
                <c:pt idx="50">
                  <c:v>416</c:v>
                </c:pt>
                <c:pt idx="51">
                  <c:v>424</c:v>
                </c:pt>
                <c:pt idx="52">
                  <c:v>432</c:v>
                </c:pt>
                <c:pt idx="53">
                  <c:v>441</c:v>
                </c:pt>
                <c:pt idx="54">
                  <c:v>449</c:v>
                </c:pt>
                <c:pt idx="55">
                  <c:v>457</c:v>
                </c:pt>
                <c:pt idx="56">
                  <c:v>465</c:v>
                </c:pt>
                <c:pt idx="57">
                  <c:v>474</c:v>
                </c:pt>
                <c:pt idx="58">
                  <c:v>482</c:v>
                </c:pt>
                <c:pt idx="59">
                  <c:v>490</c:v>
                </c:pt>
                <c:pt idx="60">
                  <c:v>499</c:v>
                </c:pt>
                <c:pt idx="61">
                  <c:v>507</c:v>
                </c:pt>
                <c:pt idx="62">
                  <c:v>515</c:v>
                </c:pt>
                <c:pt idx="63">
                  <c:v>524</c:v>
                </c:pt>
                <c:pt idx="64">
                  <c:v>532</c:v>
                </c:pt>
                <c:pt idx="65">
                  <c:v>540</c:v>
                </c:pt>
                <c:pt idx="66">
                  <c:v>548</c:v>
                </c:pt>
                <c:pt idx="67">
                  <c:v>557</c:v>
                </c:pt>
                <c:pt idx="68">
                  <c:v>565</c:v>
                </c:pt>
                <c:pt idx="69">
                  <c:v>573</c:v>
                </c:pt>
                <c:pt idx="70">
                  <c:v>582</c:v>
                </c:pt>
                <c:pt idx="71">
                  <c:v>590</c:v>
                </c:pt>
                <c:pt idx="72">
                  <c:v>598</c:v>
                </c:pt>
                <c:pt idx="73">
                  <c:v>606</c:v>
                </c:pt>
                <c:pt idx="74">
                  <c:v>615</c:v>
                </c:pt>
                <c:pt idx="75">
                  <c:v>623</c:v>
                </c:pt>
                <c:pt idx="76">
                  <c:v>631</c:v>
                </c:pt>
                <c:pt idx="77">
                  <c:v>640</c:v>
                </c:pt>
                <c:pt idx="78">
                  <c:v>648</c:v>
                </c:pt>
                <c:pt idx="79">
                  <c:v>656</c:v>
                </c:pt>
                <c:pt idx="80">
                  <c:v>665</c:v>
                </c:pt>
                <c:pt idx="81">
                  <c:v>673</c:v>
                </c:pt>
                <c:pt idx="82">
                  <c:v>681</c:v>
                </c:pt>
                <c:pt idx="83">
                  <c:v>689</c:v>
                </c:pt>
                <c:pt idx="84">
                  <c:v>698</c:v>
                </c:pt>
                <c:pt idx="85">
                  <c:v>706</c:v>
                </c:pt>
                <c:pt idx="86">
                  <c:v>714</c:v>
                </c:pt>
                <c:pt idx="87">
                  <c:v>723</c:v>
                </c:pt>
                <c:pt idx="88">
                  <c:v>731</c:v>
                </c:pt>
                <c:pt idx="89">
                  <c:v>739</c:v>
                </c:pt>
                <c:pt idx="90">
                  <c:v>747</c:v>
                </c:pt>
                <c:pt idx="91">
                  <c:v>756</c:v>
                </c:pt>
                <c:pt idx="92">
                  <c:v>764</c:v>
                </c:pt>
                <c:pt idx="93">
                  <c:v>772</c:v>
                </c:pt>
                <c:pt idx="94">
                  <c:v>781</c:v>
                </c:pt>
                <c:pt idx="95">
                  <c:v>789</c:v>
                </c:pt>
                <c:pt idx="96">
                  <c:v>797</c:v>
                </c:pt>
                <c:pt idx="97">
                  <c:v>806</c:v>
                </c:pt>
                <c:pt idx="98">
                  <c:v>814</c:v>
                </c:pt>
                <c:pt idx="99">
                  <c:v>822</c:v>
                </c:pt>
                <c:pt idx="100">
                  <c:v>830</c:v>
                </c:pt>
                <c:pt idx="101">
                  <c:v>839</c:v>
                </c:pt>
                <c:pt idx="102">
                  <c:v>847</c:v>
                </c:pt>
                <c:pt idx="103">
                  <c:v>855</c:v>
                </c:pt>
                <c:pt idx="104">
                  <c:v>864</c:v>
                </c:pt>
                <c:pt idx="105">
                  <c:v>872</c:v>
                </c:pt>
                <c:pt idx="106">
                  <c:v>880</c:v>
                </c:pt>
                <c:pt idx="107">
                  <c:v>888</c:v>
                </c:pt>
                <c:pt idx="108">
                  <c:v>897</c:v>
                </c:pt>
                <c:pt idx="109">
                  <c:v>905</c:v>
                </c:pt>
                <c:pt idx="110">
                  <c:v>913</c:v>
                </c:pt>
                <c:pt idx="111">
                  <c:v>922</c:v>
                </c:pt>
                <c:pt idx="112">
                  <c:v>930</c:v>
                </c:pt>
                <c:pt idx="113">
                  <c:v>938</c:v>
                </c:pt>
                <c:pt idx="114">
                  <c:v>947</c:v>
                </c:pt>
                <c:pt idx="115">
                  <c:v>955</c:v>
                </c:pt>
                <c:pt idx="116">
                  <c:v>963</c:v>
                </c:pt>
                <c:pt idx="117">
                  <c:v>971</c:v>
                </c:pt>
                <c:pt idx="118">
                  <c:v>980</c:v>
                </c:pt>
                <c:pt idx="119">
                  <c:v>988</c:v>
                </c:pt>
              </c:numCache>
            </c:numRef>
          </c:xVal>
          <c:yVal>
            <c:numRef>
              <c:f>'Chart Data'!$AV$2:$AV$121</c:f>
              <c:numCache>
                <c:formatCode>General</c:formatCode>
                <c:ptCount val="120"/>
                <c:pt idx="0">
                  <c:v>1.0600799</c:v>
                </c:pt>
                <c:pt idx="1">
                  <c:v>1.0642015</c:v>
                </c:pt>
                <c:pt idx="2">
                  <c:v>1.0648559</c:v>
                </c:pt>
                <c:pt idx="3">
                  <c:v>1.0650537</c:v>
                </c:pt>
                <c:pt idx="4">
                  <c:v>1.0653347</c:v>
                </c:pt>
                <c:pt idx="5">
                  <c:v>1.0653696</c:v>
                </c:pt>
                <c:pt idx="6">
                  <c:v>1.0651304</c:v>
                </c:pt>
                <c:pt idx="7">
                  <c:v>1.0653242</c:v>
                </c:pt>
                <c:pt idx="8">
                  <c:v>1.0650743</c:v>
                </c:pt>
                <c:pt idx="9">
                  <c:v>1.0650611</c:v>
                </c:pt>
                <c:pt idx="10">
                  <c:v>1.0648148</c:v>
                </c:pt>
                <c:pt idx="11">
                  <c:v>1.0647339</c:v>
                </c:pt>
                <c:pt idx="12">
                  <c:v>1.0644137</c:v>
                </c:pt>
                <c:pt idx="13">
                  <c:v>1.0642506</c:v>
                </c:pt>
                <c:pt idx="14">
                  <c:v>1.06379</c:v>
                </c:pt>
                <c:pt idx="15">
                  <c:v>1.063849</c:v>
                </c:pt>
                <c:pt idx="16">
                  <c:v>1.0634609</c:v>
                </c:pt>
                <c:pt idx="17">
                  <c:v>1.0618234</c:v>
                </c:pt>
                <c:pt idx="18">
                  <c:v>1.0630405</c:v>
                </c:pt>
                <c:pt idx="19">
                  <c:v>1.0626701</c:v>
                </c:pt>
                <c:pt idx="20">
                  <c:v>1.0620425</c:v>
                </c:pt>
                <c:pt idx="21">
                  <c:v>1.0622387</c:v>
                </c:pt>
                <c:pt idx="22">
                  <c:v>1.0619434</c:v>
                </c:pt>
                <c:pt idx="23">
                  <c:v>1.0616062</c:v>
                </c:pt>
                <c:pt idx="24">
                  <c:v>1.0609624</c:v>
                </c:pt>
                <c:pt idx="25">
                  <c:v>1.0607183</c:v>
                </c:pt>
                <c:pt idx="26">
                  <c:v>1.0607167</c:v>
                </c:pt>
                <c:pt idx="27">
                  <c:v>1.0600915</c:v>
                </c:pt>
                <c:pt idx="28">
                  <c:v>1.0601144</c:v>
                </c:pt>
                <c:pt idx="29">
                  <c:v>1.0596007</c:v>
                </c:pt>
                <c:pt idx="30">
                  <c:v>1.0594289</c:v>
                </c:pt>
                <c:pt idx="31">
                  <c:v>1.0593575</c:v>
                </c:pt>
                <c:pt idx="32">
                  <c:v>1.0589815</c:v>
                </c:pt>
                <c:pt idx="33">
                  <c:v>1.0582339</c:v>
                </c:pt>
                <c:pt idx="34">
                  <c:v>1.0580947</c:v>
                </c:pt>
                <c:pt idx="35">
                  <c:v>1.0578433</c:v>
                </c:pt>
                <c:pt idx="36">
                  <c:v>1.0573332</c:v>
                </c:pt>
                <c:pt idx="37">
                  <c:v>1.0569606</c:v>
                </c:pt>
                <c:pt idx="38">
                  <c:v>1.0565186</c:v>
                </c:pt>
                <c:pt idx="39">
                  <c:v>1.0561229</c:v>
                </c:pt>
                <c:pt idx="40">
                  <c:v>1.0554291</c:v>
                </c:pt>
                <c:pt idx="41">
                  <c:v>1.0551071</c:v>
                </c:pt>
                <c:pt idx="42">
                  <c:v>1.0550544</c:v>
                </c:pt>
                <c:pt idx="43">
                  <c:v>1.0541936</c:v>
                </c:pt>
                <c:pt idx="44">
                  <c:v>1.0539694</c:v>
                </c:pt>
                <c:pt idx="45">
                  <c:v>1.0535612</c:v>
                </c:pt>
                <c:pt idx="46">
                  <c:v>1.0529339</c:v>
                </c:pt>
                <c:pt idx="47">
                  <c:v>1.0526265</c:v>
                </c:pt>
                <c:pt idx="48">
                  <c:v>1.0522031</c:v>
                </c:pt>
                <c:pt idx="49">
                  <c:v>1.0517138</c:v>
                </c:pt>
                <c:pt idx="50">
                  <c:v>1.0512164</c:v>
                </c:pt>
                <c:pt idx="51">
                  <c:v>1.0510818</c:v>
                </c:pt>
                <c:pt idx="52">
                  <c:v>1.0504732</c:v>
                </c:pt>
                <c:pt idx="53">
                  <c:v>1.0499758</c:v>
                </c:pt>
                <c:pt idx="54">
                  <c:v>1.049433</c:v>
                </c:pt>
                <c:pt idx="55">
                  <c:v>1.0489457</c:v>
                </c:pt>
                <c:pt idx="56">
                  <c:v>1.0488324</c:v>
                </c:pt>
                <c:pt idx="57">
                  <c:v>1.0481111</c:v>
                </c:pt>
                <c:pt idx="58">
                  <c:v>1.0477741</c:v>
                </c:pt>
                <c:pt idx="59">
                  <c:v>1.0472817</c:v>
                </c:pt>
                <c:pt idx="60">
                  <c:v>1.0460718</c:v>
                </c:pt>
                <c:pt idx="61">
                  <c:v>1.0456662</c:v>
                </c:pt>
                <c:pt idx="62">
                  <c:v>1.0452844</c:v>
                </c:pt>
                <c:pt idx="63">
                  <c:v>1.0446502</c:v>
                </c:pt>
                <c:pt idx="64">
                  <c:v>1.0442736</c:v>
                </c:pt>
                <c:pt idx="65">
                  <c:v>1.0435508</c:v>
                </c:pt>
                <c:pt idx="66">
                  <c:v>1.0433394</c:v>
                </c:pt>
                <c:pt idx="67">
                  <c:v>1.0424383</c:v>
                </c:pt>
                <c:pt idx="68">
                  <c:v>1.0420939</c:v>
                </c:pt>
                <c:pt idx="69">
                  <c:v>1.0414101</c:v>
                </c:pt>
                <c:pt idx="70">
                  <c:v>1.0408444</c:v>
                </c:pt>
                <c:pt idx="71">
                  <c:v>1.0400021</c:v>
                </c:pt>
                <c:pt idx="72">
                  <c:v>1.0392383</c:v>
                </c:pt>
                <c:pt idx="73">
                  <c:v>1.039044</c:v>
                </c:pt>
                <c:pt idx="74">
                  <c:v>1.0383148</c:v>
                </c:pt>
                <c:pt idx="75">
                  <c:v>1.0377574</c:v>
                </c:pt>
                <c:pt idx="76">
                  <c:v>1.03724</c:v>
                </c:pt>
                <c:pt idx="77">
                  <c:v>1.0367923</c:v>
                </c:pt>
                <c:pt idx="78">
                  <c:v>1.0358921</c:v>
                </c:pt>
                <c:pt idx="79">
                  <c:v>1.0348887</c:v>
                </c:pt>
                <c:pt idx="80">
                  <c:v>1.034241</c:v>
                </c:pt>
                <c:pt idx="81">
                  <c:v>1.0334826</c:v>
                </c:pt>
                <c:pt idx="82">
                  <c:v>1.0327384</c:v>
                </c:pt>
                <c:pt idx="83">
                  <c:v>1.0319664</c:v>
                </c:pt>
                <c:pt idx="84">
                  <c:v>1.0310535</c:v>
                </c:pt>
                <c:pt idx="85">
                  <c:v>1.0301967</c:v>
                </c:pt>
                <c:pt idx="86">
                  <c:v>1.029421</c:v>
                </c:pt>
                <c:pt idx="87">
                  <c:v>1.0283073</c:v>
                </c:pt>
                <c:pt idx="88">
                  <c:v>1.0272436</c:v>
                </c:pt>
                <c:pt idx="89">
                  <c:v>1.0261005</c:v>
                </c:pt>
                <c:pt idx="90">
                  <c:v>1.0251195</c:v>
                </c:pt>
                <c:pt idx="91">
                  <c:v>1.0239228</c:v>
                </c:pt>
                <c:pt idx="92">
                  <c:v>1.022666</c:v>
                </c:pt>
                <c:pt idx="93">
                  <c:v>1.0214258</c:v>
                </c:pt>
                <c:pt idx="94">
                  <c:v>1.0195159</c:v>
                </c:pt>
                <c:pt idx="95">
                  <c:v>1.0181768</c:v>
                </c:pt>
                <c:pt idx="96">
                  <c:v>1.0165522</c:v>
                </c:pt>
                <c:pt idx="97">
                  <c:v>1.0143962</c:v>
                </c:pt>
                <c:pt idx="98">
                  <c:v>1.0123314</c:v>
                </c:pt>
                <c:pt idx="99">
                  <c:v>1.01021</c:v>
                </c:pt>
                <c:pt idx="100">
                  <c:v>1.0076057</c:v>
                </c:pt>
                <c:pt idx="101">
                  <c:v>1.0043849</c:v>
                </c:pt>
                <c:pt idx="102">
                  <c:v>1.0013603</c:v>
                </c:pt>
                <c:pt idx="103">
                  <c:v>0.9978956</c:v>
                </c:pt>
                <c:pt idx="104">
                  <c:v>0.99351835</c:v>
                </c:pt>
                <c:pt idx="105">
                  <c:v>0.98921347</c:v>
                </c:pt>
                <c:pt idx="106">
                  <c:v>0.98434395</c:v>
                </c:pt>
                <c:pt idx="107">
                  <c:v>0.97882485</c:v>
                </c:pt>
                <c:pt idx="108">
                  <c:v>0.97240078</c:v>
                </c:pt>
                <c:pt idx="109">
                  <c:v>0.9662388</c:v>
                </c:pt>
                <c:pt idx="110">
                  <c:v>0.95989871</c:v>
                </c:pt>
                <c:pt idx="111">
                  <c:v>0.95234734</c:v>
                </c:pt>
                <c:pt idx="112">
                  <c:v>0.94506335</c:v>
                </c:pt>
                <c:pt idx="113">
                  <c:v>0.93719894</c:v>
                </c:pt>
                <c:pt idx="114">
                  <c:v>0.92805147</c:v>
                </c:pt>
                <c:pt idx="115">
                  <c:v>0.91936296</c:v>
                </c:pt>
                <c:pt idx="116">
                  <c:v>0.91094536</c:v>
                </c:pt>
                <c:pt idx="117">
                  <c:v>0.90173042</c:v>
                </c:pt>
                <c:pt idx="118">
                  <c:v>0.89133191</c:v>
                </c:pt>
                <c:pt idx="119">
                  <c:v>0.88167018</c:v>
                </c:pt>
              </c:numCache>
            </c:numRef>
          </c:yVal>
        </c:ser>
        <c:ser>
          <c:idx val="24"/>
          <c:order val="24"/>
          <c:tx>
            <c:v>Batch3_cell_026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18</c:v>
                </c:pt>
                <c:pt idx="3">
                  <c:v>27</c:v>
                </c:pt>
                <c:pt idx="4">
                  <c:v>35</c:v>
                </c:pt>
                <c:pt idx="5">
                  <c:v>44</c:v>
                </c:pt>
                <c:pt idx="6">
                  <c:v>53</c:v>
                </c:pt>
                <c:pt idx="7">
                  <c:v>61</c:v>
                </c:pt>
                <c:pt idx="8">
                  <c:v>70</c:v>
                </c:pt>
                <c:pt idx="9">
                  <c:v>79</c:v>
                </c:pt>
                <c:pt idx="10">
                  <c:v>87</c:v>
                </c:pt>
                <c:pt idx="11">
                  <c:v>96</c:v>
                </c:pt>
                <c:pt idx="12">
                  <c:v>104</c:v>
                </c:pt>
                <c:pt idx="13">
                  <c:v>113</c:v>
                </c:pt>
                <c:pt idx="14">
                  <c:v>122</c:v>
                </c:pt>
                <c:pt idx="15">
                  <c:v>130</c:v>
                </c:pt>
                <c:pt idx="16">
                  <c:v>139</c:v>
                </c:pt>
                <c:pt idx="17">
                  <c:v>148</c:v>
                </c:pt>
                <c:pt idx="18">
                  <c:v>156</c:v>
                </c:pt>
                <c:pt idx="19">
                  <c:v>165</c:v>
                </c:pt>
                <c:pt idx="20">
                  <c:v>173</c:v>
                </c:pt>
                <c:pt idx="21">
                  <c:v>182</c:v>
                </c:pt>
                <c:pt idx="22">
                  <c:v>191</c:v>
                </c:pt>
                <c:pt idx="23">
                  <c:v>199</c:v>
                </c:pt>
                <c:pt idx="24">
                  <c:v>208</c:v>
                </c:pt>
                <c:pt idx="25">
                  <c:v>217</c:v>
                </c:pt>
                <c:pt idx="26">
                  <c:v>225</c:v>
                </c:pt>
                <c:pt idx="27">
                  <c:v>234</c:v>
                </c:pt>
                <c:pt idx="28">
                  <c:v>242</c:v>
                </c:pt>
                <c:pt idx="29">
                  <c:v>251</c:v>
                </c:pt>
                <c:pt idx="30">
                  <c:v>260</c:v>
                </c:pt>
                <c:pt idx="31">
                  <c:v>268</c:v>
                </c:pt>
                <c:pt idx="32">
                  <c:v>277</c:v>
                </c:pt>
                <c:pt idx="33">
                  <c:v>286</c:v>
                </c:pt>
                <c:pt idx="34">
                  <c:v>294</c:v>
                </c:pt>
                <c:pt idx="35">
                  <c:v>303</c:v>
                </c:pt>
                <c:pt idx="36">
                  <c:v>311</c:v>
                </c:pt>
                <c:pt idx="37">
                  <c:v>320</c:v>
                </c:pt>
                <c:pt idx="38">
                  <c:v>329</c:v>
                </c:pt>
                <c:pt idx="39">
                  <c:v>337</c:v>
                </c:pt>
                <c:pt idx="40">
                  <c:v>346</c:v>
                </c:pt>
                <c:pt idx="41">
                  <c:v>354</c:v>
                </c:pt>
                <c:pt idx="42">
                  <c:v>363</c:v>
                </c:pt>
                <c:pt idx="43">
                  <c:v>372</c:v>
                </c:pt>
                <c:pt idx="44">
                  <c:v>380</c:v>
                </c:pt>
                <c:pt idx="45">
                  <c:v>389</c:v>
                </c:pt>
                <c:pt idx="46">
                  <c:v>398</c:v>
                </c:pt>
                <c:pt idx="47">
                  <c:v>406</c:v>
                </c:pt>
                <c:pt idx="48">
                  <c:v>415</c:v>
                </c:pt>
                <c:pt idx="49">
                  <c:v>423</c:v>
                </c:pt>
                <c:pt idx="50">
                  <c:v>432</c:v>
                </c:pt>
                <c:pt idx="51">
                  <c:v>441</c:v>
                </c:pt>
                <c:pt idx="52">
                  <c:v>449</c:v>
                </c:pt>
                <c:pt idx="53">
                  <c:v>458</c:v>
                </c:pt>
                <c:pt idx="54">
                  <c:v>467</c:v>
                </c:pt>
                <c:pt idx="55">
                  <c:v>475</c:v>
                </c:pt>
                <c:pt idx="56">
                  <c:v>484</c:v>
                </c:pt>
                <c:pt idx="57">
                  <c:v>492</c:v>
                </c:pt>
                <c:pt idx="58">
                  <c:v>501</c:v>
                </c:pt>
                <c:pt idx="59">
                  <c:v>510</c:v>
                </c:pt>
                <c:pt idx="60">
                  <c:v>518</c:v>
                </c:pt>
                <c:pt idx="61">
                  <c:v>527</c:v>
                </c:pt>
                <c:pt idx="62">
                  <c:v>536</c:v>
                </c:pt>
                <c:pt idx="63">
                  <c:v>544</c:v>
                </c:pt>
                <c:pt idx="64">
                  <c:v>553</c:v>
                </c:pt>
                <c:pt idx="65">
                  <c:v>561</c:v>
                </c:pt>
                <c:pt idx="66">
                  <c:v>570</c:v>
                </c:pt>
                <c:pt idx="67">
                  <c:v>579</c:v>
                </c:pt>
                <c:pt idx="68">
                  <c:v>587</c:v>
                </c:pt>
                <c:pt idx="69">
                  <c:v>596</c:v>
                </c:pt>
                <c:pt idx="70">
                  <c:v>605</c:v>
                </c:pt>
                <c:pt idx="71">
                  <c:v>613</c:v>
                </c:pt>
                <c:pt idx="72">
                  <c:v>622</c:v>
                </c:pt>
                <c:pt idx="73">
                  <c:v>630</c:v>
                </c:pt>
                <c:pt idx="74">
                  <c:v>639</c:v>
                </c:pt>
                <c:pt idx="75">
                  <c:v>648</c:v>
                </c:pt>
                <c:pt idx="76">
                  <c:v>656</c:v>
                </c:pt>
                <c:pt idx="77">
                  <c:v>665</c:v>
                </c:pt>
                <c:pt idx="78">
                  <c:v>674</c:v>
                </c:pt>
                <c:pt idx="79">
                  <c:v>682</c:v>
                </c:pt>
                <c:pt idx="80">
                  <c:v>691</c:v>
                </c:pt>
                <c:pt idx="81">
                  <c:v>699</c:v>
                </c:pt>
                <c:pt idx="82">
                  <c:v>708</c:v>
                </c:pt>
                <c:pt idx="83">
                  <c:v>717</c:v>
                </c:pt>
                <c:pt idx="84">
                  <c:v>725</c:v>
                </c:pt>
                <c:pt idx="85">
                  <c:v>734</c:v>
                </c:pt>
                <c:pt idx="86">
                  <c:v>742</c:v>
                </c:pt>
                <c:pt idx="87">
                  <c:v>751</c:v>
                </c:pt>
                <c:pt idx="88">
                  <c:v>760</c:v>
                </c:pt>
                <c:pt idx="89">
                  <c:v>768</c:v>
                </c:pt>
                <c:pt idx="90">
                  <c:v>777</c:v>
                </c:pt>
                <c:pt idx="91">
                  <c:v>786</c:v>
                </c:pt>
                <c:pt idx="92">
                  <c:v>794</c:v>
                </c:pt>
                <c:pt idx="93">
                  <c:v>803</c:v>
                </c:pt>
                <c:pt idx="94">
                  <c:v>811</c:v>
                </c:pt>
                <c:pt idx="95">
                  <c:v>820</c:v>
                </c:pt>
                <c:pt idx="96">
                  <c:v>829</c:v>
                </c:pt>
                <c:pt idx="97">
                  <c:v>837</c:v>
                </c:pt>
                <c:pt idx="98">
                  <c:v>846</c:v>
                </c:pt>
                <c:pt idx="99">
                  <c:v>855</c:v>
                </c:pt>
                <c:pt idx="100">
                  <c:v>863</c:v>
                </c:pt>
                <c:pt idx="101">
                  <c:v>872</c:v>
                </c:pt>
                <c:pt idx="102">
                  <c:v>880</c:v>
                </c:pt>
                <c:pt idx="103">
                  <c:v>889</c:v>
                </c:pt>
                <c:pt idx="104">
                  <c:v>898</c:v>
                </c:pt>
                <c:pt idx="105">
                  <c:v>906</c:v>
                </c:pt>
                <c:pt idx="106">
                  <c:v>915</c:v>
                </c:pt>
                <c:pt idx="107">
                  <c:v>924</c:v>
                </c:pt>
                <c:pt idx="108">
                  <c:v>932</c:v>
                </c:pt>
                <c:pt idx="109">
                  <c:v>941</c:v>
                </c:pt>
                <c:pt idx="110">
                  <c:v>949</c:v>
                </c:pt>
                <c:pt idx="111">
                  <c:v>958</c:v>
                </c:pt>
                <c:pt idx="112">
                  <c:v>967</c:v>
                </c:pt>
                <c:pt idx="113">
                  <c:v>975</c:v>
                </c:pt>
                <c:pt idx="114">
                  <c:v>984</c:v>
                </c:pt>
                <c:pt idx="115">
                  <c:v>993</c:v>
                </c:pt>
                <c:pt idx="116">
                  <c:v>1001</c:v>
                </c:pt>
                <c:pt idx="117">
                  <c:v>1010</c:v>
                </c:pt>
                <c:pt idx="118">
                  <c:v>1018</c:v>
                </c:pt>
                <c:pt idx="119">
                  <c:v>1027</c:v>
                </c:pt>
              </c:numCache>
            </c:numRef>
          </c:xVal>
          <c:yVal>
            <c:numRef>
              <c:f>'Chart Data'!$AX$2:$AX$121</c:f>
              <c:numCache>
                <c:formatCode>General</c:formatCode>
                <c:ptCount val="120"/>
                <c:pt idx="0">
                  <c:v>1.0709693</c:v>
                </c:pt>
                <c:pt idx="1">
                  <c:v>1.0749502</c:v>
                </c:pt>
                <c:pt idx="2">
                  <c:v>1.0754076</c:v>
                </c:pt>
                <c:pt idx="3">
                  <c:v>1.0753639</c:v>
                </c:pt>
                <c:pt idx="4">
                  <c:v>1.0756595</c:v>
                </c:pt>
                <c:pt idx="5">
                  <c:v>1.0753908</c:v>
                </c:pt>
                <c:pt idx="6">
                  <c:v>1.0754191</c:v>
                </c:pt>
                <c:pt idx="7">
                  <c:v>1.0754452</c:v>
                </c:pt>
                <c:pt idx="8">
                  <c:v>1.0751787</c:v>
                </c:pt>
                <c:pt idx="9">
                  <c:v>1.0750253</c:v>
                </c:pt>
                <c:pt idx="10">
                  <c:v>1.0750369</c:v>
                </c:pt>
                <c:pt idx="11">
                  <c:v>1.0745454</c:v>
                </c:pt>
                <c:pt idx="12">
                  <c:v>1.0743347</c:v>
                </c:pt>
                <c:pt idx="13">
                  <c:v>1.0741262</c:v>
                </c:pt>
                <c:pt idx="14">
                  <c:v>1.0738403</c:v>
                </c:pt>
                <c:pt idx="15">
                  <c:v>1.0735594</c:v>
                </c:pt>
                <c:pt idx="16">
                  <c:v>1.073032</c:v>
                </c:pt>
                <c:pt idx="17">
                  <c:v>1.0730761</c:v>
                </c:pt>
                <c:pt idx="18">
                  <c:v>1.0726975</c:v>
                </c:pt>
                <c:pt idx="19">
                  <c:v>1.0720375</c:v>
                </c:pt>
                <c:pt idx="20">
                  <c:v>1.0721829</c:v>
                </c:pt>
                <c:pt idx="21">
                  <c:v>1.0718436</c:v>
                </c:pt>
                <c:pt idx="22">
                  <c:v>1.0713714</c:v>
                </c:pt>
                <c:pt idx="23">
                  <c:v>1.0705781</c:v>
                </c:pt>
                <c:pt idx="24">
                  <c:v>1.0700761</c:v>
                </c:pt>
                <c:pt idx="25">
                  <c:v>1.0701619</c:v>
                </c:pt>
                <c:pt idx="26">
                  <c:v>1.0698125</c:v>
                </c:pt>
                <c:pt idx="27">
                  <c:v>1.0694877</c:v>
                </c:pt>
                <c:pt idx="28">
                  <c:v>1.0692607</c:v>
                </c:pt>
                <c:pt idx="29">
                  <c:v>1.0692559</c:v>
                </c:pt>
                <c:pt idx="30">
                  <c:v>1.0687913</c:v>
                </c:pt>
                <c:pt idx="31">
                  <c:v>1.0684597</c:v>
                </c:pt>
                <c:pt idx="32">
                  <c:v>1.0679922</c:v>
                </c:pt>
                <c:pt idx="33">
                  <c:v>1.0675383</c:v>
                </c:pt>
                <c:pt idx="34">
                  <c:v>1.0670043</c:v>
                </c:pt>
                <c:pt idx="35">
                  <c:v>1.0664186</c:v>
                </c:pt>
                <c:pt idx="36">
                  <c:v>1.0662748</c:v>
                </c:pt>
                <c:pt idx="37">
                  <c:v>1.0657784</c:v>
                </c:pt>
                <c:pt idx="38">
                  <c:v>1.0651903</c:v>
                </c:pt>
                <c:pt idx="39">
                  <c:v>1.0649225</c:v>
                </c:pt>
                <c:pt idx="40">
                  <c:v>1.0646838</c:v>
                </c:pt>
                <c:pt idx="41">
                  <c:v>1.0640275</c:v>
                </c:pt>
                <c:pt idx="42">
                  <c:v>1.0636448</c:v>
                </c:pt>
                <c:pt idx="43">
                  <c:v>1.0633031</c:v>
                </c:pt>
                <c:pt idx="44">
                  <c:v>1.062611</c:v>
                </c:pt>
                <c:pt idx="45">
                  <c:v>1.0620068</c:v>
                </c:pt>
                <c:pt idx="46">
                  <c:v>1.0619857</c:v>
                </c:pt>
                <c:pt idx="47">
                  <c:v>1.0614341</c:v>
                </c:pt>
                <c:pt idx="48">
                  <c:v>1.0610008</c:v>
                </c:pt>
                <c:pt idx="49">
                  <c:v>1.0605701</c:v>
                </c:pt>
                <c:pt idx="50">
                  <c:v>1.0600375</c:v>
                </c:pt>
                <c:pt idx="51">
                  <c:v>1.0593574</c:v>
                </c:pt>
                <c:pt idx="52">
                  <c:v>1.0587084</c:v>
                </c:pt>
                <c:pt idx="53">
                  <c:v>1.0585747</c:v>
                </c:pt>
                <c:pt idx="54">
                  <c:v>1.0580114</c:v>
                </c:pt>
                <c:pt idx="55">
                  <c:v>1.057615</c:v>
                </c:pt>
                <c:pt idx="56">
                  <c:v>1.0571252</c:v>
                </c:pt>
                <c:pt idx="57">
                  <c:v>1.0563511</c:v>
                </c:pt>
                <c:pt idx="58">
                  <c:v>1.055669</c:v>
                </c:pt>
                <c:pt idx="59">
                  <c:v>1.0549709</c:v>
                </c:pt>
                <c:pt idx="60">
                  <c:v>1.054381</c:v>
                </c:pt>
                <c:pt idx="61">
                  <c:v>1.0535718</c:v>
                </c:pt>
                <c:pt idx="62">
                  <c:v>1.0531166</c:v>
                </c:pt>
                <c:pt idx="63">
                  <c:v>1.0525848</c:v>
                </c:pt>
                <c:pt idx="64">
                  <c:v>1.0518279</c:v>
                </c:pt>
                <c:pt idx="65">
                  <c:v>1.0512644</c:v>
                </c:pt>
                <c:pt idx="66">
                  <c:v>1.0510355</c:v>
                </c:pt>
                <c:pt idx="67">
                  <c:v>1.0500859</c:v>
                </c:pt>
                <c:pt idx="68">
                  <c:v>1.0494461</c:v>
                </c:pt>
                <c:pt idx="69">
                  <c:v>1.0488491</c:v>
                </c:pt>
                <c:pt idx="70">
                  <c:v>1.0482106</c:v>
                </c:pt>
                <c:pt idx="71">
                  <c:v>1.04759</c:v>
                </c:pt>
                <c:pt idx="72">
                  <c:v>1.0468938</c:v>
                </c:pt>
                <c:pt idx="73">
                  <c:v>1.0462166</c:v>
                </c:pt>
                <c:pt idx="74">
                  <c:v>1.0453824</c:v>
                </c:pt>
                <c:pt idx="75">
                  <c:v>1.0439967</c:v>
                </c:pt>
                <c:pt idx="76">
                  <c:v>1.0435592</c:v>
                </c:pt>
                <c:pt idx="77">
                  <c:v>1.0424311</c:v>
                </c:pt>
                <c:pt idx="78">
                  <c:v>1.0413696</c:v>
                </c:pt>
                <c:pt idx="79">
                  <c:v>1.040489</c:v>
                </c:pt>
                <c:pt idx="80">
                  <c:v>1.0392586</c:v>
                </c:pt>
                <c:pt idx="81">
                  <c:v>1.038296</c:v>
                </c:pt>
                <c:pt idx="82">
                  <c:v>1.0373522</c:v>
                </c:pt>
                <c:pt idx="83">
                  <c:v>1.0358282</c:v>
                </c:pt>
                <c:pt idx="84">
                  <c:v>1.0345566</c:v>
                </c:pt>
                <c:pt idx="85">
                  <c:v>1.0332178</c:v>
                </c:pt>
                <c:pt idx="86">
                  <c:v>1.0320402</c:v>
                </c:pt>
                <c:pt idx="87">
                  <c:v>1.0302094</c:v>
                </c:pt>
                <c:pt idx="88">
                  <c:v>1.0288534</c:v>
                </c:pt>
                <c:pt idx="89">
                  <c:v>1.0271283</c:v>
                </c:pt>
                <c:pt idx="90">
                  <c:v>1.0253068</c:v>
                </c:pt>
                <c:pt idx="91">
                  <c:v>1.0232995</c:v>
                </c:pt>
                <c:pt idx="92">
                  <c:v>1.0213943</c:v>
                </c:pt>
                <c:pt idx="93">
                  <c:v>1.0191855</c:v>
                </c:pt>
                <c:pt idx="94">
                  <c:v>1.0167712</c:v>
                </c:pt>
                <c:pt idx="95">
                  <c:v>1.0139375</c:v>
                </c:pt>
                <c:pt idx="96">
                  <c:v>1.0106143</c:v>
                </c:pt>
                <c:pt idx="97">
                  <c:v>1.0074109</c:v>
                </c:pt>
                <c:pt idx="98">
                  <c:v>1.0037878</c:v>
                </c:pt>
                <c:pt idx="99">
                  <c:v>0.99979651</c:v>
                </c:pt>
                <c:pt idx="100">
                  <c:v>0.99579906</c:v>
                </c:pt>
                <c:pt idx="101">
                  <c:v>0.99139959</c:v>
                </c:pt>
                <c:pt idx="102">
                  <c:v>0.98693413</c:v>
                </c:pt>
                <c:pt idx="103">
                  <c:v>0.9817664</c:v>
                </c:pt>
                <c:pt idx="104">
                  <c:v>0.97676212</c:v>
                </c:pt>
                <c:pt idx="105">
                  <c:v>0.97189468</c:v>
                </c:pt>
                <c:pt idx="106">
                  <c:v>0.96645069</c:v>
                </c:pt>
                <c:pt idx="107">
                  <c:v>0.96074373</c:v>
                </c:pt>
                <c:pt idx="108">
                  <c:v>0.95525461</c:v>
                </c:pt>
                <c:pt idx="109">
                  <c:v>0.94922864</c:v>
                </c:pt>
                <c:pt idx="110">
                  <c:v>0.9433319</c:v>
                </c:pt>
                <c:pt idx="111">
                  <c:v>0.93671763</c:v>
                </c:pt>
                <c:pt idx="112">
                  <c:v>0.92986768</c:v>
                </c:pt>
                <c:pt idx="113">
                  <c:v>0.92342275</c:v>
                </c:pt>
                <c:pt idx="114">
                  <c:v>0.91591972</c:v>
                </c:pt>
                <c:pt idx="115">
                  <c:v>0.90846151</c:v>
                </c:pt>
                <c:pt idx="116">
                  <c:v>0.90195072</c:v>
                </c:pt>
                <c:pt idx="117">
                  <c:v>0.89443308</c:v>
                </c:pt>
                <c:pt idx="118">
                  <c:v>0.88753837</c:v>
                </c:pt>
                <c:pt idx="119">
                  <c:v>0.88023561</c:v>
                </c:pt>
              </c:numCache>
            </c:numRef>
          </c:yVal>
        </c:ser>
        <c:ser>
          <c:idx val="25"/>
          <c:order val="25"/>
          <c:tx>
            <c:v>Batch3_cell_027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30</c:v>
                </c:pt>
                <c:pt idx="5">
                  <c:v>37</c:v>
                </c:pt>
                <c:pt idx="6">
                  <c:v>44</c:v>
                </c:pt>
                <c:pt idx="7">
                  <c:v>51</c:v>
                </c:pt>
                <c:pt idx="8">
                  <c:v>58</c:v>
                </c:pt>
                <c:pt idx="9">
                  <c:v>65</c:v>
                </c:pt>
                <c:pt idx="10">
                  <c:v>72</c:v>
                </c:pt>
                <c:pt idx="11">
                  <c:v>79</c:v>
                </c:pt>
                <c:pt idx="12">
                  <c:v>87</c:v>
                </c:pt>
                <c:pt idx="13">
                  <c:v>94</c:v>
                </c:pt>
                <c:pt idx="14">
                  <c:v>101</c:v>
                </c:pt>
                <c:pt idx="15">
                  <c:v>108</c:v>
                </c:pt>
                <c:pt idx="16">
                  <c:v>115</c:v>
                </c:pt>
                <c:pt idx="17">
                  <c:v>122</c:v>
                </c:pt>
                <c:pt idx="18">
                  <c:v>129</c:v>
                </c:pt>
                <c:pt idx="19">
                  <c:v>136</c:v>
                </c:pt>
                <c:pt idx="20">
                  <c:v>144</c:v>
                </c:pt>
                <c:pt idx="21">
                  <c:v>151</c:v>
                </c:pt>
                <c:pt idx="22">
                  <c:v>158</c:v>
                </c:pt>
                <c:pt idx="23">
                  <c:v>165</c:v>
                </c:pt>
                <c:pt idx="24">
                  <c:v>172</c:v>
                </c:pt>
                <c:pt idx="25">
                  <c:v>179</c:v>
                </c:pt>
                <c:pt idx="26">
                  <c:v>186</c:v>
                </c:pt>
                <c:pt idx="27">
                  <c:v>193</c:v>
                </c:pt>
                <c:pt idx="28">
                  <c:v>201</c:v>
                </c:pt>
                <c:pt idx="29">
                  <c:v>208</c:v>
                </c:pt>
                <c:pt idx="30">
                  <c:v>215</c:v>
                </c:pt>
                <c:pt idx="31">
                  <c:v>222</c:v>
                </c:pt>
                <c:pt idx="32">
                  <c:v>229</c:v>
                </c:pt>
                <c:pt idx="33">
                  <c:v>236</c:v>
                </c:pt>
                <c:pt idx="34">
                  <c:v>243</c:v>
                </c:pt>
                <c:pt idx="35">
                  <c:v>250</c:v>
                </c:pt>
                <c:pt idx="36">
                  <c:v>258</c:v>
                </c:pt>
                <c:pt idx="37">
                  <c:v>265</c:v>
                </c:pt>
                <c:pt idx="38">
                  <c:v>272</c:v>
                </c:pt>
                <c:pt idx="39">
                  <c:v>279</c:v>
                </c:pt>
                <c:pt idx="40">
                  <c:v>286</c:v>
                </c:pt>
                <c:pt idx="41">
                  <c:v>293</c:v>
                </c:pt>
                <c:pt idx="42">
                  <c:v>300</c:v>
                </c:pt>
                <c:pt idx="43">
                  <c:v>307</c:v>
                </c:pt>
                <c:pt idx="44">
                  <c:v>315</c:v>
                </c:pt>
                <c:pt idx="45">
                  <c:v>322</c:v>
                </c:pt>
                <c:pt idx="46">
                  <c:v>329</c:v>
                </c:pt>
                <c:pt idx="47">
                  <c:v>336</c:v>
                </c:pt>
                <c:pt idx="48">
                  <c:v>343</c:v>
                </c:pt>
                <c:pt idx="49">
                  <c:v>350</c:v>
                </c:pt>
                <c:pt idx="50">
                  <c:v>357</c:v>
                </c:pt>
                <c:pt idx="51">
                  <c:v>364</c:v>
                </c:pt>
                <c:pt idx="52">
                  <c:v>372</c:v>
                </c:pt>
                <c:pt idx="53">
                  <c:v>379</c:v>
                </c:pt>
                <c:pt idx="54">
                  <c:v>386</c:v>
                </c:pt>
                <c:pt idx="55">
                  <c:v>393</c:v>
                </c:pt>
                <c:pt idx="56">
                  <c:v>400</c:v>
                </c:pt>
                <c:pt idx="57">
                  <c:v>407</c:v>
                </c:pt>
                <c:pt idx="58">
                  <c:v>414</c:v>
                </c:pt>
                <c:pt idx="59">
                  <c:v>421</c:v>
                </c:pt>
                <c:pt idx="60">
                  <c:v>429</c:v>
                </c:pt>
                <c:pt idx="61">
                  <c:v>436</c:v>
                </c:pt>
                <c:pt idx="62">
                  <c:v>443</c:v>
                </c:pt>
                <c:pt idx="63">
                  <c:v>450</c:v>
                </c:pt>
                <c:pt idx="64">
                  <c:v>457</c:v>
                </c:pt>
                <c:pt idx="65">
                  <c:v>464</c:v>
                </c:pt>
                <c:pt idx="66">
                  <c:v>471</c:v>
                </c:pt>
                <c:pt idx="67">
                  <c:v>478</c:v>
                </c:pt>
                <c:pt idx="68">
                  <c:v>486</c:v>
                </c:pt>
                <c:pt idx="69">
                  <c:v>493</c:v>
                </c:pt>
                <c:pt idx="70">
                  <c:v>500</c:v>
                </c:pt>
                <c:pt idx="71">
                  <c:v>507</c:v>
                </c:pt>
                <c:pt idx="72">
                  <c:v>514</c:v>
                </c:pt>
                <c:pt idx="73">
                  <c:v>521</c:v>
                </c:pt>
                <c:pt idx="74">
                  <c:v>528</c:v>
                </c:pt>
                <c:pt idx="75">
                  <c:v>535</c:v>
                </c:pt>
                <c:pt idx="76">
                  <c:v>543</c:v>
                </c:pt>
                <c:pt idx="77">
                  <c:v>550</c:v>
                </c:pt>
                <c:pt idx="78">
                  <c:v>557</c:v>
                </c:pt>
                <c:pt idx="79">
                  <c:v>564</c:v>
                </c:pt>
                <c:pt idx="80">
                  <c:v>571</c:v>
                </c:pt>
                <c:pt idx="81">
                  <c:v>578</c:v>
                </c:pt>
                <c:pt idx="82">
                  <c:v>585</c:v>
                </c:pt>
                <c:pt idx="83">
                  <c:v>592</c:v>
                </c:pt>
                <c:pt idx="84">
                  <c:v>600</c:v>
                </c:pt>
                <c:pt idx="85">
                  <c:v>607</c:v>
                </c:pt>
                <c:pt idx="86">
                  <c:v>614</c:v>
                </c:pt>
                <c:pt idx="87">
                  <c:v>621</c:v>
                </c:pt>
                <c:pt idx="88">
                  <c:v>628</c:v>
                </c:pt>
                <c:pt idx="89">
                  <c:v>635</c:v>
                </c:pt>
                <c:pt idx="90">
                  <c:v>642</c:v>
                </c:pt>
                <c:pt idx="91">
                  <c:v>649</c:v>
                </c:pt>
                <c:pt idx="92">
                  <c:v>657</c:v>
                </c:pt>
                <c:pt idx="93">
                  <c:v>664</c:v>
                </c:pt>
                <c:pt idx="94">
                  <c:v>671</c:v>
                </c:pt>
                <c:pt idx="95">
                  <c:v>678</c:v>
                </c:pt>
                <c:pt idx="96">
                  <c:v>685</c:v>
                </c:pt>
                <c:pt idx="97">
                  <c:v>692</c:v>
                </c:pt>
                <c:pt idx="98">
                  <c:v>699</c:v>
                </c:pt>
                <c:pt idx="99">
                  <c:v>706</c:v>
                </c:pt>
                <c:pt idx="100">
                  <c:v>714</c:v>
                </c:pt>
                <c:pt idx="101">
                  <c:v>721</c:v>
                </c:pt>
                <c:pt idx="102">
                  <c:v>728</c:v>
                </c:pt>
                <c:pt idx="103">
                  <c:v>735</c:v>
                </c:pt>
                <c:pt idx="104">
                  <c:v>742</c:v>
                </c:pt>
                <c:pt idx="105">
                  <c:v>749</c:v>
                </c:pt>
                <c:pt idx="106">
                  <c:v>756</c:v>
                </c:pt>
                <c:pt idx="107">
                  <c:v>763</c:v>
                </c:pt>
                <c:pt idx="108">
                  <c:v>771</c:v>
                </c:pt>
                <c:pt idx="109">
                  <c:v>778</c:v>
                </c:pt>
                <c:pt idx="110">
                  <c:v>785</c:v>
                </c:pt>
                <c:pt idx="111">
                  <c:v>792</c:v>
                </c:pt>
                <c:pt idx="112">
                  <c:v>799</c:v>
                </c:pt>
                <c:pt idx="113">
                  <c:v>806</c:v>
                </c:pt>
                <c:pt idx="114">
                  <c:v>813</c:v>
                </c:pt>
                <c:pt idx="115">
                  <c:v>820</c:v>
                </c:pt>
                <c:pt idx="116">
                  <c:v>828</c:v>
                </c:pt>
                <c:pt idx="117">
                  <c:v>835</c:v>
                </c:pt>
                <c:pt idx="118">
                  <c:v>842</c:v>
                </c:pt>
                <c:pt idx="119">
                  <c:v>849</c:v>
                </c:pt>
              </c:numCache>
            </c:numRef>
          </c:xVal>
          <c:yVal>
            <c:numRef>
              <c:f>'Chart Data'!$AZ$2:$AZ$121</c:f>
              <c:numCache>
                <c:formatCode>General</c:formatCode>
                <c:ptCount val="120"/>
                <c:pt idx="0">
                  <c:v>1.0592589</c:v>
                </c:pt>
                <c:pt idx="1">
                  <c:v>1.0634905</c:v>
                </c:pt>
                <c:pt idx="2">
                  <c:v>1.063925</c:v>
                </c:pt>
                <c:pt idx="3">
                  <c:v>1.0641699</c:v>
                </c:pt>
                <c:pt idx="4">
                  <c:v>1.0640848</c:v>
                </c:pt>
                <c:pt idx="5">
                  <c:v>1.0644121</c:v>
                </c:pt>
                <c:pt idx="6">
                  <c:v>1.0641983</c:v>
                </c:pt>
                <c:pt idx="7">
                  <c:v>1.0640848</c:v>
                </c:pt>
                <c:pt idx="8">
                  <c:v>1.0640364</c:v>
                </c:pt>
                <c:pt idx="9">
                  <c:v>1.0638746</c:v>
                </c:pt>
                <c:pt idx="10">
                  <c:v>1.063686</c:v>
                </c:pt>
                <c:pt idx="11">
                  <c:v>1.0634763</c:v>
                </c:pt>
                <c:pt idx="12">
                  <c:v>1.063212</c:v>
                </c:pt>
                <c:pt idx="13">
                  <c:v>1.0630854</c:v>
                </c:pt>
                <c:pt idx="14">
                  <c:v>1.0626594</c:v>
                </c:pt>
                <c:pt idx="15">
                  <c:v>1.0624946</c:v>
                </c:pt>
                <c:pt idx="16">
                  <c:v>1.0624404</c:v>
                </c:pt>
                <c:pt idx="17">
                  <c:v>1.0622112</c:v>
                </c:pt>
                <c:pt idx="18">
                  <c:v>1.061677</c:v>
                </c:pt>
                <c:pt idx="19">
                  <c:v>1.0612872</c:v>
                </c:pt>
                <c:pt idx="20">
                  <c:v>1.0609095</c:v>
                </c:pt>
                <c:pt idx="21">
                  <c:v>1.0608444</c:v>
                </c:pt>
                <c:pt idx="22">
                  <c:v>1.060443</c:v>
                </c:pt>
                <c:pt idx="23">
                  <c:v>1.0599911</c:v>
                </c:pt>
                <c:pt idx="24">
                  <c:v>1.0598664</c:v>
                </c:pt>
                <c:pt idx="25">
                  <c:v>1.0595907</c:v>
                </c:pt>
                <c:pt idx="26">
                  <c:v>1.0592679</c:v>
                </c:pt>
                <c:pt idx="27">
                  <c:v>1.0588732</c:v>
                </c:pt>
                <c:pt idx="28">
                  <c:v>1.0579998</c:v>
                </c:pt>
                <c:pt idx="29">
                  <c:v>1.0579116</c:v>
                </c:pt>
                <c:pt idx="30">
                  <c:v>1.0575505</c:v>
                </c:pt>
                <c:pt idx="31">
                  <c:v>1.0574671</c:v>
                </c:pt>
                <c:pt idx="32">
                  <c:v>1.0571551</c:v>
                </c:pt>
                <c:pt idx="33">
                  <c:v>1.0569824</c:v>
                </c:pt>
                <c:pt idx="34">
                  <c:v>1.0564289</c:v>
                </c:pt>
                <c:pt idx="35">
                  <c:v>1.056324</c:v>
                </c:pt>
                <c:pt idx="36">
                  <c:v>1.0560189</c:v>
                </c:pt>
                <c:pt idx="37">
                  <c:v>1.0556611</c:v>
                </c:pt>
                <c:pt idx="38">
                  <c:v>1.055292</c:v>
                </c:pt>
                <c:pt idx="39">
                  <c:v>1.0546074</c:v>
                </c:pt>
                <c:pt idx="40">
                  <c:v>1.0543596</c:v>
                </c:pt>
                <c:pt idx="41">
                  <c:v>1.054078</c:v>
                </c:pt>
                <c:pt idx="42">
                  <c:v>1.0534889</c:v>
                </c:pt>
                <c:pt idx="43">
                  <c:v>1.053031</c:v>
                </c:pt>
                <c:pt idx="44">
                  <c:v>1.0527995</c:v>
                </c:pt>
                <c:pt idx="45">
                  <c:v>1.0524185</c:v>
                </c:pt>
                <c:pt idx="46">
                  <c:v>1.0517497</c:v>
                </c:pt>
                <c:pt idx="47">
                  <c:v>1.0514657</c:v>
                </c:pt>
                <c:pt idx="48">
                  <c:v>1.0509925</c:v>
                </c:pt>
                <c:pt idx="49">
                  <c:v>1.0507146</c:v>
                </c:pt>
                <c:pt idx="50">
                  <c:v>1.0500406</c:v>
                </c:pt>
                <c:pt idx="51">
                  <c:v>1.0497637</c:v>
                </c:pt>
                <c:pt idx="52">
                  <c:v>1.0491893</c:v>
                </c:pt>
                <c:pt idx="53">
                  <c:v>1.0486386</c:v>
                </c:pt>
                <c:pt idx="54">
                  <c:v>1.0482852</c:v>
                </c:pt>
                <c:pt idx="55">
                  <c:v>1.0476944</c:v>
                </c:pt>
                <c:pt idx="56">
                  <c:v>1.0473336</c:v>
                </c:pt>
                <c:pt idx="57">
                  <c:v>1.0467862</c:v>
                </c:pt>
                <c:pt idx="58">
                  <c:v>1.046295</c:v>
                </c:pt>
                <c:pt idx="59">
                  <c:v>1.0456696</c:v>
                </c:pt>
                <c:pt idx="60">
                  <c:v>1.0451722</c:v>
                </c:pt>
                <c:pt idx="61">
                  <c:v>1.0448034</c:v>
                </c:pt>
                <c:pt idx="62">
                  <c:v>1.0442427</c:v>
                </c:pt>
                <c:pt idx="63">
                  <c:v>1.0434139</c:v>
                </c:pt>
                <c:pt idx="64">
                  <c:v>1.0429749</c:v>
                </c:pt>
                <c:pt idx="65">
                  <c:v>1.0425225</c:v>
                </c:pt>
                <c:pt idx="66">
                  <c:v>1.0421214</c:v>
                </c:pt>
                <c:pt idx="67">
                  <c:v>1.0412725</c:v>
                </c:pt>
                <c:pt idx="68">
                  <c:v>1.0406886</c:v>
                </c:pt>
                <c:pt idx="69">
                  <c:v>1.0397049</c:v>
                </c:pt>
                <c:pt idx="70">
                  <c:v>1.0390358</c:v>
                </c:pt>
                <c:pt idx="71">
                  <c:v>1.0382091</c:v>
                </c:pt>
                <c:pt idx="72">
                  <c:v>1.0374955</c:v>
                </c:pt>
                <c:pt idx="73">
                  <c:v>1.0367546</c:v>
                </c:pt>
                <c:pt idx="74">
                  <c:v>1.0355107</c:v>
                </c:pt>
                <c:pt idx="75">
                  <c:v>1.0348953</c:v>
                </c:pt>
                <c:pt idx="76">
                  <c:v>1.0340773</c:v>
                </c:pt>
                <c:pt idx="77">
                  <c:v>1.033337</c:v>
                </c:pt>
                <c:pt idx="78">
                  <c:v>1.0322927</c:v>
                </c:pt>
                <c:pt idx="79">
                  <c:v>1.0314622</c:v>
                </c:pt>
                <c:pt idx="80">
                  <c:v>1.030651</c:v>
                </c:pt>
                <c:pt idx="81">
                  <c:v>1.0295372</c:v>
                </c:pt>
                <c:pt idx="82">
                  <c:v>1.0285946</c:v>
                </c:pt>
                <c:pt idx="83">
                  <c:v>1.0275022</c:v>
                </c:pt>
                <c:pt idx="84">
                  <c:v>1.0262004</c:v>
                </c:pt>
                <c:pt idx="85">
                  <c:v>1.025003</c:v>
                </c:pt>
                <c:pt idx="86">
                  <c:v>1.0239174</c:v>
                </c:pt>
                <c:pt idx="87">
                  <c:v>1.0227489</c:v>
                </c:pt>
                <c:pt idx="88">
                  <c:v>1.0212804</c:v>
                </c:pt>
                <c:pt idx="89">
                  <c:v>1.0201119</c:v>
                </c:pt>
                <c:pt idx="90">
                  <c:v>1.0185223</c:v>
                </c:pt>
                <c:pt idx="91">
                  <c:v>1.0166906</c:v>
                </c:pt>
                <c:pt idx="92">
                  <c:v>1.0145479</c:v>
                </c:pt>
                <c:pt idx="93">
                  <c:v>1.0126768</c:v>
                </c:pt>
                <c:pt idx="94">
                  <c:v>1.0107925</c:v>
                </c:pt>
                <c:pt idx="95">
                  <c:v>1.0087306</c:v>
                </c:pt>
                <c:pt idx="96">
                  <c:v>1.0061862</c:v>
                </c:pt>
                <c:pt idx="97">
                  <c:v>1.0037074</c:v>
                </c:pt>
                <c:pt idx="98">
                  <c:v>1.0009694</c:v>
                </c:pt>
                <c:pt idx="99">
                  <c:v>0.99821299</c:v>
                </c:pt>
                <c:pt idx="100">
                  <c:v>0.9946965</c:v>
                </c:pt>
                <c:pt idx="101">
                  <c:v>0.99132282</c:v>
                </c:pt>
                <c:pt idx="102">
                  <c:v>0.98760313</c:v>
                </c:pt>
                <c:pt idx="103">
                  <c:v>0.98359841</c:v>
                </c:pt>
                <c:pt idx="104">
                  <c:v>0.9796406</c:v>
                </c:pt>
                <c:pt idx="105">
                  <c:v>0.97550726</c:v>
                </c:pt>
                <c:pt idx="106">
                  <c:v>0.97106695</c:v>
                </c:pt>
                <c:pt idx="107">
                  <c:v>0.96629351</c:v>
                </c:pt>
                <c:pt idx="108">
                  <c:v>0.96014702</c:v>
                </c:pt>
                <c:pt idx="109">
                  <c:v>0.9545933</c:v>
                </c:pt>
                <c:pt idx="110">
                  <c:v>0.94835919</c:v>
                </c:pt>
                <c:pt idx="111">
                  <c:v>0.94170278</c:v>
                </c:pt>
                <c:pt idx="112">
                  <c:v>0.93437481</c:v>
                </c:pt>
                <c:pt idx="113">
                  <c:v>0.92684442</c:v>
                </c:pt>
                <c:pt idx="114">
                  <c:v>0.91893494</c:v>
                </c:pt>
                <c:pt idx="115">
                  <c:v>0.91120481</c:v>
                </c:pt>
                <c:pt idx="116">
                  <c:v>0.9024089</c:v>
                </c:pt>
                <c:pt idx="117">
                  <c:v>0.89484233</c:v>
                </c:pt>
                <c:pt idx="118">
                  <c:v>0.88727492</c:v>
                </c:pt>
                <c:pt idx="119">
                  <c:v>0.88002509</c:v>
                </c:pt>
              </c:numCache>
            </c:numRef>
          </c:yVal>
        </c:ser>
        <c:ser>
          <c:idx val="26"/>
          <c:order val="26"/>
          <c:tx>
            <c:v>Batch3_cell_028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Data'!$BA$2:$BA$121</c:f>
              <c:numCache>
                <c:formatCode>General</c:formatCode>
                <c:ptCount val="120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15</c:v>
                </c:pt>
                <c:pt idx="4">
                  <c:v>19</c:v>
                </c:pt>
                <c:pt idx="5">
                  <c:v>24</c:v>
                </c:pt>
                <c:pt idx="6">
                  <c:v>28</c:v>
                </c:pt>
                <c:pt idx="7">
                  <c:v>33</c:v>
                </c:pt>
                <c:pt idx="8">
                  <c:v>37</c:v>
                </c:pt>
                <c:pt idx="9">
                  <c:v>42</c:v>
                </c:pt>
                <c:pt idx="10">
                  <c:v>46</c:v>
                </c:pt>
                <c:pt idx="11">
                  <c:v>51</c:v>
                </c:pt>
                <c:pt idx="12">
                  <c:v>55</c:v>
                </c:pt>
                <c:pt idx="13">
                  <c:v>60</c:v>
                </c:pt>
                <c:pt idx="14">
                  <c:v>64</c:v>
                </c:pt>
                <c:pt idx="15">
                  <c:v>69</c:v>
                </c:pt>
                <c:pt idx="16">
                  <c:v>73</c:v>
                </c:pt>
                <c:pt idx="17">
                  <c:v>78</c:v>
                </c:pt>
                <c:pt idx="18">
                  <c:v>83</c:v>
                </c:pt>
                <c:pt idx="19">
                  <c:v>87</c:v>
                </c:pt>
                <c:pt idx="20">
                  <c:v>92</c:v>
                </c:pt>
                <c:pt idx="21">
                  <c:v>96</c:v>
                </c:pt>
                <c:pt idx="22">
                  <c:v>101</c:v>
                </c:pt>
                <c:pt idx="23">
                  <c:v>105</c:v>
                </c:pt>
                <c:pt idx="24">
                  <c:v>110</c:v>
                </c:pt>
                <c:pt idx="25">
                  <c:v>114</c:v>
                </c:pt>
                <c:pt idx="26">
                  <c:v>119</c:v>
                </c:pt>
                <c:pt idx="27">
                  <c:v>123</c:v>
                </c:pt>
                <c:pt idx="28">
                  <c:v>128</c:v>
                </c:pt>
                <c:pt idx="29">
                  <c:v>132</c:v>
                </c:pt>
                <c:pt idx="30">
                  <c:v>137</c:v>
                </c:pt>
                <c:pt idx="31">
                  <c:v>141</c:v>
                </c:pt>
                <c:pt idx="32">
                  <c:v>146</c:v>
                </c:pt>
                <c:pt idx="33">
                  <c:v>150</c:v>
                </c:pt>
                <c:pt idx="34">
                  <c:v>155</c:v>
                </c:pt>
                <c:pt idx="35">
                  <c:v>160</c:v>
                </c:pt>
                <c:pt idx="36">
                  <c:v>164</c:v>
                </c:pt>
                <c:pt idx="37">
                  <c:v>169</c:v>
                </c:pt>
                <c:pt idx="38">
                  <c:v>173</c:v>
                </c:pt>
                <c:pt idx="39">
                  <c:v>178</c:v>
                </c:pt>
                <c:pt idx="40">
                  <c:v>182</c:v>
                </c:pt>
                <c:pt idx="41">
                  <c:v>187</c:v>
                </c:pt>
                <c:pt idx="42">
                  <c:v>191</c:v>
                </c:pt>
                <c:pt idx="43">
                  <c:v>196</c:v>
                </c:pt>
                <c:pt idx="44">
                  <c:v>200</c:v>
                </c:pt>
                <c:pt idx="45">
                  <c:v>205</c:v>
                </c:pt>
                <c:pt idx="46">
                  <c:v>209</c:v>
                </c:pt>
                <c:pt idx="47">
                  <c:v>214</c:v>
                </c:pt>
                <c:pt idx="48">
                  <c:v>218</c:v>
                </c:pt>
                <c:pt idx="49">
                  <c:v>223</c:v>
                </c:pt>
                <c:pt idx="50">
                  <c:v>227</c:v>
                </c:pt>
                <c:pt idx="51">
                  <c:v>232</c:v>
                </c:pt>
                <c:pt idx="52">
                  <c:v>237</c:v>
                </c:pt>
                <c:pt idx="53">
                  <c:v>241</c:v>
                </c:pt>
                <c:pt idx="54">
                  <c:v>246</c:v>
                </c:pt>
                <c:pt idx="55">
                  <c:v>250</c:v>
                </c:pt>
                <c:pt idx="56">
                  <c:v>255</c:v>
                </c:pt>
                <c:pt idx="57">
                  <c:v>259</c:v>
                </c:pt>
                <c:pt idx="58">
                  <c:v>264</c:v>
                </c:pt>
                <c:pt idx="59">
                  <c:v>268</c:v>
                </c:pt>
                <c:pt idx="60">
                  <c:v>273</c:v>
                </c:pt>
                <c:pt idx="61">
                  <c:v>277</c:v>
                </c:pt>
                <c:pt idx="62">
                  <c:v>282</c:v>
                </c:pt>
                <c:pt idx="63">
                  <c:v>286</c:v>
                </c:pt>
                <c:pt idx="64">
                  <c:v>291</c:v>
                </c:pt>
                <c:pt idx="65">
                  <c:v>295</c:v>
                </c:pt>
                <c:pt idx="66">
                  <c:v>300</c:v>
                </c:pt>
                <c:pt idx="67">
                  <c:v>304</c:v>
                </c:pt>
                <c:pt idx="68">
                  <c:v>309</c:v>
                </c:pt>
                <c:pt idx="69">
                  <c:v>314</c:v>
                </c:pt>
                <c:pt idx="70">
                  <c:v>318</c:v>
                </c:pt>
                <c:pt idx="71">
                  <c:v>323</c:v>
                </c:pt>
                <c:pt idx="72">
                  <c:v>327</c:v>
                </c:pt>
                <c:pt idx="73">
                  <c:v>332</c:v>
                </c:pt>
                <c:pt idx="74">
                  <c:v>336</c:v>
                </c:pt>
                <c:pt idx="75">
                  <c:v>341</c:v>
                </c:pt>
                <c:pt idx="76">
                  <c:v>345</c:v>
                </c:pt>
                <c:pt idx="77">
                  <c:v>350</c:v>
                </c:pt>
                <c:pt idx="78">
                  <c:v>354</c:v>
                </c:pt>
                <c:pt idx="79">
                  <c:v>359</c:v>
                </c:pt>
                <c:pt idx="80">
                  <c:v>363</c:v>
                </c:pt>
                <c:pt idx="81">
                  <c:v>368</c:v>
                </c:pt>
                <c:pt idx="82">
                  <c:v>372</c:v>
                </c:pt>
                <c:pt idx="83">
                  <c:v>377</c:v>
                </c:pt>
                <c:pt idx="84">
                  <c:v>381</c:v>
                </c:pt>
                <c:pt idx="85">
                  <c:v>386</c:v>
                </c:pt>
                <c:pt idx="86">
                  <c:v>391</c:v>
                </c:pt>
                <c:pt idx="87">
                  <c:v>395</c:v>
                </c:pt>
                <c:pt idx="88">
                  <c:v>400</c:v>
                </c:pt>
                <c:pt idx="89">
                  <c:v>404</c:v>
                </c:pt>
                <c:pt idx="90">
                  <c:v>409</c:v>
                </c:pt>
                <c:pt idx="91">
                  <c:v>413</c:v>
                </c:pt>
                <c:pt idx="92">
                  <c:v>418</c:v>
                </c:pt>
                <c:pt idx="93">
                  <c:v>422</c:v>
                </c:pt>
                <c:pt idx="94">
                  <c:v>427</c:v>
                </c:pt>
                <c:pt idx="95">
                  <c:v>431</c:v>
                </c:pt>
                <c:pt idx="96">
                  <c:v>436</c:v>
                </c:pt>
                <c:pt idx="97">
                  <c:v>440</c:v>
                </c:pt>
                <c:pt idx="98">
                  <c:v>445</c:v>
                </c:pt>
                <c:pt idx="99">
                  <c:v>449</c:v>
                </c:pt>
                <c:pt idx="100">
                  <c:v>454</c:v>
                </c:pt>
                <c:pt idx="101">
                  <c:v>458</c:v>
                </c:pt>
                <c:pt idx="102">
                  <c:v>463</c:v>
                </c:pt>
                <c:pt idx="103">
                  <c:v>468</c:v>
                </c:pt>
                <c:pt idx="104">
                  <c:v>472</c:v>
                </c:pt>
                <c:pt idx="105">
                  <c:v>477</c:v>
                </c:pt>
                <c:pt idx="106">
                  <c:v>481</c:v>
                </c:pt>
                <c:pt idx="107">
                  <c:v>486</c:v>
                </c:pt>
                <c:pt idx="108">
                  <c:v>490</c:v>
                </c:pt>
                <c:pt idx="109">
                  <c:v>495</c:v>
                </c:pt>
                <c:pt idx="110">
                  <c:v>499</c:v>
                </c:pt>
                <c:pt idx="111">
                  <c:v>504</c:v>
                </c:pt>
                <c:pt idx="112">
                  <c:v>508</c:v>
                </c:pt>
                <c:pt idx="113">
                  <c:v>513</c:v>
                </c:pt>
                <c:pt idx="114">
                  <c:v>517</c:v>
                </c:pt>
                <c:pt idx="115">
                  <c:v>522</c:v>
                </c:pt>
                <c:pt idx="116">
                  <c:v>526</c:v>
                </c:pt>
                <c:pt idx="117">
                  <c:v>531</c:v>
                </c:pt>
                <c:pt idx="118">
                  <c:v>535</c:v>
                </c:pt>
                <c:pt idx="119">
                  <c:v>540</c:v>
                </c:pt>
              </c:numCache>
            </c:numRef>
          </c:xVal>
          <c:yVal>
            <c:numRef>
              <c:f>'Chart Data'!$BB$2:$BB$121</c:f>
              <c:numCache>
                <c:formatCode>General</c:formatCode>
                <c:ptCount val="120"/>
                <c:pt idx="0">
                  <c:v>1.0512739</c:v>
                </c:pt>
                <c:pt idx="1">
                  <c:v>1.0526587</c:v>
                </c:pt>
                <c:pt idx="2">
                  <c:v>1.0524576</c:v>
                </c:pt>
                <c:pt idx="3">
                  <c:v>1.0516714</c:v>
                </c:pt>
                <c:pt idx="4">
                  <c:v>1.0510685</c:v>
                </c:pt>
                <c:pt idx="5">
                  <c:v>1.0500702</c:v>
                </c:pt>
                <c:pt idx="6">
                  <c:v>1.0491428</c:v>
                </c:pt>
                <c:pt idx="7">
                  <c:v>1.0484933</c:v>
                </c:pt>
                <c:pt idx="8">
                  <c:v>1.047738</c:v>
                </c:pt>
                <c:pt idx="9">
                  <c:v>1.0467745</c:v>
                </c:pt>
                <c:pt idx="10">
                  <c:v>1.0457698</c:v>
                </c:pt>
                <c:pt idx="11">
                  <c:v>1.0448675</c:v>
                </c:pt>
                <c:pt idx="12">
                  <c:v>1.0440762</c:v>
                </c:pt>
                <c:pt idx="13">
                  <c:v>1.0430763</c:v>
                </c:pt>
                <c:pt idx="14">
                  <c:v>1.0422869</c:v>
                </c:pt>
                <c:pt idx="15">
                  <c:v>1.0412004</c:v>
                </c:pt>
                <c:pt idx="16">
                  <c:v>1.0403023</c:v>
                </c:pt>
                <c:pt idx="17">
                  <c:v>1.0391717</c:v>
                </c:pt>
                <c:pt idx="18">
                  <c:v>1.0380589</c:v>
                </c:pt>
                <c:pt idx="19">
                  <c:v>1.0370368</c:v>
                </c:pt>
                <c:pt idx="20">
                  <c:v>1.0361073</c:v>
                </c:pt>
                <c:pt idx="21">
                  <c:v>1.0349442</c:v>
                </c:pt>
                <c:pt idx="22">
                  <c:v>1.0337164</c:v>
                </c:pt>
                <c:pt idx="23">
                  <c:v>1.0329202</c:v>
                </c:pt>
                <c:pt idx="24">
                  <c:v>1.031575</c:v>
                </c:pt>
                <c:pt idx="25">
                  <c:v>1.0307144</c:v>
                </c:pt>
                <c:pt idx="26">
                  <c:v>1.0295179</c:v>
                </c:pt>
                <c:pt idx="27">
                  <c:v>1.0286784</c:v>
                </c:pt>
                <c:pt idx="28">
                  <c:v>1.0275129</c:v>
                </c:pt>
                <c:pt idx="29">
                  <c:v>1.0265132</c:v>
                </c:pt>
                <c:pt idx="30">
                  <c:v>1.0253007</c:v>
                </c:pt>
                <c:pt idx="31">
                  <c:v>1.0241951</c:v>
                </c:pt>
                <c:pt idx="32">
                  <c:v>1.0229897</c:v>
                </c:pt>
                <c:pt idx="33">
                  <c:v>1.0222561</c:v>
                </c:pt>
                <c:pt idx="34">
                  <c:v>1.021078</c:v>
                </c:pt>
                <c:pt idx="35">
                  <c:v>1.0200105</c:v>
                </c:pt>
                <c:pt idx="36">
                  <c:v>1.0190018</c:v>
                </c:pt>
                <c:pt idx="37">
                  <c:v>1.0176378</c:v>
                </c:pt>
                <c:pt idx="38">
                  <c:v>1.0167619</c:v>
                </c:pt>
                <c:pt idx="39">
                  <c:v>1.015714</c:v>
                </c:pt>
                <c:pt idx="40">
                  <c:v>1.0147676</c:v>
                </c:pt>
                <c:pt idx="41">
                  <c:v>1.0138261</c:v>
                </c:pt>
                <c:pt idx="42">
                  <c:v>1.0129603</c:v>
                </c:pt>
                <c:pt idx="43">
                  <c:v>1.0117909</c:v>
                </c:pt>
                <c:pt idx="44">
                  <c:v>1.0107106</c:v>
                </c:pt>
                <c:pt idx="45">
                  <c:v>1.0094342</c:v>
                </c:pt>
                <c:pt idx="46">
                  <c:v>1.0084634</c:v>
                </c:pt>
                <c:pt idx="47">
                  <c:v>1.0072659</c:v>
                </c:pt>
                <c:pt idx="48">
                  <c:v>1.0065253</c:v>
                </c:pt>
                <c:pt idx="49">
                  <c:v>1.0054424</c:v>
                </c:pt>
                <c:pt idx="50">
                  <c:v>1.0048075</c:v>
                </c:pt>
                <c:pt idx="51">
                  <c:v>1.0037057</c:v>
                </c:pt>
                <c:pt idx="52">
                  <c:v>1.0024002</c:v>
                </c:pt>
                <c:pt idx="53">
                  <c:v>1.0016582</c:v>
                </c:pt>
                <c:pt idx="54">
                  <c:v>1.0005599</c:v>
                </c:pt>
                <c:pt idx="55">
                  <c:v>0.99978429</c:v>
                </c:pt>
                <c:pt idx="56">
                  <c:v>0.99853373</c:v>
                </c:pt>
                <c:pt idx="57">
                  <c:v>0.99743664</c:v>
                </c:pt>
                <c:pt idx="58">
                  <c:v>0.99651361</c:v>
                </c:pt>
                <c:pt idx="59">
                  <c:v>0.99546039</c:v>
                </c:pt>
                <c:pt idx="60">
                  <c:v>0.99425739</c:v>
                </c:pt>
                <c:pt idx="61">
                  <c:v>0.99315238</c:v>
                </c:pt>
                <c:pt idx="62">
                  <c:v>0.99211812</c:v>
                </c:pt>
                <c:pt idx="63">
                  <c:v>0.9910605</c:v>
                </c:pt>
                <c:pt idx="64">
                  <c:v>0.98938906</c:v>
                </c:pt>
                <c:pt idx="65">
                  <c:v>0.98863912</c:v>
                </c:pt>
                <c:pt idx="66">
                  <c:v>0.98717439</c:v>
                </c:pt>
                <c:pt idx="67">
                  <c:v>0.98614544</c:v>
                </c:pt>
                <c:pt idx="68">
                  <c:v>0.98475707</c:v>
                </c:pt>
                <c:pt idx="69">
                  <c:v>0.98336297</c:v>
                </c:pt>
                <c:pt idx="70">
                  <c:v>0.98255467</c:v>
                </c:pt>
                <c:pt idx="71">
                  <c:v>0.98094183</c:v>
                </c:pt>
                <c:pt idx="72">
                  <c:v>0.97998655</c:v>
                </c:pt>
                <c:pt idx="73">
                  <c:v>0.97842991</c:v>
                </c:pt>
                <c:pt idx="74">
                  <c:v>0.97759104</c:v>
                </c:pt>
                <c:pt idx="75">
                  <c:v>0.9759841</c:v>
                </c:pt>
                <c:pt idx="76">
                  <c:v>0.97472191</c:v>
                </c:pt>
                <c:pt idx="77">
                  <c:v>0.97316003</c:v>
                </c:pt>
                <c:pt idx="78">
                  <c:v>0.9719398</c:v>
                </c:pt>
                <c:pt idx="79">
                  <c:v>0.9703393</c:v>
                </c:pt>
                <c:pt idx="80">
                  <c:v>0.96913975</c:v>
                </c:pt>
                <c:pt idx="81">
                  <c:v>0.96747148</c:v>
                </c:pt>
                <c:pt idx="82">
                  <c:v>0.96607131</c:v>
                </c:pt>
                <c:pt idx="83">
                  <c:v>0.96438086</c:v>
                </c:pt>
                <c:pt idx="84">
                  <c:v>0.96283907</c:v>
                </c:pt>
                <c:pt idx="85">
                  <c:v>0.96098512</c:v>
                </c:pt>
                <c:pt idx="86">
                  <c:v>0.95914137</c:v>
                </c:pt>
                <c:pt idx="87">
                  <c:v>0.95767081</c:v>
                </c:pt>
                <c:pt idx="88">
                  <c:v>0.95563918</c:v>
                </c:pt>
                <c:pt idx="89">
                  <c:v>0.95406961</c:v>
                </c:pt>
                <c:pt idx="90">
                  <c:v>0.95207387</c:v>
                </c:pt>
                <c:pt idx="91">
                  <c:v>0.95048732</c:v>
                </c:pt>
                <c:pt idx="92">
                  <c:v>0.9484573</c:v>
                </c:pt>
                <c:pt idx="93">
                  <c:v>0.94670522</c:v>
                </c:pt>
                <c:pt idx="94">
                  <c:v>0.94483948</c:v>
                </c:pt>
                <c:pt idx="95">
                  <c:v>0.94306242</c:v>
                </c:pt>
                <c:pt idx="96">
                  <c:v>0.94083565</c:v>
                </c:pt>
                <c:pt idx="97">
                  <c:v>0.93932682</c:v>
                </c:pt>
                <c:pt idx="98">
                  <c:v>0.9371804</c:v>
                </c:pt>
                <c:pt idx="99">
                  <c:v>0.93548775</c:v>
                </c:pt>
                <c:pt idx="100">
                  <c:v>0.93323535</c:v>
                </c:pt>
                <c:pt idx="101">
                  <c:v>0.93135893</c:v>
                </c:pt>
                <c:pt idx="102">
                  <c:v>0.92910749</c:v>
                </c:pt>
                <c:pt idx="103">
                  <c:v>0.92693388</c:v>
                </c:pt>
                <c:pt idx="104">
                  <c:v>0.92509264</c:v>
                </c:pt>
                <c:pt idx="105">
                  <c:v>0.92253703</c:v>
                </c:pt>
                <c:pt idx="106">
                  <c:v>0.92061555</c:v>
                </c:pt>
                <c:pt idx="107">
                  <c:v>0.91806459</c:v>
                </c:pt>
                <c:pt idx="108">
                  <c:v>0.91577607</c:v>
                </c:pt>
                <c:pt idx="109">
                  <c:v>0.9131301</c:v>
                </c:pt>
                <c:pt idx="110">
                  <c:v>0.91099632</c:v>
                </c:pt>
                <c:pt idx="111">
                  <c:v>0.90797526</c:v>
                </c:pt>
                <c:pt idx="112">
                  <c:v>0.90559584</c:v>
                </c:pt>
                <c:pt idx="113">
                  <c:v>0.90221977</c:v>
                </c:pt>
                <c:pt idx="114">
                  <c:v>0.89949727</c:v>
                </c:pt>
                <c:pt idx="115">
                  <c:v>0.89580488</c:v>
                </c:pt>
                <c:pt idx="116">
                  <c:v>0.89259851</c:v>
                </c:pt>
                <c:pt idx="117">
                  <c:v>0.88827085</c:v>
                </c:pt>
                <c:pt idx="118">
                  <c:v>0.88435209</c:v>
                </c:pt>
                <c:pt idx="119">
                  <c:v>0.88010961</c:v>
                </c:pt>
              </c:numCache>
            </c:numRef>
          </c:yVal>
        </c:ser>
        <c:ser>
          <c:idx val="27"/>
          <c:order val="27"/>
          <c:tx>
            <c:v>Batch3_cell_029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15</c:v>
                </c:pt>
                <c:pt idx="3">
                  <c:v>23</c:v>
                </c:pt>
                <c:pt idx="4">
                  <c:v>30</c:v>
                </c:pt>
                <c:pt idx="5">
                  <c:v>37</c:v>
                </c:pt>
                <c:pt idx="6">
                  <c:v>44</c:v>
                </c:pt>
                <c:pt idx="7">
                  <c:v>51</c:v>
                </c:pt>
                <c:pt idx="8">
                  <c:v>59</c:v>
                </c:pt>
                <c:pt idx="9">
                  <c:v>66</c:v>
                </c:pt>
                <c:pt idx="10">
                  <c:v>73</c:v>
                </c:pt>
                <c:pt idx="11">
                  <c:v>80</c:v>
                </c:pt>
                <c:pt idx="12">
                  <c:v>87</c:v>
                </c:pt>
                <c:pt idx="13">
                  <c:v>95</c:v>
                </c:pt>
                <c:pt idx="14">
                  <c:v>102</c:v>
                </c:pt>
                <c:pt idx="15">
                  <c:v>109</c:v>
                </c:pt>
                <c:pt idx="16">
                  <c:v>116</c:v>
                </c:pt>
                <c:pt idx="17">
                  <c:v>123</c:v>
                </c:pt>
                <c:pt idx="18">
                  <c:v>130</c:v>
                </c:pt>
                <c:pt idx="19">
                  <c:v>138</c:v>
                </c:pt>
                <c:pt idx="20">
                  <c:v>145</c:v>
                </c:pt>
                <c:pt idx="21">
                  <c:v>152</c:v>
                </c:pt>
                <c:pt idx="22">
                  <c:v>159</c:v>
                </c:pt>
                <c:pt idx="23">
                  <c:v>166</c:v>
                </c:pt>
                <c:pt idx="24">
                  <c:v>174</c:v>
                </c:pt>
                <c:pt idx="25">
                  <c:v>181</c:v>
                </c:pt>
                <c:pt idx="26">
                  <c:v>188</c:v>
                </c:pt>
                <c:pt idx="27">
                  <c:v>195</c:v>
                </c:pt>
                <c:pt idx="28">
                  <c:v>202</c:v>
                </c:pt>
                <c:pt idx="29">
                  <c:v>210</c:v>
                </c:pt>
                <c:pt idx="30">
                  <c:v>217</c:v>
                </c:pt>
                <c:pt idx="31">
                  <c:v>224</c:v>
                </c:pt>
                <c:pt idx="32">
                  <c:v>231</c:v>
                </c:pt>
                <c:pt idx="33">
                  <c:v>238</c:v>
                </c:pt>
                <c:pt idx="34">
                  <c:v>246</c:v>
                </c:pt>
                <c:pt idx="35">
                  <c:v>253</c:v>
                </c:pt>
                <c:pt idx="36">
                  <c:v>260</c:v>
                </c:pt>
                <c:pt idx="37">
                  <c:v>267</c:v>
                </c:pt>
                <c:pt idx="38">
                  <c:v>274</c:v>
                </c:pt>
                <c:pt idx="39">
                  <c:v>282</c:v>
                </c:pt>
                <c:pt idx="40">
                  <c:v>289</c:v>
                </c:pt>
                <c:pt idx="41">
                  <c:v>296</c:v>
                </c:pt>
                <c:pt idx="42">
                  <c:v>303</c:v>
                </c:pt>
                <c:pt idx="43">
                  <c:v>310</c:v>
                </c:pt>
                <c:pt idx="44">
                  <c:v>318</c:v>
                </c:pt>
                <c:pt idx="45">
                  <c:v>325</c:v>
                </c:pt>
                <c:pt idx="46">
                  <c:v>332</c:v>
                </c:pt>
                <c:pt idx="47">
                  <c:v>339</c:v>
                </c:pt>
                <c:pt idx="48">
                  <c:v>346</c:v>
                </c:pt>
                <c:pt idx="49">
                  <c:v>353</c:v>
                </c:pt>
                <c:pt idx="50">
                  <c:v>361</c:v>
                </c:pt>
                <c:pt idx="51">
                  <c:v>368</c:v>
                </c:pt>
                <c:pt idx="52">
                  <c:v>375</c:v>
                </c:pt>
                <c:pt idx="53">
                  <c:v>382</c:v>
                </c:pt>
                <c:pt idx="54">
                  <c:v>389</c:v>
                </c:pt>
                <c:pt idx="55">
                  <c:v>397</c:v>
                </c:pt>
                <c:pt idx="56">
                  <c:v>404</c:v>
                </c:pt>
                <c:pt idx="57">
                  <c:v>411</c:v>
                </c:pt>
                <c:pt idx="58">
                  <c:v>418</c:v>
                </c:pt>
                <c:pt idx="59">
                  <c:v>425</c:v>
                </c:pt>
                <c:pt idx="60">
                  <c:v>433</c:v>
                </c:pt>
                <c:pt idx="61">
                  <c:v>440</c:v>
                </c:pt>
                <c:pt idx="62">
                  <c:v>447</c:v>
                </c:pt>
                <c:pt idx="63">
                  <c:v>454</c:v>
                </c:pt>
                <c:pt idx="64">
                  <c:v>461</c:v>
                </c:pt>
                <c:pt idx="65">
                  <c:v>469</c:v>
                </c:pt>
                <c:pt idx="66">
                  <c:v>476</c:v>
                </c:pt>
                <c:pt idx="67">
                  <c:v>483</c:v>
                </c:pt>
                <c:pt idx="68">
                  <c:v>490</c:v>
                </c:pt>
                <c:pt idx="69">
                  <c:v>497</c:v>
                </c:pt>
                <c:pt idx="70">
                  <c:v>505</c:v>
                </c:pt>
                <c:pt idx="71">
                  <c:v>512</c:v>
                </c:pt>
                <c:pt idx="72">
                  <c:v>519</c:v>
                </c:pt>
                <c:pt idx="73">
                  <c:v>526</c:v>
                </c:pt>
                <c:pt idx="74">
                  <c:v>533</c:v>
                </c:pt>
                <c:pt idx="75">
                  <c:v>540</c:v>
                </c:pt>
                <c:pt idx="76">
                  <c:v>548</c:v>
                </c:pt>
                <c:pt idx="77">
                  <c:v>555</c:v>
                </c:pt>
                <c:pt idx="78">
                  <c:v>562</c:v>
                </c:pt>
                <c:pt idx="79">
                  <c:v>569</c:v>
                </c:pt>
                <c:pt idx="80">
                  <c:v>576</c:v>
                </c:pt>
                <c:pt idx="81">
                  <c:v>584</c:v>
                </c:pt>
                <c:pt idx="82">
                  <c:v>591</c:v>
                </c:pt>
                <c:pt idx="83">
                  <c:v>598</c:v>
                </c:pt>
                <c:pt idx="84">
                  <c:v>605</c:v>
                </c:pt>
                <c:pt idx="85">
                  <c:v>612</c:v>
                </c:pt>
                <c:pt idx="86">
                  <c:v>620</c:v>
                </c:pt>
                <c:pt idx="87">
                  <c:v>627</c:v>
                </c:pt>
                <c:pt idx="88">
                  <c:v>634</c:v>
                </c:pt>
                <c:pt idx="89">
                  <c:v>641</c:v>
                </c:pt>
                <c:pt idx="90">
                  <c:v>648</c:v>
                </c:pt>
                <c:pt idx="91">
                  <c:v>656</c:v>
                </c:pt>
                <c:pt idx="92">
                  <c:v>663</c:v>
                </c:pt>
                <c:pt idx="93">
                  <c:v>670</c:v>
                </c:pt>
                <c:pt idx="94">
                  <c:v>677</c:v>
                </c:pt>
                <c:pt idx="95">
                  <c:v>684</c:v>
                </c:pt>
                <c:pt idx="96">
                  <c:v>692</c:v>
                </c:pt>
                <c:pt idx="97">
                  <c:v>699</c:v>
                </c:pt>
                <c:pt idx="98">
                  <c:v>706</c:v>
                </c:pt>
                <c:pt idx="99">
                  <c:v>713</c:v>
                </c:pt>
                <c:pt idx="100">
                  <c:v>720</c:v>
                </c:pt>
                <c:pt idx="101">
                  <c:v>728</c:v>
                </c:pt>
                <c:pt idx="102">
                  <c:v>735</c:v>
                </c:pt>
                <c:pt idx="103">
                  <c:v>742</c:v>
                </c:pt>
                <c:pt idx="104">
                  <c:v>749</c:v>
                </c:pt>
                <c:pt idx="105">
                  <c:v>756</c:v>
                </c:pt>
                <c:pt idx="106">
                  <c:v>763</c:v>
                </c:pt>
                <c:pt idx="107">
                  <c:v>771</c:v>
                </c:pt>
                <c:pt idx="108">
                  <c:v>778</c:v>
                </c:pt>
                <c:pt idx="109">
                  <c:v>785</c:v>
                </c:pt>
                <c:pt idx="110">
                  <c:v>792</c:v>
                </c:pt>
                <c:pt idx="111">
                  <c:v>799</c:v>
                </c:pt>
                <c:pt idx="112">
                  <c:v>807</c:v>
                </c:pt>
                <c:pt idx="113">
                  <c:v>814</c:v>
                </c:pt>
                <c:pt idx="114">
                  <c:v>821</c:v>
                </c:pt>
                <c:pt idx="115">
                  <c:v>828</c:v>
                </c:pt>
                <c:pt idx="116">
                  <c:v>835</c:v>
                </c:pt>
                <c:pt idx="117">
                  <c:v>843</c:v>
                </c:pt>
                <c:pt idx="118">
                  <c:v>850</c:v>
                </c:pt>
                <c:pt idx="119">
                  <c:v>857</c:v>
                </c:pt>
              </c:numCache>
            </c:numRef>
          </c:xVal>
          <c:yVal>
            <c:numRef>
              <c:f>'Chart Data'!$BD$2:$BD$121</c:f>
              <c:numCache>
                <c:formatCode>General</c:formatCode>
                <c:ptCount val="120"/>
                <c:pt idx="0">
                  <c:v>1.0652004</c:v>
                </c:pt>
                <c:pt idx="1">
                  <c:v>1.0695181</c:v>
                </c:pt>
                <c:pt idx="2">
                  <c:v>1.0703279</c:v>
                </c:pt>
                <c:pt idx="3">
                  <c:v>1.0707678</c:v>
                </c:pt>
                <c:pt idx="4">
                  <c:v>1.0709194</c:v>
                </c:pt>
                <c:pt idx="5">
                  <c:v>1.0711772</c:v>
                </c:pt>
                <c:pt idx="6">
                  <c:v>1.0710461</c:v>
                </c:pt>
                <c:pt idx="7">
                  <c:v>1.0710952</c:v>
                </c:pt>
                <c:pt idx="8">
                  <c:v>1.0711446</c:v>
                </c:pt>
                <c:pt idx="9">
                  <c:v>1.0707783</c:v>
                </c:pt>
                <c:pt idx="10">
                  <c:v>1.0706618</c:v>
                </c:pt>
                <c:pt idx="11">
                  <c:v>1.0705752</c:v>
                </c:pt>
                <c:pt idx="12">
                  <c:v>1.0703682</c:v>
                </c:pt>
                <c:pt idx="13">
                  <c:v>1.0698998</c:v>
                </c:pt>
                <c:pt idx="14">
                  <c:v>1.069518</c:v>
                </c:pt>
                <c:pt idx="15">
                  <c:v>1.0682065</c:v>
                </c:pt>
                <c:pt idx="16">
                  <c:v>1.0691642</c:v>
                </c:pt>
                <c:pt idx="17">
                  <c:v>1.0688833</c:v>
                </c:pt>
                <c:pt idx="18">
                  <c:v>1.0683188</c:v>
                </c:pt>
                <c:pt idx="19">
                  <c:v>1.0679122</c:v>
                </c:pt>
                <c:pt idx="20">
                  <c:v>1.0677799</c:v>
                </c:pt>
                <c:pt idx="21">
                  <c:v>1.0674314</c:v>
                </c:pt>
                <c:pt idx="22">
                  <c:v>1.066962</c:v>
                </c:pt>
                <c:pt idx="23">
                  <c:v>1.0665709</c:v>
                </c:pt>
                <c:pt idx="24">
                  <c:v>1.0664148</c:v>
                </c:pt>
                <c:pt idx="25">
                  <c:v>1.0661055</c:v>
                </c:pt>
                <c:pt idx="26">
                  <c:v>1.0656475</c:v>
                </c:pt>
                <c:pt idx="27">
                  <c:v>1.0649234</c:v>
                </c:pt>
                <c:pt idx="28">
                  <c:v>1.064798</c:v>
                </c:pt>
                <c:pt idx="29">
                  <c:v>1.0645709</c:v>
                </c:pt>
                <c:pt idx="30">
                  <c:v>1.0643047</c:v>
                </c:pt>
                <c:pt idx="31">
                  <c:v>1.0639257</c:v>
                </c:pt>
                <c:pt idx="32">
                  <c:v>1.063553</c:v>
                </c:pt>
                <c:pt idx="33">
                  <c:v>1.0632296</c:v>
                </c:pt>
                <c:pt idx="34">
                  <c:v>1.0628498</c:v>
                </c:pt>
                <c:pt idx="35">
                  <c:v>1.0625162</c:v>
                </c:pt>
                <c:pt idx="36">
                  <c:v>1.0621126</c:v>
                </c:pt>
                <c:pt idx="37">
                  <c:v>1.0616331</c:v>
                </c:pt>
                <c:pt idx="38">
                  <c:v>1.0612319</c:v>
                </c:pt>
                <c:pt idx="39">
                  <c:v>1.0606992</c:v>
                </c:pt>
                <c:pt idx="40">
                  <c:v>1.0602589</c:v>
                </c:pt>
                <c:pt idx="41">
                  <c:v>1.059715</c:v>
                </c:pt>
                <c:pt idx="42">
                  <c:v>1.0593725</c:v>
                </c:pt>
                <c:pt idx="43">
                  <c:v>1.0589862</c:v>
                </c:pt>
                <c:pt idx="44">
                  <c:v>1.0583915</c:v>
                </c:pt>
                <c:pt idx="45">
                  <c:v>1.0579017</c:v>
                </c:pt>
                <c:pt idx="46">
                  <c:v>1.0574952</c:v>
                </c:pt>
                <c:pt idx="47">
                  <c:v>1.0569869</c:v>
                </c:pt>
                <c:pt idx="48">
                  <c:v>1.0565071</c:v>
                </c:pt>
                <c:pt idx="49">
                  <c:v>1.0558949</c:v>
                </c:pt>
                <c:pt idx="50">
                  <c:v>1.0554477</c:v>
                </c:pt>
                <c:pt idx="51">
                  <c:v>1.0549431</c:v>
                </c:pt>
                <c:pt idx="52">
                  <c:v>1.0544105</c:v>
                </c:pt>
                <c:pt idx="53">
                  <c:v>1.053854</c:v>
                </c:pt>
                <c:pt idx="54">
                  <c:v>1.0533106</c:v>
                </c:pt>
                <c:pt idx="55">
                  <c:v>1.0526561</c:v>
                </c:pt>
                <c:pt idx="56">
                  <c:v>1.0521338</c:v>
                </c:pt>
                <c:pt idx="57">
                  <c:v>1.0516164</c:v>
                </c:pt>
                <c:pt idx="58">
                  <c:v>1.0509986</c:v>
                </c:pt>
                <c:pt idx="59">
                  <c:v>1.0505219</c:v>
                </c:pt>
                <c:pt idx="60">
                  <c:v>1.049692</c:v>
                </c:pt>
                <c:pt idx="61">
                  <c:v>1.0489248</c:v>
                </c:pt>
                <c:pt idx="62">
                  <c:v>1.0482841</c:v>
                </c:pt>
                <c:pt idx="63">
                  <c:v>1.0478679</c:v>
                </c:pt>
                <c:pt idx="64">
                  <c:v>1.0471686</c:v>
                </c:pt>
                <c:pt idx="65">
                  <c:v>1.0464059</c:v>
                </c:pt>
                <c:pt idx="66">
                  <c:v>1.0457203</c:v>
                </c:pt>
                <c:pt idx="67">
                  <c:v>1.0447541</c:v>
                </c:pt>
                <c:pt idx="68">
                  <c:v>1.0438956</c:v>
                </c:pt>
                <c:pt idx="69">
                  <c:v>1.0430244</c:v>
                </c:pt>
                <c:pt idx="70">
                  <c:v>1.0420601</c:v>
                </c:pt>
                <c:pt idx="71">
                  <c:v>1.0409108</c:v>
                </c:pt>
                <c:pt idx="72">
                  <c:v>1.0400941</c:v>
                </c:pt>
                <c:pt idx="73">
                  <c:v>1.0392964</c:v>
                </c:pt>
                <c:pt idx="74">
                  <c:v>1.0383346</c:v>
                </c:pt>
                <c:pt idx="75">
                  <c:v>1.037276</c:v>
                </c:pt>
                <c:pt idx="76">
                  <c:v>1.0360456</c:v>
                </c:pt>
                <c:pt idx="77">
                  <c:v>1.0350024</c:v>
                </c:pt>
                <c:pt idx="78">
                  <c:v>1.0341902</c:v>
                </c:pt>
                <c:pt idx="79">
                  <c:v>1.0332438</c:v>
                </c:pt>
                <c:pt idx="80">
                  <c:v>1.0320206</c:v>
                </c:pt>
                <c:pt idx="81">
                  <c:v>1.0306902</c:v>
                </c:pt>
                <c:pt idx="82">
                  <c:v>1.0294876</c:v>
                </c:pt>
                <c:pt idx="83">
                  <c:v>1.0283768</c:v>
                </c:pt>
                <c:pt idx="84">
                  <c:v>1.0271894</c:v>
                </c:pt>
                <c:pt idx="85">
                  <c:v>1.0258096</c:v>
                </c:pt>
                <c:pt idx="86">
                  <c:v>1.0243421</c:v>
                </c:pt>
                <c:pt idx="87">
                  <c:v>1.0229073</c:v>
                </c:pt>
                <c:pt idx="88">
                  <c:v>1.0210167</c:v>
                </c:pt>
                <c:pt idx="89">
                  <c:v>1.0193323</c:v>
                </c:pt>
                <c:pt idx="90">
                  <c:v>1.0175163</c:v>
                </c:pt>
                <c:pt idx="91">
                  <c:v>1.0154693</c:v>
                </c:pt>
                <c:pt idx="92">
                  <c:v>1.0135194</c:v>
                </c:pt>
                <c:pt idx="93">
                  <c:v>1.0114362</c:v>
                </c:pt>
                <c:pt idx="94">
                  <c:v>1.009027</c:v>
                </c:pt>
                <c:pt idx="95">
                  <c:v>1.0066202</c:v>
                </c:pt>
                <c:pt idx="96">
                  <c:v>1.0039557</c:v>
                </c:pt>
                <c:pt idx="97">
                  <c:v>1.0013418</c:v>
                </c:pt>
                <c:pt idx="98">
                  <c:v>0.99864292</c:v>
                </c:pt>
                <c:pt idx="99">
                  <c:v>0.99556929</c:v>
                </c:pt>
                <c:pt idx="100">
                  <c:v>0.99259806</c:v>
                </c:pt>
                <c:pt idx="101">
                  <c:v>0.98888797</c:v>
                </c:pt>
                <c:pt idx="102">
                  <c:v>0.98562849</c:v>
                </c:pt>
                <c:pt idx="103">
                  <c:v>0.9820351</c:v>
                </c:pt>
                <c:pt idx="104">
                  <c:v>0.97802263</c:v>
                </c:pt>
                <c:pt idx="105">
                  <c:v>0.9740988</c:v>
                </c:pt>
                <c:pt idx="106">
                  <c:v>0.96954858</c:v>
                </c:pt>
                <c:pt idx="107">
                  <c:v>0.96416914</c:v>
                </c:pt>
                <c:pt idx="108">
                  <c:v>0.95910382</c:v>
                </c:pt>
                <c:pt idx="109">
                  <c:v>0.95353872</c:v>
                </c:pt>
                <c:pt idx="110">
                  <c:v>0.94771993</c:v>
                </c:pt>
                <c:pt idx="111">
                  <c:v>0.94166625</c:v>
                </c:pt>
                <c:pt idx="112">
                  <c:v>0.93441701</c:v>
                </c:pt>
                <c:pt idx="113">
                  <c:v>0.92760682</c:v>
                </c:pt>
                <c:pt idx="114">
                  <c:v>0.92040247</c:v>
                </c:pt>
                <c:pt idx="115">
                  <c:v>0.91284019</c:v>
                </c:pt>
                <c:pt idx="116">
                  <c:v>0.90502965</c:v>
                </c:pt>
                <c:pt idx="117">
                  <c:v>0.89579892</c:v>
                </c:pt>
                <c:pt idx="118">
                  <c:v>0.88773507</c:v>
                </c:pt>
                <c:pt idx="119">
                  <c:v>0.88007307</c:v>
                </c:pt>
              </c:numCache>
            </c:numRef>
          </c:yVal>
        </c:ser>
        <c:ser>
          <c:idx val="28"/>
          <c:order val="28"/>
          <c:tx>
            <c:v>Batch3_cell_030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17</c:v>
                </c:pt>
                <c:pt idx="3">
                  <c:v>25</c:v>
                </c:pt>
                <c:pt idx="4">
                  <c:v>32</c:v>
                </c:pt>
                <c:pt idx="5">
                  <c:v>40</c:v>
                </c:pt>
                <c:pt idx="6">
                  <c:v>48</c:v>
                </c:pt>
                <c:pt idx="7">
                  <c:v>56</c:v>
                </c:pt>
                <c:pt idx="8">
                  <c:v>64</c:v>
                </c:pt>
                <c:pt idx="9">
                  <c:v>72</c:v>
                </c:pt>
                <c:pt idx="10">
                  <c:v>79</c:v>
                </c:pt>
                <c:pt idx="11">
                  <c:v>87</c:v>
                </c:pt>
                <c:pt idx="12">
                  <c:v>95</c:v>
                </c:pt>
                <c:pt idx="13">
                  <c:v>103</c:v>
                </c:pt>
                <c:pt idx="14">
                  <c:v>111</c:v>
                </c:pt>
                <c:pt idx="15">
                  <c:v>119</c:v>
                </c:pt>
                <c:pt idx="16">
                  <c:v>126</c:v>
                </c:pt>
                <c:pt idx="17">
                  <c:v>134</c:v>
                </c:pt>
                <c:pt idx="18">
                  <c:v>142</c:v>
                </c:pt>
                <c:pt idx="19">
                  <c:v>150</c:v>
                </c:pt>
                <c:pt idx="20">
                  <c:v>158</c:v>
                </c:pt>
                <c:pt idx="21">
                  <c:v>166</c:v>
                </c:pt>
                <c:pt idx="22">
                  <c:v>173</c:v>
                </c:pt>
                <c:pt idx="23">
                  <c:v>181</c:v>
                </c:pt>
                <c:pt idx="24">
                  <c:v>189</c:v>
                </c:pt>
                <c:pt idx="25">
                  <c:v>197</c:v>
                </c:pt>
                <c:pt idx="26">
                  <c:v>205</c:v>
                </c:pt>
                <c:pt idx="27">
                  <c:v>213</c:v>
                </c:pt>
                <c:pt idx="28">
                  <c:v>221</c:v>
                </c:pt>
                <c:pt idx="29">
                  <c:v>228</c:v>
                </c:pt>
                <c:pt idx="30">
                  <c:v>236</c:v>
                </c:pt>
                <c:pt idx="31">
                  <c:v>244</c:v>
                </c:pt>
                <c:pt idx="32">
                  <c:v>252</c:v>
                </c:pt>
                <c:pt idx="33">
                  <c:v>260</c:v>
                </c:pt>
                <c:pt idx="34">
                  <c:v>268</c:v>
                </c:pt>
                <c:pt idx="35">
                  <c:v>275</c:v>
                </c:pt>
                <c:pt idx="36">
                  <c:v>283</c:v>
                </c:pt>
                <c:pt idx="37">
                  <c:v>291</c:v>
                </c:pt>
                <c:pt idx="38">
                  <c:v>299</c:v>
                </c:pt>
                <c:pt idx="39">
                  <c:v>307</c:v>
                </c:pt>
                <c:pt idx="40">
                  <c:v>315</c:v>
                </c:pt>
                <c:pt idx="41">
                  <c:v>322</c:v>
                </c:pt>
                <c:pt idx="42">
                  <c:v>330</c:v>
                </c:pt>
                <c:pt idx="43">
                  <c:v>338</c:v>
                </c:pt>
                <c:pt idx="44">
                  <c:v>346</c:v>
                </c:pt>
                <c:pt idx="45">
                  <c:v>354</c:v>
                </c:pt>
                <c:pt idx="46">
                  <c:v>362</c:v>
                </c:pt>
                <c:pt idx="47">
                  <c:v>369</c:v>
                </c:pt>
                <c:pt idx="48">
                  <c:v>377</c:v>
                </c:pt>
                <c:pt idx="49">
                  <c:v>385</c:v>
                </c:pt>
                <c:pt idx="50">
                  <c:v>393</c:v>
                </c:pt>
                <c:pt idx="51">
                  <c:v>401</c:v>
                </c:pt>
                <c:pt idx="52">
                  <c:v>409</c:v>
                </c:pt>
                <c:pt idx="53">
                  <c:v>417</c:v>
                </c:pt>
                <c:pt idx="54">
                  <c:v>424</c:v>
                </c:pt>
                <c:pt idx="55">
                  <c:v>432</c:v>
                </c:pt>
                <c:pt idx="56">
                  <c:v>440</c:v>
                </c:pt>
                <c:pt idx="57">
                  <c:v>448</c:v>
                </c:pt>
                <c:pt idx="58">
                  <c:v>456</c:v>
                </c:pt>
                <c:pt idx="59">
                  <c:v>464</c:v>
                </c:pt>
                <c:pt idx="60">
                  <c:v>471</c:v>
                </c:pt>
                <c:pt idx="61">
                  <c:v>479</c:v>
                </c:pt>
                <c:pt idx="62">
                  <c:v>487</c:v>
                </c:pt>
                <c:pt idx="63">
                  <c:v>495</c:v>
                </c:pt>
                <c:pt idx="64">
                  <c:v>503</c:v>
                </c:pt>
                <c:pt idx="65">
                  <c:v>511</c:v>
                </c:pt>
                <c:pt idx="66">
                  <c:v>518</c:v>
                </c:pt>
                <c:pt idx="67">
                  <c:v>526</c:v>
                </c:pt>
                <c:pt idx="68">
                  <c:v>534</c:v>
                </c:pt>
                <c:pt idx="69">
                  <c:v>542</c:v>
                </c:pt>
                <c:pt idx="70">
                  <c:v>550</c:v>
                </c:pt>
                <c:pt idx="71">
                  <c:v>558</c:v>
                </c:pt>
                <c:pt idx="72">
                  <c:v>566</c:v>
                </c:pt>
                <c:pt idx="73">
                  <c:v>573</c:v>
                </c:pt>
                <c:pt idx="74">
                  <c:v>581</c:v>
                </c:pt>
                <c:pt idx="75">
                  <c:v>589</c:v>
                </c:pt>
                <c:pt idx="76">
                  <c:v>597</c:v>
                </c:pt>
                <c:pt idx="77">
                  <c:v>605</c:v>
                </c:pt>
                <c:pt idx="78">
                  <c:v>613</c:v>
                </c:pt>
                <c:pt idx="79">
                  <c:v>620</c:v>
                </c:pt>
                <c:pt idx="80">
                  <c:v>628</c:v>
                </c:pt>
                <c:pt idx="81">
                  <c:v>636</c:v>
                </c:pt>
                <c:pt idx="82">
                  <c:v>644</c:v>
                </c:pt>
                <c:pt idx="83">
                  <c:v>652</c:v>
                </c:pt>
                <c:pt idx="84">
                  <c:v>660</c:v>
                </c:pt>
                <c:pt idx="85">
                  <c:v>667</c:v>
                </c:pt>
                <c:pt idx="86">
                  <c:v>675</c:v>
                </c:pt>
                <c:pt idx="87">
                  <c:v>683</c:v>
                </c:pt>
                <c:pt idx="88">
                  <c:v>691</c:v>
                </c:pt>
                <c:pt idx="89">
                  <c:v>699</c:v>
                </c:pt>
                <c:pt idx="90">
                  <c:v>707</c:v>
                </c:pt>
                <c:pt idx="91">
                  <c:v>714</c:v>
                </c:pt>
                <c:pt idx="92">
                  <c:v>722</c:v>
                </c:pt>
                <c:pt idx="93">
                  <c:v>730</c:v>
                </c:pt>
                <c:pt idx="94">
                  <c:v>738</c:v>
                </c:pt>
                <c:pt idx="95">
                  <c:v>746</c:v>
                </c:pt>
                <c:pt idx="96">
                  <c:v>754</c:v>
                </c:pt>
                <c:pt idx="97">
                  <c:v>762</c:v>
                </c:pt>
                <c:pt idx="98">
                  <c:v>769</c:v>
                </c:pt>
                <c:pt idx="99">
                  <c:v>777</c:v>
                </c:pt>
                <c:pt idx="100">
                  <c:v>785</c:v>
                </c:pt>
                <c:pt idx="101">
                  <c:v>793</c:v>
                </c:pt>
                <c:pt idx="102">
                  <c:v>801</c:v>
                </c:pt>
                <c:pt idx="103">
                  <c:v>809</c:v>
                </c:pt>
                <c:pt idx="104">
                  <c:v>816</c:v>
                </c:pt>
                <c:pt idx="105">
                  <c:v>824</c:v>
                </c:pt>
                <c:pt idx="106">
                  <c:v>832</c:v>
                </c:pt>
                <c:pt idx="107">
                  <c:v>840</c:v>
                </c:pt>
                <c:pt idx="108">
                  <c:v>848</c:v>
                </c:pt>
                <c:pt idx="109">
                  <c:v>856</c:v>
                </c:pt>
                <c:pt idx="110">
                  <c:v>863</c:v>
                </c:pt>
                <c:pt idx="111">
                  <c:v>871</c:v>
                </c:pt>
                <c:pt idx="112">
                  <c:v>879</c:v>
                </c:pt>
                <c:pt idx="113">
                  <c:v>887</c:v>
                </c:pt>
                <c:pt idx="114">
                  <c:v>895</c:v>
                </c:pt>
                <c:pt idx="115">
                  <c:v>903</c:v>
                </c:pt>
                <c:pt idx="116">
                  <c:v>910</c:v>
                </c:pt>
                <c:pt idx="117">
                  <c:v>918</c:v>
                </c:pt>
                <c:pt idx="118">
                  <c:v>926</c:v>
                </c:pt>
                <c:pt idx="119">
                  <c:v>934</c:v>
                </c:pt>
              </c:numCache>
            </c:numRef>
          </c:xVal>
          <c:yVal>
            <c:numRef>
              <c:f>'Chart Data'!$BF$2:$BF$121</c:f>
              <c:numCache>
                <c:formatCode>General</c:formatCode>
                <c:ptCount val="120"/>
                <c:pt idx="0">
                  <c:v>1.0674757</c:v>
                </c:pt>
                <c:pt idx="1">
                  <c:v>1.0716274</c:v>
                </c:pt>
                <c:pt idx="2">
                  <c:v>1.0720809</c:v>
                </c:pt>
                <c:pt idx="3">
                  <c:v>1.0721531</c:v>
                </c:pt>
                <c:pt idx="4">
                  <c:v>1.0723054</c:v>
                </c:pt>
                <c:pt idx="5">
                  <c:v>1.0721264</c:v>
                </c:pt>
                <c:pt idx="6">
                  <c:v>1.07217</c:v>
                </c:pt>
                <c:pt idx="7">
                  <c:v>1.0718762</c:v>
                </c:pt>
                <c:pt idx="8">
                  <c:v>1.071889</c:v>
                </c:pt>
                <c:pt idx="9">
                  <c:v>1.0716289</c:v>
                </c:pt>
                <c:pt idx="10">
                  <c:v>1.0713916</c:v>
                </c:pt>
                <c:pt idx="11">
                  <c:v>1.0714784</c:v>
                </c:pt>
                <c:pt idx="12">
                  <c:v>1.0710757</c:v>
                </c:pt>
                <c:pt idx="13">
                  <c:v>1.0708835</c:v>
                </c:pt>
                <c:pt idx="14">
                  <c:v>1.0707352</c:v>
                </c:pt>
                <c:pt idx="15">
                  <c:v>1.0707239</c:v>
                </c:pt>
                <c:pt idx="16">
                  <c:v>1.0704515</c:v>
                </c:pt>
                <c:pt idx="17">
                  <c:v>1.0700368</c:v>
                </c:pt>
                <c:pt idx="18">
                  <c:v>1.0698841</c:v>
                </c:pt>
                <c:pt idx="19">
                  <c:v>1.0694482</c:v>
                </c:pt>
                <c:pt idx="20">
                  <c:v>1.0691096</c:v>
                </c:pt>
                <c:pt idx="21">
                  <c:v>1.0686995</c:v>
                </c:pt>
                <c:pt idx="22">
                  <c:v>1.0686837</c:v>
                </c:pt>
                <c:pt idx="23">
                  <c:v>1.0684035</c:v>
                </c:pt>
                <c:pt idx="24">
                  <c:v>1.0679536</c:v>
                </c:pt>
                <c:pt idx="25">
                  <c:v>1.0674647</c:v>
                </c:pt>
                <c:pt idx="26">
                  <c:v>1.0673461</c:v>
                </c:pt>
                <c:pt idx="27">
                  <c:v>1.0670648</c:v>
                </c:pt>
                <c:pt idx="28">
                  <c:v>1.0669185</c:v>
                </c:pt>
                <c:pt idx="29">
                  <c:v>1.0666013</c:v>
                </c:pt>
                <c:pt idx="30">
                  <c:v>1.0662547</c:v>
                </c:pt>
                <c:pt idx="31">
                  <c:v>1.0659314</c:v>
                </c:pt>
                <c:pt idx="32">
                  <c:v>1.0656697</c:v>
                </c:pt>
                <c:pt idx="33">
                  <c:v>1.0650891</c:v>
                </c:pt>
                <c:pt idx="34">
                  <c:v>1.0649568</c:v>
                </c:pt>
                <c:pt idx="35">
                  <c:v>1.0645281</c:v>
                </c:pt>
                <c:pt idx="36">
                  <c:v>1.064326</c:v>
                </c:pt>
                <c:pt idx="37">
                  <c:v>1.0637708</c:v>
                </c:pt>
                <c:pt idx="38">
                  <c:v>1.0635798</c:v>
                </c:pt>
                <c:pt idx="39">
                  <c:v>1.0631437</c:v>
                </c:pt>
                <c:pt idx="40">
                  <c:v>1.0626634</c:v>
                </c:pt>
                <c:pt idx="41">
                  <c:v>1.0623376</c:v>
                </c:pt>
                <c:pt idx="42">
                  <c:v>1.0619284</c:v>
                </c:pt>
                <c:pt idx="43">
                  <c:v>1.0618231</c:v>
                </c:pt>
                <c:pt idx="44">
                  <c:v>1.0615094</c:v>
                </c:pt>
                <c:pt idx="45">
                  <c:v>1.061118</c:v>
                </c:pt>
                <c:pt idx="46">
                  <c:v>1.0608735</c:v>
                </c:pt>
                <c:pt idx="47">
                  <c:v>1.0607345</c:v>
                </c:pt>
                <c:pt idx="48">
                  <c:v>1.0605009</c:v>
                </c:pt>
                <c:pt idx="49">
                  <c:v>1.0601737</c:v>
                </c:pt>
                <c:pt idx="50">
                  <c:v>1.0597341</c:v>
                </c:pt>
                <c:pt idx="51">
                  <c:v>1.0593728</c:v>
                </c:pt>
                <c:pt idx="52">
                  <c:v>1.059008</c:v>
                </c:pt>
                <c:pt idx="53">
                  <c:v>1.0586441</c:v>
                </c:pt>
                <c:pt idx="54">
                  <c:v>1.0583642</c:v>
                </c:pt>
                <c:pt idx="55">
                  <c:v>1.0578665</c:v>
                </c:pt>
                <c:pt idx="56">
                  <c:v>1.0574492</c:v>
                </c:pt>
                <c:pt idx="57">
                  <c:v>1.0568886</c:v>
                </c:pt>
                <c:pt idx="58">
                  <c:v>1.0564461</c:v>
                </c:pt>
                <c:pt idx="59">
                  <c:v>1.0562712</c:v>
                </c:pt>
                <c:pt idx="60">
                  <c:v>1.0558628</c:v>
                </c:pt>
                <c:pt idx="61">
                  <c:v>1.0553966</c:v>
                </c:pt>
                <c:pt idx="62">
                  <c:v>1.0548298</c:v>
                </c:pt>
                <c:pt idx="63">
                  <c:v>1.054376</c:v>
                </c:pt>
                <c:pt idx="64">
                  <c:v>1.0537676</c:v>
                </c:pt>
                <c:pt idx="65">
                  <c:v>1.0530869</c:v>
                </c:pt>
                <c:pt idx="66">
                  <c:v>1.0523037</c:v>
                </c:pt>
                <c:pt idx="67">
                  <c:v>1.0520947</c:v>
                </c:pt>
                <c:pt idx="68">
                  <c:v>1.05141</c:v>
                </c:pt>
                <c:pt idx="69">
                  <c:v>1.050702</c:v>
                </c:pt>
                <c:pt idx="70">
                  <c:v>1.049993</c:v>
                </c:pt>
                <c:pt idx="71">
                  <c:v>1.0495332</c:v>
                </c:pt>
                <c:pt idx="72">
                  <c:v>1.0493042</c:v>
                </c:pt>
                <c:pt idx="73">
                  <c:v>1.048686</c:v>
                </c:pt>
                <c:pt idx="74">
                  <c:v>1.0479485</c:v>
                </c:pt>
                <c:pt idx="75">
                  <c:v>1.0472541</c:v>
                </c:pt>
                <c:pt idx="76">
                  <c:v>1.0466241</c:v>
                </c:pt>
                <c:pt idx="77">
                  <c:v>1.0457972</c:v>
                </c:pt>
                <c:pt idx="78">
                  <c:v>1.0450932</c:v>
                </c:pt>
                <c:pt idx="79">
                  <c:v>1.0442058</c:v>
                </c:pt>
                <c:pt idx="80">
                  <c:v>1.0434077</c:v>
                </c:pt>
                <c:pt idx="81">
                  <c:v>1.0424169</c:v>
                </c:pt>
                <c:pt idx="82">
                  <c:v>1.0413496</c:v>
                </c:pt>
                <c:pt idx="83">
                  <c:v>1.0403515</c:v>
                </c:pt>
                <c:pt idx="84">
                  <c:v>1.0390557</c:v>
                </c:pt>
                <c:pt idx="85">
                  <c:v>1.0380125</c:v>
                </c:pt>
                <c:pt idx="86">
                  <c:v>1.03666</c:v>
                </c:pt>
                <c:pt idx="87">
                  <c:v>1.0354055</c:v>
                </c:pt>
                <c:pt idx="88">
                  <c:v>1.0338825</c:v>
                </c:pt>
                <c:pt idx="89">
                  <c:v>1.0324814</c:v>
                </c:pt>
                <c:pt idx="90">
                  <c:v>1.0308717</c:v>
                </c:pt>
                <c:pt idx="91">
                  <c:v>1.02939</c:v>
                </c:pt>
                <c:pt idx="92">
                  <c:v>1.0277897</c:v>
                </c:pt>
                <c:pt idx="93">
                  <c:v>1.0260248</c:v>
                </c:pt>
                <c:pt idx="94">
                  <c:v>1.0241154</c:v>
                </c:pt>
                <c:pt idx="95">
                  <c:v>1.0220103</c:v>
                </c:pt>
                <c:pt idx="96">
                  <c:v>1.0198021</c:v>
                </c:pt>
                <c:pt idx="97">
                  <c:v>1.0173775</c:v>
                </c:pt>
                <c:pt idx="98">
                  <c:v>1.0150304</c:v>
                </c:pt>
                <c:pt idx="99">
                  <c:v>1.0123558</c:v>
                </c:pt>
                <c:pt idx="100">
                  <c:v>1.0092428</c:v>
                </c:pt>
                <c:pt idx="101">
                  <c:v>1.0062432</c:v>
                </c:pt>
                <c:pt idx="102">
                  <c:v>1.0030295</c:v>
                </c:pt>
                <c:pt idx="103">
                  <c:v>0.99944347</c:v>
                </c:pt>
                <c:pt idx="104">
                  <c:v>0.99592131</c:v>
                </c:pt>
                <c:pt idx="105">
                  <c:v>0.99170393</c:v>
                </c:pt>
                <c:pt idx="106">
                  <c:v>0.9869886</c:v>
                </c:pt>
                <c:pt idx="107">
                  <c:v>0.98185104</c:v>
                </c:pt>
                <c:pt idx="108">
                  <c:v>0.97613204</c:v>
                </c:pt>
                <c:pt idx="109">
                  <c:v>0.96978843</c:v>
                </c:pt>
                <c:pt idx="110">
                  <c:v>0.96393245</c:v>
                </c:pt>
                <c:pt idx="111">
                  <c:v>0.95655864</c:v>
                </c:pt>
                <c:pt idx="112">
                  <c:v>0.94868487</c:v>
                </c:pt>
                <c:pt idx="113">
                  <c:v>0.94037938</c:v>
                </c:pt>
                <c:pt idx="114">
                  <c:v>0.93125355</c:v>
                </c:pt>
                <c:pt idx="115">
                  <c:v>0.92160976</c:v>
                </c:pt>
                <c:pt idx="116">
                  <c:v>0.91257328</c:v>
                </c:pt>
                <c:pt idx="117">
                  <c:v>0.90223241</c:v>
                </c:pt>
                <c:pt idx="118">
                  <c:v>0.89112622</c:v>
                </c:pt>
                <c:pt idx="119">
                  <c:v>0.88024825</c:v>
                </c:pt>
              </c:numCache>
            </c:numRef>
          </c:yVal>
        </c:ser>
        <c:ser>
          <c:idx val="29"/>
          <c:order val="29"/>
          <c:tx>
            <c:v>Batch3_cell_031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Data'!$BG$2:$BG$121</c:f>
              <c:numCache>
                <c:formatCode>General</c:formatCode>
                <c:ptCount val="120"/>
                <c:pt idx="0">
                  <c:v>1</c:v>
                </c:pt>
                <c:pt idx="1">
                  <c:v>7</c:v>
                </c:pt>
                <c:pt idx="2">
                  <c:v>13</c:v>
                </c:pt>
                <c:pt idx="3">
                  <c:v>19</c:v>
                </c:pt>
                <c:pt idx="4">
                  <c:v>26</c:v>
                </c:pt>
                <c:pt idx="5">
                  <c:v>32</c:v>
                </c:pt>
                <c:pt idx="6">
                  <c:v>38</c:v>
                </c:pt>
                <c:pt idx="7">
                  <c:v>44</c:v>
                </c:pt>
                <c:pt idx="8">
                  <c:v>50</c:v>
                </c:pt>
                <c:pt idx="9">
                  <c:v>56</c:v>
                </c:pt>
                <c:pt idx="10">
                  <c:v>62</c:v>
                </c:pt>
                <c:pt idx="11">
                  <c:v>68</c:v>
                </c:pt>
                <c:pt idx="12">
                  <c:v>75</c:v>
                </c:pt>
                <c:pt idx="13">
                  <c:v>81</c:v>
                </c:pt>
                <c:pt idx="14">
                  <c:v>87</c:v>
                </c:pt>
                <c:pt idx="15">
                  <c:v>93</c:v>
                </c:pt>
                <c:pt idx="16">
                  <c:v>99</c:v>
                </c:pt>
                <c:pt idx="17">
                  <c:v>105</c:v>
                </c:pt>
                <c:pt idx="18">
                  <c:v>111</c:v>
                </c:pt>
                <c:pt idx="19">
                  <c:v>117</c:v>
                </c:pt>
                <c:pt idx="20">
                  <c:v>124</c:v>
                </c:pt>
                <c:pt idx="21">
                  <c:v>130</c:v>
                </c:pt>
                <c:pt idx="22">
                  <c:v>136</c:v>
                </c:pt>
                <c:pt idx="23">
                  <c:v>142</c:v>
                </c:pt>
                <c:pt idx="24">
                  <c:v>148</c:v>
                </c:pt>
                <c:pt idx="25">
                  <c:v>154</c:v>
                </c:pt>
                <c:pt idx="26">
                  <c:v>160</c:v>
                </c:pt>
                <c:pt idx="27">
                  <c:v>166</c:v>
                </c:pt>
                <c:pt idx="28">
                  <c:v>173</c:v>
                </c:pt>
                <c:pt idx="29">
                  <c:v>179</c:v>
                </c:pt>
                <c:pt idx="30">
                  <c:v>185</c:v>
                </c:pt>
                <c:pt idx="31">
                  <c:v>191</c:v>
                </c:pt>
                <c:pt idx="32">
                  <c:v>197</c:v>
                </c:pt>
                <c:pt idx="33">
                  <c:v>203</c:v>
                </c:pt>
                <c:pt idx="34">
                  <c:v>209</c:v>
                </c:pt>
                <c:pt idx="35">
                  <c:v>215</c:v>
                </c:pt>
                <c:pt idx="36">
                  <c:v>222</c:v>
                </c:pt>
                <c:pt idx="37">
                  <c:v>228</c:v>
                </c:pt>
                <c:pt idx="38">
                  <c:v>234</c:v>
                </c:pt>
                <c:pt idx="39">
                  <c:v>240</c:v>
                </c:pt>
                <c:pt idx="40">
                  <c:v>246</c:v>
                </c:pt>
                <c:pt idx="41">
                  <c:v>252</c:v>
                </c:pt>
                <c:pt idx="42">
                  <c:v>258</c:v>
                </c:pt>
                <c:pt idx="43">
                  <c:v>264</c:v>
                </c:pt>
                <c:pt idx="44">
                  <c:v>271</c:v>
                </c:pt>
                <c:pt idx="45">
                  <c:v>277</c:v>
                </c:pt>
                <c:pt idx="46">
                  <c:v>283</c:v>
                </c:pt>
                <c:pt idx="47">
                  <c:v>289</c:v>
                </c:pt>
                <c:pt idx="48">
                  <c:v>295</c:v>
                </c:pt>
                <c:pt idx="49">
                  <c:v>301</c:v>
                </c:pt>
                <c:pt idx="50">
                  <c:v>307</c:v>
                </c:pt>
                <c:pt idx="51">
                  <c:v>313</c:v>
                </c:pt>
                <c:pt idx="52">
                  <c:v>320</c:v>
                </c:pt>
                <c:pt idx="53">
                  <c:v>326</c:v>
                </c:pt>
                <c:pt idx="54">
                  <c:v>332</c:v>
                </c:pt>
                <c:pt idx="55">
                  <c:v>338</c:v>
                </c:pt>
                <c:pt idx="56">
                  <c:v>344</c:v>
                </c:pt>
                <c:pt idx="57">
                  <c:v>350</c:v>
                </c:pt>
                <c:pt idx="58">
                  <c:v>356</c:v>
                </c:pt>
                <c:pt idx="59">
                  <c:v>362</c:v>
                </c:pt>
                <c:pt idx="60">
                  <c:v>369</c:v>
                </c:pt>
                <c:pt idx="61">
                  <c:v>375</c:v>
                </c:pt>
                <c:pt idx="62">
                  <c:v>381</c:v>
                </c:pt>
                <c:pt idx="63">
                  <c:v>387</c:v>
                </c:pt>
                <c:pt idx="64">
                  <c:v>393</c:v>
                </c:pt>
                <c:pt idx="65">
                  <c:v>399</c:v>
                </c:pt>
                <c:pt idx="66">
                  <c:v>405</c:v>
                </c:pt>
                <c:pt idx="67">
                  <c:v>411</c:v>
                </c:pt>
                <c:pt idx="68">
                  <c:v>418</c:v>
                </c:pt>
                <c:pt idx="69">
                  <c:v>424</c:v>
                </c:pt>
                <c:pt idx="70">
                  <c:v>430</c:v>
                </c:pt>
                <c:pt idx="71">
                  <c:v>436</c:v>
                </c:pt>
                <c:pt idx="72">
                  <c:v>442</c:v>
                </c:pt>
                <c:pt idx="73">
                  <c:v>448</c:v>
                </c:pt>
                <c:pt idx="74">
                  <c:v>454</c:v>
                </c:pt>
                <c:pt idx="75">
                  <c:v>460</c:v>
                </c:pt>
                <c:pt idx="76">
                  <c:v>467</c:v>
                </c:pt>
                <c:pt idx="77">
                  <c:v>473</c:v>
                </c:pt>
                <c:pt idx="78">
                  <c:v>479</c:v>
                </c:pt>
                <c:pt idx="79">
                  <c:v>485</c:v>
                </c:pt>
                <c:pt idx="80">
                  <c:v>491</c:v>
                </c:pt>
                <c:pt idx="81">
                  <c:v>497</c:v>
                </c:pt>
                <c:pt idx="82">
                  <c:v>503</c:v>
                </c:pt>
                <c:pt idx="83">
                  <c:v>509</c:v>
                </c:pt>
                <c:pt idx="84">
                  <c:v>516</c:v>
                </c:pt>
                <c:pt idx="85">
                  <c:v>522</c:v>
                </c:pt>
                <c:pt idx="86">
                  <c:v>528</c:v>
                </c:pt>
                <c:pt idx="87">
                  <c:v>534</c:v>
                </c:pt>
                <c:pt idx="88">
                  <c:v>540</c:v>
                </c:pt>
                <c:pt idx="89">
                  <c:v>546</c:v>
                </c:pt>
                <c:pt idx="90">
                  <c:v>552</c:v>
                </c:pt>
                <c:pt idx="91">
                  <c:v>558</c:v>
                </c:pt>
                <c:pt idx="92">
                  <c:v>565</c:v>
                </c:pt>
                <c:pt idx="93">
                  <c:v>571</c:v>
                </c:pt>
                <c:pt idx="94">
                  <c:v>577</c:v>
                </c:pt>
                <c:pt idx="95">
                  <c:v>583</c:v>
                </c:pt>
                <c:pt idx="96">
                  <c:v>589</c:v>
                </c:pt>
                <c:pt idx="97">
                  <c:v>595</c:v>
                </c:pt>
                <c:pt idx="98">
                  <c:v>601</c:v>
                </c:pt>
                <c:pt idx="99">
                  <c:v>607</c:v>
                </c:pt>
                <c:pt idx="100">
                  <c:v>614</c:v>
                </c:pt>
                <c:pt idx="101">
                  <c:v>620</c:v>
                </c:pt>
                <c:pt idx="102">
                  <c:v>626</c:v>
                </c:pt>
                <c:pt idx="103">
                  <c:v>632</c:v>
                </c:pt>
                <c:pt idx="104">
                  <c:v>638</c:v>
                </c:pt>
                <c:pt idx="105">
                  <c:v>644</c:v>
                </c:pt>
                <c:pt idx="106">
                  <c:v>650</c:v>
                </c:pt>
                <c:pt idx="107">
                  <c:v>656</c:v>
                </c:pt>
                <c:pt idx="108">
                  <c:v>663</c:v>
                </c:pt>
                <c:pt idx="109">
                  <c:v>669</c:v>
                </c:pt>
                <c:pt idx="110">
                  <c:v>675</c:v>
                </c:pt>
                <c:pt idx="111">
                  <c:v>681</c:v>
                </c:pt>
                <c:pt idx="112">
                  <c:v>687</c:v>
                </c:pt>
                <c:pt idx="113">
                  <c:v>693</c:v>
                </c:pt>
                <c:pt idx="114">
                  <c:v>699</c:v>
                </c:pt>
                <c:pt idx="115">
                  <c:v>705</c:v>
                </c:pt>
                <c:pt idx="116">
                  <c:v>712</c:v>
                </c:pt>
                <c:pt idx="117">
                  <c:v>718</c:v>
                </c:pt>
                <c:pt idx="118">
                  <c:v>724</c:v>
                </c:pt>
                <c:pt idx="119">
                  <c:v>730</c:v>
                </c:pt>
              </c:numCache>
            </c:numRef>
          </c:xVal>
          <c:yVal>
            <c:numRef>
              <c:f>'Chart Data'!$BH$2:$BH$121</c:f>
              <c:numCache>
                <c:formatCode>General</c:formatCode>
                <c:ptCount val="120"/>
                <c:pt idx="0">
                  <c:v>1.0674968</c:v>
                </c:pt>
                <c:pt idx="1">
                  <c:v>1.0704013</c:v>
                </c:pt>
                <c:pt idx="2">
                  <c:v>1.0711241</c:v>
                </c:pt>
                <c:pt idx="3">
                  <c:v>1.0713718</c:v>
                </c:pt>
                <c:pt idx="4">
                  <c:v>1.0714594</c:v>
                </c:pt>
                <c:pt idx="5">
                  <c:v>1.0716059</c:v>
                </c:pt>
                <c:pt idx="6">
                  <c:v>1.0715587</c:v>
                </c:pt>
                <c:pt idx="7">
                  <c:v>1.071262</c:v>
                </c:pt>
                <c:pt idx="8">
                  <c:v>1.0710871</c:v>
                </c:pt>
                <c:pt idx="9">
                  <c:v>1.0710722</c:v>
                </c:pt>
                <c:pt idx="10">
                  <c:v>1.0709858</c:v>
                </c:pt>
                <c:pt idx="11">
                  <c:v>1.0706137</c:v>
                </c:pt>
                <c:pt idx="12">
                  <c:v>1.0704634</c:v>
                </c:pt>
                <c:pt idx="13">
                  <c:v>1.070446</c:v>
                </c:pt>
                <c:pt idx="14">
                  <c:v>1.0704325</c:v>
                </c:pt>
                <c:pt idx="15">
                  <c:v>1.0699605</c:v>
                </c:pt>
                <c:pt idx="16">
                  <c:v>1.0696827</c:v>
                </c:pt>
                <c:pt idx="17">
                  <c:v>1.0696579</c:v>
                </c:pt>
                <c:pt idx="18">
                  <c:v>1.0696341</c:v>
                </c:pt>
                <c:pt idx="19">
                  <c:v>1.069405</c:v>
                </c:pt>
                <c:pt idx="20">
                  <c:v>1.0691807</c:v>
                </c:pt>
                <c:pt idx="21">
                  <c:v>1.0687774</c:v>
                </c:pt>
                <c:pt idx="22">
                  <c:v>1.0686649</c:v>
                </c:pt>
                <c:pt idx="23">
                  <c:v>1.0685099</c:v>
                </c:pt>
                <c:pt idx="24">
                  <c:v>1.068336</c:v>
                </c:pt>
                <c:pt idx="25">
                  <c:v>1.0679587</c:v>
                </c:pt>
                <c:pt idx="26">
                  <c:v>1.0676001</c:v>
                </c:pt>
                <c:pt idx="27">
                  <c:v>1.0674336</c:v>
                </c:pt>
                <c:pt idx="28">
                  <c:v>1.0673182</c:v>
                </c:pt>
                <c:pt idx="29">
                  <c:v>1.0672115</c:v>
                </c:pt>
                <c:pt idx="30">
                  <c:v>1.0666964</c:v>
                </c:pt>
                <c:pt idx="31">
                  <c:v>1.0662515</c:v>
                </c:pt>
                <c:pt idx="32">
                  <c:v>1.0659823</c:v>
                </c:pt>
                <c:pt idx="33">
                  <c:v>1.0659155</c:v>
                </c:pt>
                <c:pt idx="34">
                  <c:v>1.0655556</c:v>
                </c:pt>
                <c:pt idx="35">
                  <c:v>1.065562</c:v>
                </c:pt>
                <c:pt idx="36">
                  <c:v>1.0651662</c:v>
                </c:pt>
                <c:pt idx="37">
                  <c:v>1.0650496</c:v>
                </c:pt>
                <c:pt idx="38">
                  <c:v>1.0647378</c:v>
                </c:pt>
                <c:pt idx="39">
                  <c:v>1.0643135</c:v>
                </c:pt>
                <c:pt idx="40">
                  <c:v>1.0641636</c:v>
                </c:pt>
                <c:pt idx="41">
                  <c:v>1.063902</c:v>
                </c:pt>
                <c:pt idx="42">
                  <c:v>1.0636063</c:v>
                </c:pt>
                <c:pt idx="43">
                  <c:v>1.0633209</c:v>
                </c:pt>
                <c:pt idx="44">
                  <c:v>1.0626159</c:v>
                </c:pt>
                <c:pt idx="45">
                  <c:v>1.0623783</c:v>
                </c:pt>
                <c:pt idx="46">
                  <c:v>1.0620036</c:v>
                </c:pt>
                <c:pt idx="47">
                  <c:v>1.0614064</c:v>
                </c:pt>
                <c:pt idx="48">
                  <c:v>1.0613757</c:v>
                </c:pt>
                <c:pt idx="49">
                  <c:v>1.0609066</c:v>
                </c:pt>
                <c:pt idx="50">
                  <c:v>1.0606107</c:v>
                </c:pt>
                <c:pt idx="51">
                  <c:v>1.0602762</c:v>
                </c:pt>
                <c:pt idx="52">
                  <c:v>1.0595744</c:v>
                </c:pt>
                <c:pt idx="53">
                  <c:v>1.0591389</c:v>
                </c:pt>
                <c:pt idx="54">
                  <c:v>1.0587852</c:v>
                </c:pt>
                <c:pt idx="55">
                  <c:v>1.0584319</c:v>
                </c:pt>
                <c:pt idx="56">
                  <c:v>1.0580413</c:v>
                </c:pt>
                <c:pt idx="57">
                  <c:v>1.0575112</c:v>
                </c:pt>
                <c:pt idx="58">
                  <c:v>1.0571078</c:v>
                </c:pt>
                <c:pt idx="59">
                  <c:v>1.0567071</c:v>
                </c:pt>
                <c:pt idx="60">
                  <c:v>1.0560968</c:v>
                </c:pt>
                <c:pt idx="61">
                  <c:v>1.0556105</c:v>
                </c:pt>
                <c:pt idx="62">
                  <c:v>1.0550056</c:v>
                </c:pt>
                <c:pt idx="63">
                  <c:v>1.0546019</c:v>
                </c:pt>
                <c:pt idx="64">
                  <c:v>1.0542324</c:v>
                </c:pt>
                <c:pt idx="65">
                  <c:v>1.0537146</c:v>
                </c:pt>
                <c:pt idx="66">
                  <c:v>1.0532047</c:v>
                </c:pt>
                <c:pt idx="67">
                  <c:v>1.0526226</c:v>
                </c:pt>
                <c:pt idx="68">
                  <c:v>1.052009</c:v>
                </c:pt>
                <c:pt idx="69">
                  <c:v>1.0514841</c:v>
                </c:pt>
                <c:pt idx="70">
                  <c:v>1.0508285</c:v>
                </c:pt>
                <c:pt idx="71">
                  <c:v>1.0502533</c:v>
                </c:pt>
                <c:pt idx="72">
                  <c:v>1.0493747</c:v>
                </c:pt>
                <c:pt idx="73">
                  <c:v>1.0487301</c:v>
                </c:pt>
                <c:pt idx="74">
                  <c:v>1.0482919</c:v>
                </c:pt>
                <c:pt idx="75">
                  <c:v>1.0475655</c:v>
                </c:pt>
                <c:pt idx="76">
                  <c:v>1.0468514</c:v>
                </c:pt>
                <c:pt idx="77">
                  <c:v>1.0460006</c:v>
                </c:pt>
                <c:pt idx="78">
                  <c:v>1.0451509</c:v>
                </c:pt>
                <c:pt idx="79">
                  <c:v>1.0441962</c:v>
                </c:pt>
                <c:pt idx="80">
                  <c:v>1.0433571</c:v>
                </c:pt>
                <c:pt idx="81">
                  <c:v>1.0423549</c:v>
                </c:pt>
                <c:pt idx="82">
                  <c:v>1.0401995</c:v>
                </c:pt>
                <c:pt idx="83">
                  <c:v>1.040336</c:v>
                </c:pt>
                <c:pt idx="84">
                  <c:v>1.0390712</c:v>
                </c:pt>
                <c:pt idx="85">
                  <c:v>1.0378884</c:v>
                </c:pt>
                <c:pt idx="86">
                  <c:v>1.0366851</c:v>
                </c:pt>
                <c:pt idx="87">
                  <c:v>1.0355543</c:v>
                </c:pt>
                <c:pt idx="88">
                  <c:v>1.0341598</c:v>
                </c:pt>
                <c:pt idx="89">
                  <c:v>1.0326327</c:v>
                </c:pt>
                <c:pt idx="90">
                  <c:v>1.0311867</c:v>
                </c:pt>
                <c:pt idx="91">
                  <c:v>1.0296712</c:v>
                </c:pt>
                <c:pt idx="92">
                  <c:v>1.0280207</c:v>
                </c:pt>
                <c:pt idx="93">
                  <c:v>1.02636</c:v>
                </c:pt>
                <c:pt idx="94">
                  <c:v>1.0244852</c:v>
                </c:pt>
                <c:pt idx="95">
                  <c:v>1.0225457</c:v>
                </c:pt>
                <c:pt idx="96">
                  <c:v>1.0206196</c:v>
                </c:pt>
                <c:pt idx="97">
                  <c:v>1.0184951</c:v>
                </c:pt>
                <c:pt idx="98">
                  <c:v>1.016199</c:v>
                </c:pt>
                <c:pt idx="99">
                  <c:v>1.0139999</c:v>
                </c:pt>
                <c:pt idx="100">
                  <c:v>1.0109553</c:v>
                </c:pt>
                <c:pt idx="101">
                  <c:v>1.0077975</c:v>
                </c:pt>
                <c:pt idx="102">
                  <c:v>1.0043956</c:v>
                </c:pt>
                <c:pt idx="103">
                  <c:v>1.0004911</c:v>
                </c:pt>
                <c:pt idx="104">
                  <c:v>0.99635381</c:v>
                </c:pt>
                <c:pt idx="105">
                  <c:v>0.99151671</c:v>
                </c:pt>
                <c:pt idx="106">
                  <c:v>0.98617446</c:v>
                </c:pt>
                <c:pt idx="107">
                  <c:v>0.98044384</c:v>
                </c:pt>
                <c:pt idx="108">
                  <c:v>0.97311819</c:v>
                </c:pt>
                <c:pt idx="109">
                  <c:v>0.96648115</c:v>
                </c:pt>
                <c:pt idx="110">
                  <c:v>0.95931578</c:v>
                </c:pt>
                <c:pt idx="111">
                  <c:v>0.95211416</c:v>
                </c:pt>
                <c:pt idx="112">
                  <c:v>0.94485319</c:v>
                </c:pt>
                <c:pt idx="113">
                  <c:v>0.93697542</c:v>
                </c:pt>
                <c:pt idx="114">
                  <c:v>0.92862403</c:v>
                </c:pt>
                <c:pt idx="115">
                  <c:v>0.91999686</c:v>
                </c:pt>
                <c:pt idx="116">
                  <c:v>0.90919554</c:v>
                </c:pt>
                <c:pt idx="117">
                  <c:v>0.89960945</c:v>
                </c:pt>
                <c:pt idx="118">
                  <c:v>0.88993573</c:v>
                </c:pt>
                <c:pt idx="119">
                  <c:v>0.88031369</c:v>
                </c:pt>
              </c:numCache>
            </c:numRef>
          </c:yVal>
        </c:ser>
        <c:ser>
          <c:idx val="30"/>
          <c:order val="30"/>
          <c:tx>
            <c:v>Batch3_cell_033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Data'!$BI$2:$BI$121</c:f>
              <c:numCache>
                <c:formatCode>General</c:formatCode>
                <c:ptCount val="120"/>
                <c:pt idx="0">
                  <c:v>1</c:v>
                </c:pt>
                <c:pt idx="1">
                  <c:v>12</c:v>
                </c:pt>
                <c:pt idx="2">
                  <c:v>23</c:v>
                </c:pt>
                <c:pt idx="3">
                  <c:v>33</c:v>
                </c:pt>
                <c:pt idx="4">
                  <c:v>44</c:v>
                </c:pt>
                <c:pt idx="5">
                  <c:v>55</c:v>
                </c:pt>
                <c:pt idx="6">
                  <c:v>66</c:v>
                </c:pt>
                <c:pt idx="7">
                  <c:v>76</c:v>
                </c:pt>
                <c:pt idx="8">
                  <c:v>87</c:v>
                </c:pt>
                <c:pt idx="9">
                  <c:v>98</c:v>
                </c:pt>
                <c:pt idx="10">
                  <c:v>109</c:v>
                </c:pt>
                <c:pt idx="11">
                  <c:v>120</c:v>
                </c:pt>
                <c:pt idx="12">
                  <c:v>130</c:v>
                </c:pt>
                <c:pt idx="13">
                  <c:v>141</c:v>
                </c:pt>
                <c:pt idx="14">
                  <c:v>152</c:v>
                </c:pt>
                <c:pt idx="15">
                  <c:v>163</c:v>
                </c:pt>
                <c:pt idx="16">
                  <c:v>173</c:v>
                </c:pt>
                <c:pt idx="17">
                  <c:v>184</c:v>
                </c:pt>
                <c:pt idx="18">
                  <c:v>195</c:v>
                </c:pt>
                <c:pt idx="19">
                  <c:v>206</c:v>
                </c:pt>
                <c:pt idx="20">
                  <c:v>216</c:v>
                </c:pt>
                <c:pt idx="21">
                  <c:v>227</c:v>
                </c:pt>
                <c:pt idx="22">
                  <c:v>238</c:v>
                </c:pt>
                <c:pt idx="23">
                  <c:v>249</c:v>
                </c:pt>
                <c:pt idx="24">
                  <c:v>260</c:v>
                </c:pt>
                <c:pt idx="25">
                  <c:v>270</c:v>
                </c:pt>
                <c:pt idx="26">
                  <c:v>281</c:v>
                </c:pt>
                <c:pt idx="27">
                  <c:v>292</c:v>
                </c:pt>
                <c:pt idx="28">
                  <c:v>303</c:v>
                </c:pt>
                <c:pt idx="29">
                  <c:v>313</c:v>
                </c:pt>
                <c:pt idx="30">
                  <c:v>324</c:v>
                </c:pt>
                <c:pt idx="31">
                  <c:v>335</c:v>
                </c:pt>
                <c:pt idx="32">
                  <c:v>346</c:v>
                </c:pt>
                <c:pt idx="33">
                  <c:v>357</c:v>
                </c:pt>
                <c:pt idx="34">
                  <c:v>367</c:v>
                </c:pt>
                <c:pt idx="35">
                  <c:v>378</c:v>
                </c:pt>
                <c:pt idx="36">
                  <c:v>389</c:v>
                </c:pt>
                <c:pt idx="37">
                  <c:v>400</c:v>
                </c:pt>
                <c:pt idx="38">
                  <c:v>410</c:v>
                </c:pt>
                <c:pt idx="39">
                  <c:v>421</c:v>
                </c:pt>
                <c:pt idx="40">
                  <c:v>432</c:v>
                </c:pt>
                <c:pt idx="41">
                  <c:v>443</c:v>
                </c:pt>
                <c:pt idx="42">
                  <c:v>453</c:v>
                </c:pt>
                <c:pt idx="43">
                  <c:v>464</c:v>
                </c:pt>
                <c:pt idx="44">
                  <c:v>475</c:v>
                </c:pt>
                <c:pt idx="45">
                  <c:v>486</c:v>
                </c:pt>
                <c:pt idx="46">
                  <c:v>497</c:v>
                </c:pt>
                <c:pt idx="47">
                  <c:v>507</c:v>
                </c:pt>
                <c:pt idx="48">
                  <c:v>518</c:v>
                </c:pt>
                <c:pt idx="49">
                  <c:v>529</c:v>
                </c:pt>
                <c:pt idx="50">
                  <c:v>540</c:v>
                </c:pt>
                <c:pt idx="51">
                  <c:v>550</c:v>
                </c:pt>
                <c:pt idx="52">
                  <c:v>561</c:v>
                </c:pt>
                <c:pt idx="53">
                  <c:v>572</c:v>
                </c:pt>
                <c:pt idx="54">
                  <c:v>583</c:v>
                </c:pt>
                <c:pt idx="55">
                  <c:v>594</c:v>
                </c:pt>
                <c:pt idx="56">
                  <c:v>604</c:v>
                </c:pt>
                <c:pt idx="57">
                  <c:v>615</c:v>
                </c:pt>
                <c:pt idx="58">
                  <c:v>626</c:v>
                </c:pt>
                <c:pt idx="59">
                  <c:v>637</c:v>
                </c:pt>
                <c:pt idx="60">
                  <c:v>647</c:v>
                </c:pt>
                <c:pt idx="61">
                  <c:v>658</c:v>
                </c:pt>
                <c:pt idx="62">
                  <c:v>669</c:v>
                </c:pt>
                <c:pt idx="63">
                  <c:v>680</c:v>
                </c:pt>
                <c:pt idx="64">
                  <c:v>690</c:v>
                </c:pt>
                <c:pt idx="65">
                  <c:v>701</c:v>
                </c:pt>
                <c:pt idx="66">
                  <c:v>712</c:v>
                </c:pt>
                <c:pt idx="67">
                  <c:v>723</c:v>
                </c:pt>
                <c:pt idx="68">
                  <c:v>734</c:v>
                </c:pt>
                <c:pt idx="69">
                  <c:v>744</c:v>
                </c:pt>
                <c:pt idx="70">
                  <c:v>755</c:v>
                </c:pt>
                <c:pt idx="71">
                  <c:v>766</c:v>
                </c:pt>
                <c:pt idx="72">
                  <c:v>777</c:v>
                </c:pt>
                <c:pt idx="73">
                  <c:v>787</c:v>
                </c:pt>
                <c:pt idx="74">
                  <c:v>798</c:v>
                </c:pt>
                <c:pt idx="75">
                  <c:v>809</c:v>
                </c:pt>
                <c:pt idx="76">
                  <c:v>820</c:v>
                </c:pt>
                <c:pt idx="77">
                  <c:v>831</c:v>
                </c:pt>
                <c:pt idx="78">
                  <c:v>841</c:v>
                </c:pt>
                <c:pt idx="79">
                  <c:v>852</c:v>
                </c:pt>
                <c:pt idx="80">
                  <c:v>863</c:v>
                </c:pt>
                <c:pt idx="81">
                  <c:v>874</c:v>
                </c:pt>
                <c:pt idx="82">
                  <c:v>884</c:v>
                </c:pt>
                <c:pt idx="83">
                  <c:v>895</c:v>
                </c:pt>
                <c:pt idx="84">
                  <c:v>906</c:v>
                </c:pt>
                <c:pt idx="85">
                  <c:v>917</c:v>
                </c:pt>
                <c:pt idx="86">
                  <c:v>927</c:v>
                </c:pt>
                <c:pt idx="87">
                  <c:v>938</c:v>
                </c:pt>
                <c:pt idx="88">
                  <c:v>949</c:v>
                </c:pt>
                <c:pt idx="89">
                  <c:v>960</c:v>
                </c:pt>
                <c:pt idx="90">
                  <c:v>971</c:v>
                </c:pt>
                <c:pt idx="91">
                  <c:v>981</c:v>
                </c:pt>
                <c:pt idx="92">
                  <c:v>992</c:v>
                </c:pt>
                <c:pt idx="93">
                  <c:v>1003</c:v>
                </c:pt>
                <c:pt idx="94">
                  <c:v>1014</c:v>
                </c:pt>
                <c:pt idx="95">
                  <c:v>1024</c:v>
                </c:pt>
                <c:pt idx="96">
                  <c:v>1035</c:v>
                </c:pt>
                <c:pt idx="97">
                  <c:v>1046</c:v>
                </c:pt>
                <c:pt idx="98">
                  <c:v>1057</c:v>
                </c:pt>
                <c:pt idx="99">
                  <c:v>1068</c:v>
                </c:pt>
                <c:pt idx="100">
                  <c:v>1078</c:v>
                </c:pt>
                <c:pt idx="101">
                  <c:v>1089</c:v>
                </c:pt>
                <c:pt idx="102">
                  <c:v>1100</c:v>
                </c:pt>
                <c:pt idx="103">
                  <c:v>1111</c:v>
                </c:pt>
                <c:pt idx="104">
                  <c:v>1121</c:v>
                </c:pt>
                <c:pt idx="105">
                  <c:v>1132</c:v>
                </c:pt>
                <c:pt idx="106">
                  <c:v>1143</c:v>
                </c:pt>
                <c:pt idx="107">
                  <c:v>1154</c:v>
                </c:pt>
                <c:pt idx="108">
                  <c:v>1164</c:v>
                </c:pt>
                <c:pt idx="109">
                  <c:v>1175</c:v>
                </c:pt>
                <c:pt idx="110">
                  <c:v>1186</c:v>
                </c:pt>
                <c:pt idx="111">
                  <c:v>1197</c:v>
                </c:pt>
                <c:pt idx="112">
                  <c:v>1208</c:v>
                </c:pt>
                <c:pt idx="113">
                  <c:v>1218</c:v>
                </c:pt>
                <c:pt idx="114">
                  <c:v>1229</c:v>
                </c:pt>
                <c:pt idx="115">
                  <c:v>1240</c:v>
                </c:pt>
                <c:pt idx="116">
                  <c:v>1251</c:v>
                </c:pt>
                <c:pt idx="117">
                  <c:v>1261</c:v>
                </c:pt>
                <c:pt idx="118">
                  <c:v>1272</c:v>
                </c:pt>
                <c:pt idx="119">
                  <c:v>1283</c:v>
                </c:pt>
              </c:numCache>
            </c:numRef>
          </c:xVal>
          <c:yVal>
            <c:numRef>
              <c:f>'Chart Data'!$BJ$2:$BJ$121</c:f>
              <c:numCache>
                <c:formatCode>General</c:formatCode>
                <c:ptCount val="120"/>
                <c:pt idx="0">
                  <c:v>1.0594152</c:v>
                </c:pt>
                <c:pt idx="1">
                  <c:v>1.0625443</c:v>
                </c:pt>
                <c:pt idx="2">
                  <c:v>1.06275</c:v>
                </c:pt>
                <c:pt idx="3">
                  <c:v>1.0628041</c:v>
                </c:pt>
                <c:pt idx="4">
                  <c:v>1.0625716</c:v>
                </c:pt>
                <c:pt idx="5">
                  <c:v>1.0624852</c:v>
                </c:pt>
                <c:pt idx="6">
                  <c:v>1.0621176</c:v>
                </c:pt>
                <c:pt idx="7">
                  <c:v>1.0617249</c:v>
                </c:pt>
                <c:pt idx="8">
                  <c:v>1.0615159</c:v>
                </c:pt>
                <c:pt idx="9">
                  <c:v>1.0609739</c:v>
                </c:pt>
                <c:pt idx="10">
                  <c:v>1.0606229</c:v>
                </c:pt>
                <c:pt idx="11">
                  <c:v>1.060325</c:v>
                </c:pt>
                <c:pt idx="12">
                  <c:v>1.0600953</c:v>
                </c:pt>
                <c:pt idx="13">
                  <c:v>1.0595437</c:v>
                </c:pt>
                <c:pt idx="14">
                  <c:v>1.0591588</c:v>
                </c:pt>
                <c:pt idx="15">
                  <c:v>1.0588783</c:v>
                </c:pt>
                <c:pt idx="16">
                  <c:v>1.0582368</c:v>
                </c:pt>
                <c:pt idx="17">
                  <c:v>1.0580164</c:v>
                </c:pt>
                <c:pt idx="18">
                  <c:v>1.0576328</c:v>
                </c:pt>
                <c:pt idx="19">
                  <c:v>1.0571135</c:v>
                </c:pt>
                <c:pt idx="20">
                  <c:v>1.05668</c:v>
                </c:pt>
                <c:pt idx="21">
                  <c:v>1.0564364</c:v>
                </c:pt>
                <c:pt idx="22">
                  <c:v>1.0560291</c:v>
                </c:pt>
                <c:pt idx="23">
                  <c:v>1.0556145</c:v>
                </c:pt>
                <c:pt idx="24">
                  <c:v>1.0551169</c:v>
                </c:pt>
                <c:pt idx="25">
                  <c:v>1.0547208</c:v>
                </c:pt>
                <c:pt idx="26">
                  <c:v>1.0541409</c:v>
                </c:pt>
                <c:pt idx="27">
                  <c:v>1.05384</c:v>
                </c:pt>
                <c:pt idx="28">
                  <c:v>1.0533539</c:v>
                </c:pt>
                <c:pt idx="29">
                  <c:v>1.0527436</c:v>
                </c:pt>
                <c:pt idx="30">
                  <c:v>1.0522219</c:v>
                </c:pt>
                <c:pt idx="31">
                  <c:v>1.0518312</c:v>
                </c:pt>
                <c:pt idx="32">
                  <c:v>1.0512969</c:v>
                </c:pt>
                <c:pt idx="33">
                  <c:v>1.0508043</c:v>
                </c:pt>
                <c:pt idx="34">
                  <c:v>1.0503762</c:v>
                </c:pt>
                <c:pt idx="35">
                  <c:v>1.0498085</c:v>
                </c:pt>
                <c:pt idx="36">
                  <c:v>1.0492015</c:v>
                </c:pt>
                <c:pt idx="37">
                  <c:v>1.0489424</c:v>
                </c:pt>
                <c:pt idx="38">
                  <c:v>1.0485454</c:v>
                </c:pt>
                <c:pt idx="39">
                  <c:v>1.0479492</c:v>
                </c:pt>
                <c:pt idx="40">
                  <c:v>1.0476128</c:v>
                </c:pt>
                <c:pt idx="41">
                  <c:v>1.0469004</c:v>
                </c:pt>
                <c:pt idx="42">
                  <c:v>1.0465177</c:v>
                </c:pt>
                <c:pt idx="43">
                  <c:v>1.0459644</c:v>
                </c:pt>
                <c:pt idx="44">
                  <c:v>1.0454659</c:v>
                </c:pt>
                <c:pt idx="45">
                  <c:v>1.0447698</c:v>
                </c:pt>
                <c:pt idx="46">
                  <c:v>1.044355</c:v>
                </c:pt>
                <c:pt idx="47">
                  <c:v>1.0438924</c:v>
                </c:pt>
                <c:pt idx="48">
                  <c:v>1.043362</c:v>
                </c:pt>
                <c:pt idx="49">
                  <c:v>1.0426766</c:v>
                </c:pt>
                <c:pt idx="50">
                  <c:v>1.0421805</c:v>
                </c:pt>
                <c:pt idx="51">
                  <c:v>1.0415921</c:v>
                </c:pt>
                <c:pt idx="52">
                  <c:v>1.0407706</c:v>
                </c:pt>
                <c:pt idx="53">
                  <c:v>1.0404716</c:v>
                </c:pt>
                <c:pt idx="54">
                  <c:v>1.0399116</c:v>
                </c:pt>
                <c:pt idx="55">
                  <c:v>1.0392779</c:v>
                </c:pt>
                <c:pt idx="56">
                  <c:v>1.0387462</c:v>
                </c:pt>
                <c:pt idx="57">
                  <c:v>1.0383506</c:v>
                </c:pt>
                <c:pt idx="58">
                  <c:v>1.0378909</c:v>
                </c:pt>
                <c:pt idx="59">
                  <c:v>1.0372851</c:v>
                </c:pt>
                <c:pt idx="60">
                  <c:v>1.0367596</c:v>
                </c:pt>
                <c:pt idx="61">
                  <c:v>1.0362946</c:v>
                </c:pt>
                <c:pt idx="62">
                  <c:v>1.0355908</c:v>
                </c:pt>
                <c:pt idx="63">
                  <c:v>1.0351087</c:v>
                </c:pt>
                <c:pt idx="64">
                  <c:v>1.0344483</c:v>
                </c:pt>
                <c:pt idx="65">
                  <c:v>1.0339047</c:v>
                </c:pt>
                <c:pt idx="66">
                  <c:v>1.0333191</c:v>
                </c:pt>
                <c:pt idx="67">
                  <c:v>1.0326414</c:v>
                </c:pt>
                <c:pt idx="68">
                  <c:v>1.0319376</c:v>
                </c:pt>
                <c:pt idx="69">
                  <c:v>1.0313414</c:v>
                </c:pt>
                <c:pt idx="70">
                  <c:v>1.0307468</c:v>
                </c:pt>
                <c:pt idx="71">
                  <c:v>1.0300845</c:v>
                </c:pt>
                <c:pt idx="72">
                  <c:v>1.0295007</c:v>
                </c:pt>
                <c:pt idx="73">
                  <c:v>1.0288677</c:v>
                </c:pt>
                <c:pt idx="74">
                  <c:v>1.0283966</c:v>
                </c:pt>
                <c:pt idx="75">
                  <c:v>1.0277238</c:v>
                </c:pt>
                <c:pt idx="76">
                  <c:v>1.0270485</c:v>
                </c:pt>
                <c:pt idx="77">
                  <c:v>1.0263659</c:v>
                </c:pt>
                <c:pt idx="78">
                  <c:v>1.0256493</c:v>
                </c:pt>
                <c:pt idx="79">
                  <c:v>1.0249118</c:v>
                </c:pt>
                <c:pt idx="80">
                  <c:v>1.0242047</c:v>
                </c:pt>
                <c:pt idx="81">
                  <c:v>1.0235487</c:v>
                </c:pt>
                <c:pt idx="82">
                  <c:v>1.0228037</c:v>
                </c:pt>
                <c:pt idx="83">
                  <c:v>1.0220051</c:v>
                </c:pt>
                <c:pt idx="84">
                  <c:v>1.0211368</c:v>
                </c:pt>
                <c:pt idx="85">
                  <c:v>1.0203861</c:v>
                </c:pt>
                <c:pt idx="86">
                  <c:v>1.0197023</c:v>
                </c:pt>
                <c:pt idx="87">
                  <c:v>1.0188229</c:v>
                </c:pt>
                <c:pt idx="88">
                  <c:v>1.0179302</c:v>
                </c:pt>
                <c:pt idx="89">
                  <c:v>1.0169648</c:v>
                </c:pt>
                <c:pt idx="90">
                  <c:v>1.0159587</c:v>
                </c:pt>
                <c:pt idx="91">
                  <c:v>1.0151314</c:v>
                </c:pt>
                <c:pt idx="92">
                  <c:v>1.0140033</c:v>
                </c:pt>
                <c:pt idx="93">
                  <c:v>1.0128005</c:v>
                </c:pt>
                <c:pt idx="94">
                  <c:v>1.0114986</c:v>
                </c:pt>
                <c:pt idx="95">
                  <c:v>1.010191</c:v>
                </c:pt>
                <c:pt idx="96">
                  <c:v>1.0086683</c:v>
                </c:pt>
                <c:pt idx="97">
                  <c:v>1.0070947</c:v>
                </c:pt>
                <c:pt idx="98">
                  <c:v>1.0052942</c:v>
                </c:pt>
                <c:pt idx="99">
                  <c:v>1.0033357</c:v>
                </c:pt>
                <c:pt idx="100">
                  <c:v>1.001448</c:v>
                </c:pt>
                <c:pt idx="101">
                  <c:v>0.99912113</c:v>
                </c:pt>
                <c:pt idx="102">
                  <c:v>0.99639398</c:v>
                </c:pt>
                <c:pt idx="103">
                  <c:v>0.99303991</c:v>
                </c:pt>
                <c:pt idx="104">
                  <c:v>0.9893676</c:v>
                </c:pt>
                <c:pt idx="105">
                  <c:v>0.98466599</c:v>
                </c:pt>
                <c:pt idx="106">
                  <c:v>0.97947097</c:v>
                </c:pt>
                <c:pt idx="107">
                  <c:v>0.97371012</c:v>
                </c:pt>
                <c:pt idx="108">
                  <c:v>0.96808916</c:v>
                </c:pt>
                <c:pt idx="109">
                  <c:v>0.96170706</c:v>
                </c:pt>
                <c:pt idx="110">
                  <c:v>0.95485944</c:v>
                </c:pt>
                <c:pt idx="111">
                  <c:v>0.94772065</c:v>
                </c:pt>
                <c:pt idx="112">
                  <c:v>0.94008052</c:v>
                </c:pt>
                <c:pt idx="113">
                  <c:v>0.93271255</c:v>
                </c:pt>
                <c:pt idx="114">
                  <c:v>0.92429399</c:v>
                </c:pt>
                <c:pt idx="115">
                  <c:v>0.915618</c:v>
                </c:pt>
                <c:pt idx="116">
                  <c:v>0.90675414</c:v>
                </c:pt>
                <c:pt idx="117">
                  <c:v>0.89856744</c:v>
                </c:pt>
                <c:pt idx="118">
                  <c:v>0.88974279</c:v>
                </c:pt>
                <c:pt idx="119">
                  <c:v>0.88079751</c:v>
                </c:pt>
              </c:numCache>
            </c:numRef>
          </c:yVal>
        </c:ser>
        <c:ser>
          <c:idx val="31"/>
          <c:order val="31"/>
          <c:tx>
            <c:v>Batch3_cell_034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Data'!$BK$2:$BK$121</c:f>
              <c:numCache>
                <c:formatCode>General</c:formatCode>
                <c:ptCount val="120"/>
                <c:pt idx="0">
                  <c:v>1</c:v>
                </c:pt>
                <c:pt idx="1">
                  <c:v>11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59</c:v>
                </c:pt>
                <c:pt idx="7">
                  <c:v>69</c:v>
                </c:pt>
                <c:pt idx="8">
                  <c:v>79</c:v>
                </c:pt>
                <c:pt idx="9">
                  <c:v>88</c:v>
                </c:pt>
                <c:pt idx="10">
                  <c:v>98</c:v>
                </c:pt>
                <c:pt idx="11">
                  <c:v>108</c:v>
                </c:pt>
                <c:pt idx="12">
                  <c:v>118</c:v>
                </c:pt>
                <c:pt idx="13">
                  <c:v>127</c:v>
                </c:pt>
                <c:pt idx="14">
                  <c:v>137</c:v>
                </c:pt>
                <c:pt idx="15">
                  <c:v>147</c:v>
                </c:pt>
                <c:pt idx="16">
                  <c:v>156</c:v>
                </c:pt>
                <c:pt idx="17">
                  <c:v>166</c:v>
                </c:pt>
                <c:pt idx="18">
                  <c:v>176</c:v>
                </c:pt>
                <c:pt idx="19">
                  <c:v>186</c:v>
                </c:pt>
                <c:pt idx="20">
                  <c:v>195</c:v>
                </c:pt>
                <c:pt idx="21">
                  <c:v>205</c:v>
                </c:pt>
                <c:pt idx="22">
                  <c:v>215</c:v>
                </c:pt>
                <c:pt idx="23">
                  <c:v>224</c:v>
                </c:pt>
                <c:pt idx="24">
                  <c:v>234</c:v>
                </c:pt>
                <c:pt idx="25">
                  <c:v>244</c:v>
                </c:pt>
                <c:pt idx="26">
                  <c:v>254</c:v>
                </c:pt>
                <c:pt idx="27">
                  <c:v>263</c:v>
                </c:pt>
                <c:pt idx="28">
                  <c:v>273</c:v>
                </c:pt>
                <c:pt idx="29">
                  <c:v>283</c:v>
                </c:pt>
                <c:pt idx="30">
                  <c:v>292</c:v>
                </c:pt>
                <c:pt idx="31">
                  <c:v>302</c:v>
                </c:pt>
                <c:pt idx="32">
                  <c:v>312</c:v>
                </c:pt>
                <c:pt idx="33">
                  <c:v>322</c:v>
                </c:pt>
                <c:pt idx="34">
                  <c:v>331</c:v>
                </c:pt>
                <c:pt idx="35">
                  <c:v>341</c:v>
                </c:pt>
                <c:pt idx="36">
                  <c:v>351</c:v>
                </c:pt>
                <c:pt idx="37">
                  <c:v>360</c:v>
                </c:pt>
                <c:pt idx="38">
                  <c:v>370</c:v>
                </c:pt>
                <c:pt idx="39">
                  <c:v>380</c:v>
                </c:pt>
                <c:pt idx="40">
                  <c:v>390</c:v>
                </c:pt>
                <c:pt idx="41">
                  <c:v>399</c:v>
                </c:pt>
                <c:pt idx="42">
                  <c:v>409</c:v>
                </c:pt>
                <c:pt idx="43">
                  <c:v>419</c:v>
                </c:pt>
                <c:pt idx="44">
                  <c:v>428</c:v>
                </c:pt>
                <c:pt idx="45">
                  <c:v>438</c:v>
                </c:pt>
                <c:pt idx="46">
                  <c:v>448</c:v>
                </c:pt>
                <c:pt idx="47">
                  <c:v>458</c:v>
                </c:pt>
                <c:pt idx="48">
                  <c:v>467</c:v>
                </c:pt>
                <c:pt idx="49">
                  <c:v>477</c:v>
                </c:pt>
                <c:pt idx="50">
                  <c:v>487</c:v>
                </c:pt>
                <c:pt idx="51">
                  <c:v>496</c:v>
                </c:pt>
                <c:pt idx="52">
                  <c:v>506</c:v>
                </c:pt>
                <c:pt idx="53">
                  <c:v>516</c:v>
                </c:pt>
                <c:pt idx="54">
                  <c:v>526</c:v>
                </c:pt>
                <c:pt idx="55">
                  <c:v>535</c:v>
                </c:pt>
                <c:pt idx="56">
                  <c:v>545</c:v>
                </c:pt>
                <c:pt idx="57">
                  <c:v>555</c:v>
                </c:pt>
                <c:pt idx="58">
                  <c:v>564</c:v>
                </c:pt>
                <c:pt idx="59">
                  <c:v>574</c:v>
                </c:pt>
                <c:pt idx="60">
                  <c:v>584</c:v>
                </c:pt>
                <c:pt idx="61">
                  <c:v>594</c:v>
                </c:pt>
                <c:pt idx="62">
                  <c:v>603</c:v>
                </c:pt>
                <c:pt idx="63">
                  <c:v>613</c:v>
                </c:pt>
                <c:pt idx="64">
                  <c:v>623</c:v>
                </c:pt>
                <c:pt idx="65">
                  <c:v>632</c:v>
                </c:pt>
                <c:pt idx="66">
                  <c:v>642</c:v>
                </c:pt>
                <c:pt idx="67">
                  <c:v>652</c:v>
                </c:pt>
                <c:pt idx="68">
                  <c:v>662</c:v>
                </c:pt>
                <c:pt idx="69">
                  <c:v>671</c:v>
                </c:pt>
                <c:pt idx="70">
                  <c:v>681</c:v>
                </c:pt>
                <c:pt idx="71">
                  <c:v>691</c:v>
                </c:pt>
                <c:pt idx="72">
                  <c:v>700</c:v>
                </c:pt>
                <c:pt idx="73">
                  <c:v>710</c:v>
                </c:pt>
                <c:pt idx="74">
                  <c:v>720</c:v>
                </c:pt>
                <c:pt idx="75">
                  <c:v>730</c:v>
                </c:pt>
                <c:pt idx="76">
                  <c:v>739</c:v>
                </c:pt>
                <c:pt idx="77">
                  <c:v>749</c:v>
                </c:pt>
                <c:pt idx="78">
                  <c:v>759</c:v>
                </c:pt>
                <c:pt idx="79">
                  <c:v>768</c:v>
                </c:pt>
                <c:pt idx="80">
                  <c:v>778</c:v>
                </c:pt>
                <c:pt idx="81">
                  <c:v>788</c:v>
                </c:pt>
                <c:pt idx="82">
                  <c:v>798</c:v>
                </c:pt>
                <c:pt idx="83">
                  <c:v>807</c:v>
                </c:pt>
                <c:pt idx="84">
                  <c:v>817</c:v>
                </c:pt>
                <c:pt idx="85">
                  <c:v>827</c:v>
                </c:pt>
                <c:pt idx="86">
                  <c:v>836</c:v>
                </c:pt>
                <c:pt idx="87">
                  <c:v>846</c:v>
                </c:pt>
                <c:pt idx="88">
                  <c:v>856</c:v>
                </c:pt>
                <c:pt idx="89">
                  <c:v>866</c:v>
                </c:pt>
                <c:pt idx="90">
                  <c:v>875</c:v>
                </c:pt>
                <c:pt idx="91">
                  <c:v>885</c:v>
                </c:pt>
                <c:pt idx="92">
                  <c:v>895</c:v>
                </c:pt>
                <c:pt idx="93">
                  <c:v>904</c:v>
                </c:pt>
                <c:pt idx="94">
                  <c:v>914</c:v>
                </c:pt>
                <c:pt idx="95">
                  <c:v>924</c:v>
                </c:pt>
                <c:pt idx="96">
                  <c:v>934</c:v>
                </c:pt>
                <c:pt idx="97">
                  <c:v>943</c:v>
                </c:pt>
                <c:pt idx="98">
                  <c:v>953</c:v>
                </c:pt>
                <c:pt idx="99">
                  <c:v>963</c:v>
                </c:pt>
                <c:pt idx="100">
                  <c:v>972</c:v>
                </c:pt>
                <c:pt idx="101">
                  <c:v>982</c:v>
                </c:pt>
                <c:pt idx="102">
                  <c:v>992</c:v>
                </c:pt>
                <c:pt idx="103">
                  <c:v>1002</c:v>
                </c:pt>
                <c:pt idx="104">
                  <c:v>1011</c:v>
                </c:pt>
                <c:pt idx="105">
                  <c:v>1021</c:v>
                </c:pt>
                <c:pt idx="106">
                  <c:v>1031</c:v>
                </c:pt>
                <c:pt idx="107">
                  <c:v>1040</c:v>
                </c:pt>
                <c:pt idx="108">
                  <c:v>1050</c:v>
                </c:pt>
                <c:pt idx="109">
                  <c:v>1060</c:v>
                </c:pt>
                <c:pt idx="110">
                  <c:v>1070</c:v>
                </c:pt>
                <c:pt idx="111">
                  <c:v>1079</c:v>
                </c:pt>
                <c:pt idx="112">
                  <c:v>1089</c:v>
                </c:pt>
                <c:pt idx="113">
                  <c:v>1099</c:v>
                </c:pt>
                <c:pt idx="114">
                  <c:v>1108</c:v>
                </c:pt>
                <c:pt idx="115">
                  <c:v>1118</c:v>
                </c:pt>
                <c:pt idx="116">
                  <c:v>1128</c:v>
                </c:pt>
                <c:pt idx="117">
                  <c:v>1138</c:v>
                </c:pt>
                <c:pt idx="118">
                  <c:v>1147</c:v>
                </c:pt>
                <c:pt idx="119">
                  <c:v>1157</c:v>
                </c:pt>
              </c:numCache>
            </c:numRef>
          </c:xVal>
          <c:yVal>
            <c:numRef>
              <c:f>'Chart Data'!$BL$2:$BL$121</c:f>
              <c:numCache>
                <c:formatCode>General</c:formatCode>
                <c:ptCount val="120"/>
                <c:pt idx="0">
                  <c:v>1.0602307</c:v>
                </c:pt>
                <c:pt idx="1">
                  <c:v>1.0640823</c:v>
                </c:pt>
                <c:pt idx="2">
                  <c:v>1.0641557</c:v>
                </c:pt>
                <c:pt idx="3">
                  <c:v>1.0639505</c:v>
                </c:pt>
                <c:pt idx="4">
                  <c:v>1.0637478</c:v>
                </c:pt>
                <c:pt idx="5">
                  <c:v>1.0636199</c:v>
                </c:pt>
                <c:pt idx="6">
                  <c:v>1.0633954</c:v>
                </c:pt>
                <c:pt idx="7">
                  <c:v>1.0629189</c:v>
                </c:pt>
                <c:pt idx="8">
                  <c:v>1.062634</c:v>
                </c:pt>
                <c:pt idx="9">
                  <c:v>1.0621696</c:v>
                </c:pt>
                <c:pt idx="10">
                  <c:v>1.0616397</c:v>
                </c:pt>
                <c:pt idx="11">
                  <c:v>1.0612708</c:v>
                </c:pt>
                <c:pt idx="12">
                  <c:v>1.0609856</c:v>
                </c:pt>
                <c:pt idx="13">
                  <c:v>1.060876</c:v>
                </c:pt>
                <c:pt idx="14">
                  <c:v>1.0602443</c:v>
                </c:pt>
                <c:pt idx="15">
                  <c:v>1.0597441</c:v>
                </c:pt>
                <c:pt idx="16">
                  <c:v>1.0595855</c:v>
                </c:pt>
                <c:pt idx="17">
                  <c:v>1.0589585</c:v>
                </c:pt>
                <c:pt idx="18">
                  <c:v>1.0584997</c:v>
                </c:pt>
                <c:pt idx="19">
                  <c:v>1.0582589</c:v>
                </c:pt>
                <c:pt idx="20">
                  <c:v>1.0578121</c:v>
                </c:pt>
                <c:pt idx="21">
                  <c:v>1.0572246</c:v>
                </c:pt>
                <c:pt idx="22">
                  <c:v>1.0567728</c:v>
                </c:pt>
                <c:pt idx="23">
                  <c:v>1.0566318</c:v>
                </c:pt>
                <c:pt idx="24">
                  <c:v>1.0563006</c:v>
                </c:pt>
                <c:pt idx="25">
                  <c:v>1.0558217</c:v>
                </c:pt>
                <c:pt idx="26">
                  <c:v>1.0554669</c:v>
                </c:pt>
                <c:pt idx="27">
                  <c:v>1.0549419</c:v>
                </c:pt>
                <c:pt idx="28">
                  <c:v>1.0545744</c:v>
                </c:pt>
                <c:pt idx="29">
                  <c:v>1.0540091</c:v>
                </c:pt>
                <c:pt idx="30">
                  <c:v>1.0535617</c:v>
                </c:pt>
                <c:pt idx="31">
                  <c:v>1.0529842</c:v>
                </c:pt>
                <c:pt idx="32">
                  <c:v>1.0523928</c:v>
                </c:pt>
                <c:pt idx="33">
                  <c:v>1.0520453</c:v>
                </c:pt>
                <c:pt idx="34">
                  <c:v>1.0515229</c:v>
                </c:pt>
                <c:pt idx="35">
                  <c:v>1.0509909</c:v>
                </c:pt>
                <c:pt idx="36">
                  <c:v>1.0506151</c:v>
                </c:pt>
                <c:pt idx="37">
                  <c:v>1.0500816</c:v>
                </c:pt>
                <c:pt idx="38">
                  <c:v>1.0494989</c:v>
                </c:pt>
                <c:pt idx="39">
                  <c:v>1.0489417</c:v>
                </c:pt>
                <c:pt idx="40">
                  <c:v>1.0484307</c:v>
                </c:pt>
                <c:pt idx="41">
                  <c:v>1.0480578</c:v>
                </c:pt>
                <c:pt idx="42">
                  <c:v>1.04765</c:v>
                </c:pt>
                <c:pt idx="43">
                  <c:v>1.0471044</c:v>
                </c:pt>
                <c:pt idx="44">
                  <c:v>1.0466851</c:v>
                </c:pt>
                <c:pt idx="45">
                  <c:v>1.0461165</c:v>
                </c:pt>
                <c:pt idx="46">
                  <c:v>1.0455221</c:v>
                </c:pt>
                <c:pt idx="47">
                  <c:v>1.0450283</c:v>
                </c:pt>
                <c:pt idx="48">
                  <c:v>1.0445698</c:v>
                </c:pt>
                <c:pt idx="49">
                  <c:v>1.0439707</c:v>
                </c:pt>
                <c:pt idx="50">
                  <c:v>1.0433251</c:v>
                </c:pt>
                <c:pt idx="51">
                  <c:v>1.0429749</c:v>
                </c:pt>
                <c:pt idx="52">
                  <c:v>1.0423379</c:v>
                </c:pt>
                <c:pt idx="53">
                  <c:v>1.0416965</c:v>
                </c:pt>
                <c:pt idx="54">
                  <c:v>1.0412111</c:v>
                </c:pt>
                <c:pt idx="55">
                  <c:v>1.0406218</c:v>
                </c:pt>
                <c:pt idx="56">
                  <c:v>1.0397568</c:v>
                </c:pt>
                <c:pt idx="57">
                  <c:v>1.0388994</c:v>
                </c:pt>
                <c:pt idx="58">
                  <c:v>1.0387504</c:v>
                </c:pt>
                <c:pt idx="59">
                  <c:v>1.0379758</c:v>
                </c:pt>
                <c:pt idx="60">
                  <c:v>1.0372318</c:v>
                </c:pt>
                <c:pt idx="61">
                  <c:v>1.0366429</c:v>
                </c:pt>
                <c:pt idx="62">
                  <c:v>1.0361818</c:v>
                </c:pt>
                <c:pt idx="63">
                  <c:v>1.0356175</c:v>
                </c:pt>
                <c:pt idx="64">
                  <c:v>1.0350945</c:v>
                </c:pt>
                <c:pt idx="65">
                  <c:v>1.0345228</c:v>
                </c:pt>
                <c:pt idx="66">
                  <c:v>1.0338334</c:v>
                </c:pt>
                <c:pt idx="67">
                  <c:v>1.0332493</c:v>
                </c:pt>
                <c:pt idx="68">
                  <c:v>1.0325124</c:v>
                </c:pt>
                <c:pt idx="69">
                  <c:v>1.0320356</c:v>
                </c:pt>
                <c:pt idx="70">
                  <c:v>1.0312346</c:v>
                </c:pt>
                <c:pt idx="71">
                  <c:v>1.030514</c:v>
                </c:pt>
                <c:pt idx="72">
                  <c:v>1.029912</c:v>
                </c:pt>
                <c:pt idx="73">
                  <c:v>1.0291123</c:v>
                </c:pt>
                <c:pt idx="74">
                  <c:v>1.0284606</c:v>
                </c:pt>
                <c:pt idx="75">
                  <c:v>1.0276289</c:v>
                </c:pt>
                <c:pt idx="76">
                  <c:v>1.0268849</c:v>
                </c:pt>
                <c:pt idx="77">
                  <c:v>1.0262123</c:v>
                </c:pt>
                <c:pt idx="78">
                  <c:v>1.0253861</c:v>
                </c:pt>
                <c:pt idx="79">
                  <c:v>1.0246509</c:v>
                </c:pt>
                <c:pt idx="80">
                  <c:v>1.0238922</c:v>
                </c:pt>
                <c:pt idx="81">
                  <c:v>1.0231287</c:v>
                </c:pt>
                <c:pt idx="82">
                  <c:v>1.022347</c:v>
                </c:pt>
                <c:pt idx="83">
                  <c:v>1.0215533</c:v>
                </c:pt>
                <c:pt idx="84">
                  <c:v>1.0206654</c:v>
                </c:pt>
                <c:pt idx="85">
                  <c:v>1.0196557</c:v>
                </c:pt>
                <c:pt idx="86">
                  <c:v>1.0187753</c:v>
                </c:pt>
                <c:pt idx="87">
                  <c:v>1.0176181</c:v>
                </c:pt>
                <c:pt idx="88">
                  <c:v>1.0166025</c:v>
                </c:pt>
                <c:pt idx="89">
                  <c:v>1.0153316</c:v>
                </c:pt>
                <c:pt idx="90">
                  <c:v>1.0142391</c:v>
                </c:pt>
                <c:pt idx="91">
                  <c:v>1.0129261</c:v>
                </c:pt>
                <c:pt idx="92">
                  <c:v>1.0115596</c:v>
                </c:pt>
                <c:pt idx="93">
                  <c:v>1.0101279</c:v>
                </c:pt>
                <c:pt idx="94">
                  <c:v>1.008498</c:v>
                </c:pt>
                <c:pt idx="95">
                  <c:v>1.0064933</c:v>
                </c:pt>
                <c:pt idx="96">
                  <c:v>1.0040584</c:v>
                </c:pt>
                <c:pt idx="97">
                  <c:v>1.0016477</c:v>
                </c:pt>
                <c:pt idx="98">
                  <c:v>0.99837595</c:v>
                </c:pt>
                <c:pt idx="99">
                  <c:v>0.99445403</c:v>
                </c:pt>
                <c:pt idx="100">
                  <c:v>0.99066544</c:v>
                </c:pt>
                <c:pt idx="101">
                  <c:v>0.98570532</c:v>
                </c:pt>
                <c:pt idx="102">
                  <c:v>0.98026073</c:v>
                </c:pt>
                <c:pt idx="103">
                  <c:v>0.97428447</c:v>
                </c:pt>
                <c:pt idx="104">
                  <c:v>0.96860635</c:v>
                </c:pt>
                <c:pt idx="105">
                  <c:v>0.96224475</c:v>
                </c:pt>
                <c:pt idx="106">
                  <c:v>0.95587218</c:v>
                </c:pt>
                <c:pt idx="107">
                  <c:v>0.95036972</c:v>
                </c:pt>
                <c:pt idx="108">
                  <c:v>0.94465333</c:v>
                </c:pt>
                <c:pt idx="109">
                  <c:v>0.93918908</c:v>
                </c:pt>
                <c:pt idx="110">
                  <c:v>0.93386197</c:v>
                </c:pt>
                <c:pt idx="111">
                  <c:v>0.9290508</c:v>
                </c:pt>
                <c:pt idx="112">
                  <c:v>0.92366993</c:v>
                </c:pt>
                <c:pt idx="113">
                  <c:v>0.91805786</c:v>
                </c:pt>
                <c:pt idx="114">
                  <c:v>0.91290534</c:v>
                </c:pt>
                <c:pt idx="115">
                  <c:v>0.90695053</c:v>
                </c:pt>
                <c:pt idx="116">
                  <c:v>0.90078896</c:v>
                </c:pt>
                <c:pt idx="117">
                  <c:v>0.89404738</c:v>
                </c:pt>
                <c:pt idx="118">
                  <c:v>0.88769871</c:v>
                </c:pt>
                <c:pt idx="119">
                  <c:v>0.88017184</c:v>
                </c:pt>
              </c:numCache>
            </c:numRef>
          </c:yVal>
        </c:ser>
        <c:ser>
          <c:idx val="32"/>
          <c:order val="32"/>
          <c:tx>
            <c:v>Batch3_cell_035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Data'!$BM$2:$BM$121</c:f>
              <c:numCache>
                <c:formatCode>General</c:formatCode>
                <c:ptCount val="120"/>
                <c:pt idx="0">
                  <c:v>1</c:v>
                </c:pt>
                <c:pt idx="1">
                  <c:v>10</c:v>
                </c:pt>
                <c:pt idx="2">
                  <c:v>19</c:v>
                </c:pt>
                <c:pt idx="3">
                  <c:v>29</c:v>
                </c:pt>
                <c:pt idx="4">
                  <c:v>38</c:v>
                </c:pt>
                <c:pt idx="5">
                  <c:v>47</c:v>
                </c:pt>
                <c:pt idx="6">
                  <c:v>56</c:v>
                </c:pt>
                <c:pt idx="7">
                  <c:v>65</c:v>
                </c:pt>
                <c:pt idx="8">
                  <c:v>74</c:v>
                </c:pt>
                <c:pt idx="9">
                  <c:v>84</c:v>
                </c:pt>
                <c:pt idx="10">
                  <c:v>93</c:v>
                </c:pt>
                <c:pt idx="11">
                  <c:v>102</c:v>
                </c:pt>
                <c:pt idx="12">
                  <c:v>111</c:v>
                </c:pt>
                <c:pt idx="13">
                  <c:v>120</c:v>
                </c:pt>
                <c:pt idx="14">
                  <c:v>129</c:v>
                </c:pt>
                <c:pt idx="15">
                  <c:v>139</c:v>
                </c:pt>
                <c:pt idx="16">
                  <c:v>148</c:v>
                </c:pt>
                <c:pt idx="17">
                  <c:v>157</c:v>
                </c:pt>
                <c:pt idx="18">
                  <c:v>166</c:v>
                </c:pt>
                <c:pt idx="19">
                  <c:v>175</c:v>
                </c:pt>
                <c:pt idx="20">
                  <c:v>184</c:v>
                </c:pt>
                <c:pt idx="21">
                  <c:v>194</c:v>
                </c:pt>
                <c:pt idx="22">
                  <c:v>203</c:v>
                </c:pt>
                <c:pt idx="23">
                  <c:v>212</c:v>
                </c:pt>
                <c:pt idx="24">
                  <c:v>221</c:v>
                </c:pt>
                <c:pt idx="25">
                  <c:v>230</c:v>
                </c:pt>
                <c:pt idx="26">
                  <c:v>239</c:v>
                </c:pt>
                <c:pt idx="27">
                  <c:v>249</c:v>
                </c:pt>
                <c:pt idx="28">
                  <c:v>258</c:v>
                </c:pt>
                <c:pt idx="29">
                  <c:v>267</c:v>
                </c:pt>
                <c:pt idx="30">
                  <c:v>276</c:v>
                </c:pt>
                <c:pt idx="31">
                  <c:v>285</c:v>
                </c:pt>
                <c:pt idx="32">
                  <c:v>294</c:v>
                </c:pt>
                <c:pt idx="33">
                  <c:v>304</c:v>
                </c:pt>
                <c:pt idx="34">
                  <c:v>313</c:v>
                </c:pt>
                <c:pt idx="35">
                  <c:v>322</c:v>
                </c:pt>
                <c:pt idx="36">
                  <c:v>331</c:v>
                </c:pt>
                <c:pt idx="37">
                  <c:v>340</c:v>
                </c:pt>
                <c:pt idx="38">
                  <c:v>349</c:v>
                </c:pt>
                <c:pt idx="39">
                  <c:v>359</c:v>
                </c:pt>
                <c:pt idx="40">
                  <c:v>368</c:v>
                </c:pt>
                <c:pt idx="41">
                  <c:v>377</c:v>
                </c:pt>
                <c:pt idx="42">
                  <c:v>386</c:v>
                </c:pt>
                <c:pt idx="43">
                  <c:v>395</c:v>
                </c:pt>
                <c:pt idx="44">
                  <c:v>404</c:v>
                </c:pt>
                <c:pt idx="45">
                  <c:v>414</c:v>
                </c:pt>
                <c:pt idx="46">
                  <c:v>423</c:v>
                </c:pt>
                <c:pt idx="47">
                  <c:v>432</c:v>
                </c:pt>
                <c:pt idx="48">
                  <c:v>441</c:v>
                </c:pt>
                <c:pt idx="49">
                  <c:v>450</c:v>
                </c:pt>
                <c:pt idx="50">
                  <c:v>459</c:v>
                </c:pt>
                <c:pt idx="51">
                  <c:v>469</c:v>
                </c:pt>
                <c:pt idx="52">
                  <c:v>478</c:v>
                </c:pt>
                <c:pt idx="53">
                  <c:v>487</c:v>
                </c:pt>
                <c:pt idx="54">
                  <c:v>496</c:v>
                </c:pt>
                <c:pt idx="55">
                  <c:v>505</c:v>
                </c:pt>
                <c:pt idx="56">
                  <c:v>514</c:v>
                </c:pt>
                <c:pt idx="57">
                  <c:v>524</c:v>
                </c:pt>
                <c:pt idx="58">
                  <c:v>533</c:v>
                </c:pt>
                <c:pt idx="59">
                  <c:v>542</c:v>
                </c:pt>
                <c:pt idx="60">
                  <c:v>551</c:v>
                </c:pt>
                <c:pt idx="61">
                  <c:v>560</c:v>
                </c:pt>
                <c:pt idx="62">
                  <c:v>569</c:v>
                </c:pt>
                <c:pt idx="63">
                  <c:v>579</c:v>
                </c:pt>
                <c:pt idx="64">
                  <c:v>588</c:v>
                </c:pt>
                <c:pt idx="65">
                  <c:v>597</c:v>
                </c:pt>
                <c:pt idx="66">
                  <c:v>606</c:v>
                </c:pt>
                <c:pt idx="67">
                  <c:v>615</c:v>
                </c:pt>
                <c:pt idx="68">
                  <c:v>624</c:v>
                </c:pt>
                <c:pt idx="69">
                  <c:v>634</c:v>
                </c:pt>
                <c:pt idx="70">
                  <c:v>643</c:v>
                </c:pt>
                <c:pt idx="71">
                  <c:v>652</c:v>
                </c:pt>
                <c:pt idx="72">
                  <c:v>661</c:v>
                </c:pt>
                <c:pt idx="73">
                  <c:v>670</c:v>
                </c:pt>
                <c:pt idx="74">
                  <c:v>679</c:v>
                </c:pt>
                <c:pt idx="75">
                  <c:v>689</c:v>
                </c:pt>
                <c:pt idx="76">
                  <c:v>698</c:v>
                </c:pt>
                <c:pt idx="77">
                  <c:v>707</c:v>
                </c:pt>
                <c:pt idx="78">
                  <c:v>716</c:v>
                </c:pt>
                <c:pt idx="79">
                  <c:v>725</c:v>
                </c:pt>
                <c:pt idx="80">
                  <c:v>734</c:v>
                </c:pt>
                <c:pt idx="81">
                  <c:v>744</c:v>
                </c:pt>
                <c:pt idx="82">
                  <c:v>753</c:v>
                </c:pt>
                <c:pt idx="83">
                  <c:v>762</c:v>
                </c:pt>
                <c:pt idx="84">
                  <c:v>771</c:v>
                </c:pt>
                <c:pt idx="85">
                  <c:v>780</c:v>
                </c:pt>
                <c:pt idx="86">
                  <c:v>789</c:v>
                </c:pt>
                <c:pt idx="87">
                  <c:v>799</c:v>
                </c:pt>
                <c:pt idx="88">
                  <c:v>808</c:v>
                </c:pt>
                <c:pt idx="89">
                  <c:v>817</c:v>
                </c:pt>
                <c:pt idx="90">
                  <c:v>826</c:v>
                </c:pt>
                <c:pt idx="91">
                  <c:v>835</c:v>
                </c:pt>
                <c:pt idx="92">
                  <c:v>844</c:v>
                </c:pt>
                <c:pt idx="93">
                  <c:v>854</c:v>
                </c:pt>
                <c:pt idx="94">
                  <c:v>863</c:v>
                </c:pt>
                <c:pt idx="95">
                  <c:v>872</c:v>
                </c:pt>
                <c:pt idx="96">
                  <c:v>881</c:v>
                </c:pt>
                <c:pt idx="97">
                  <c:v>890</c:v>
                </c:pt>
                <c:pt idx="98">
                  <c:v>899</c:v>
                </c:pt>
                <c:pt idx="99">
                  <c:v>909</c:v>
                </c:pt>
                <c:pt idx="100">
                  <c:v>918</c:v>
                </c:pt>
                <c:pt idx="101">
                  <c:v>927</c:v>
                </c:pt>
                <c:pt idx="102">
                  <c:v>936</c:v>
                </c:pt>
                <c:pt idx="103">
                  <c:v>945</c:v>
                </c:pt>
                <c:pt idx="104">
                  <c:v>954</c:v>
                </c:pt>
                <c:pt idx="105">
                  <c:v>964</c:v>
                </c:pt>
                <c:pt idx="106">
                  <c:v>973</c:v>
                </c:pt>
                <c:pt idx="107">
                  <c:v>982</c:v>
                </c:pt>
                <c:pt idx="108">
                  <c:v>991</c:v>
                </c:pt>
                <c:pt idx="109">
                  <c:v>1000</c:v>
                </c:pt>
                <c:pt idx="110">
                  <c:v>1009</c:v>
                </c:pt>
                <c:pt idx="111">
                  <c:v>1019</c:v>
                </c:pt>
                <c:pt idx="112">
                  <c:v>1028</c:v>
                </c:pt>
                <c:pt idx="113">
                  <c:v>1037</c:v>
                </c:pt>
                <c:pt idx="114">
                  <c:v>1046</c:v>
                </c:pt>
                <c:pt idx="115">
                  <c:v>1055</c:v>
                </c:pt>
                <c:pt idx="116">
                  <c:v>1064</c:v>
                </c:pt>
                <c:pt idx="117">
                  <c:v>1074</c:v>
                </c:pt>
                <c:pt idx="118">
                  <c:v>1083</c:v>
                </c:pt>
                <c:pt idx="119">
                  <c:v>1092</c:v>
                </c:pt>
              </c:numCache>
            </c:numRef>
          </c:xVal>
          <c:yVal>
            <c:numRef>
              <c:f>'Chart Data'!$BN$2:$BN$121</c:f>
              <c:numCache>
                <c:formatCode>General</c:formatCode>
                <c:ptCount val="120"/>
                <c:pt idx="0">
                  <c:v>1.0626153</c:v>
                </c:pt>
                <c:pt idx="1">
                  <c:v>1.0652138</c:v>
                </c:pt>
                <c:pt idx="2">
                  <c:v>1.0653573</c:v>
                </c:pt>
                <c:pt idx="3">
                  <c:v>1.0653456</c:v>
                </c:pt>
                <c:pt idx="4">
                  <c:v>1.0651268</c:v>
                </c:pt>
                <c:pt idx="5">
                  <c:v>1.0648422</c:v>
                </c:pt>
                <c:pt idx="6">
                  <c:v>1.0647125</c:v>
                </c:pt>
                <c:pt idx="7">
                  <c:v>1.0643623</c:v>
                </c:pt>
                <c:pt idx="8">
                  <c:v>1.0638839</c:v>
                </c:pt>
                <c:pt idx="9">
                  <c:v>1.0637337</c:v>
                </c:pt>
                <c:pt idx="10">
                  <c:v>1.0636607</c:v>
                </c:pt>
                <c:pt idx="11">
                  <c:v>1.0630594</c:v>
                </c:pt>
                <c:pt idx="12">
                  <c:v>1.0628556</c:v>
                </c:pt>
                <c:pt idx="13">
                  <c:v>1.0627736</c:v>
                </c:pt>
                <c:pt idx="14">
                  <c:v>1.0625043</c:v>
                </c:pt>
                <c:pt idx="15">
                  <c:v>1.0619133</c:v>
                </c:pt>
                <c:pt idx="16">
                  <c:v>1.0614134</c:v>
                </c:pt>
                <c:pt idx="17">
                  <c:v>1.061458</c:v>
                </c:pt>
                <c:pt idx="18">
                  <c:v>1.0609334</c:v>
                </c:pt>
                <c:pt idx="19">
                  <c:v>1.0604838</c:v>
                </c:pt>
                <c:pt idx="20">
                  <c:v>1.0603518</c:v>
                </c:pt>
                <c:pt idx="21">
                  <c:v>1.0599364</c:v>
                </c:pt>
                <c:pt idx="22">
                  <c:v>1.0595065</c:v>
                </c:pt>
                <c:pt idx="23">
                  <c:v>1.0590268</c:v>
                </c:pt>
                <c:pt idx="24">
                  <c:v>1.0588223</c:v>
                </c:pt>
                <c:pt idx="25">
                  <c:v>1.0584046</c:v>
                </c:pt>
                <c:pt idx="26">
                  <c:v>1.0582107</c:v>
                </c:pt>
                <c:pt idx="27">
                  <c:v>1.0577844</c:v>
                </c:pt>
                <c:pt idx="28">
                  <c:v>1.0574701</c:v>
                </c:pt>
                <c:pt idx="29">
                  <c:v>1.056969</c:v>
                </c:pt>
                <c:pt idx="30">
                  <c:v>1.056573</c:v>
                </c:pt>
                <c:pt idx="31">
                  <c:v>1.0562645</c:v>
                </c:pt>
                <c:pt idx="32">
                  <c:v>1.0557226</c:v>
                </c:pt>
                <c:pt idx="33">
                  <c:v>1.0554087</c:v>
                </c:pt>
                <c:pt idx="34">
                  <c:v>1.0547571</c:v>
                </c:pt>
                <c:pt idx="35">
                  <c:v>1.0545338</c:v>
                </c:pt>
                <c:pt idx="36">
                  <c:v>1.0540577</c:v>
                </c:pt>
                <c:pt idx="37">
                  <c:v>1.053489</c:v>
                </c:pt>
                <c:pt idx="38">
                  <c:v>1.0530421</c:v>
                </c:pt>
                <c:pt idx="39">
                  <c:v>1.0482594</c:v>
                </c:pt>
                <c:pt idx="40">
                  <c:v>1.0499434</c:v>
                </c:pt>
                <c:pt idx="41">
                  <c:v>1.0501763</c:v>
                </c:pt>
                <c:pt idx="42">
                  <c:v>1.0499747</c:v>
                </c:pt>
                <c:pt idx="43">
                  <c:v>1.0496455</c:v>
                </c:pt>
                <c:pt idx="44">
                  <c:v>1.0492507</c:v>
                </c:pt>
                <c:pt idx="45">
                  <c:v>1.048954</c:v>
                </c:pt>
                <c:pt idx="46">
                  <c:v>1.0486684</c:v>
                </c:pt>
                <c:pt idx="47">
                  <c:v>1.0481595</c:v>
                </c:pt>
                <c:pt idx="48">
                  <c:v>1.047611</c:v>
                </c:pt>
                <c:pt idx="49">
                  <c:v>1.0471287</c:v>
                </c:pt>
                <c:pt idx="50">
                  <c:v>1.0469195</c:v>
                </c:pt>
                <c:pt idx="51">
                  <c:v>1.0463769</c:v>
                </c:pt>
                <c:pt idx="52">
                  <c:v>1.045943</c:v>
                </c:pt>
                <c:pt idx="53">
                  <c:v>1.0452828</c:v>
                </c:pt>
                <c:pt idx="54">
                  <c:v>1.0448229</c:v>
                </c:pt>
                <c:pt idx="55">
                  <c:v>1.0441457</c:v>
                </c:pt>
                <c:pt idx="56">
                  <c:v>1.0435563</c:v>
                </c:pt>
                <c:pt idx="57">
                  <c:v>1.0427521</c:v>
                </c:pt>
                <c:pt idx="58">
                  <c:v>1.0423687</c:v>
                </c:pt>
                <c:pt idx="59">
                  <c:v>1.0416374</c:v>
                </c:pt>
                <c:pt idx="60">
                  <c:v>1.0410029</c:v>
                </c:pt>
                <c:pt idx="61">
                  <c:v>1.0404569</c:v>
                </c:pt>
                <c:pt idx="62">
                  <c:v>1.0398465</c:v>
                </c:pt>
                <c:pt idx="63">
                  <c:v>1.0392253</c:v>
                </c:pt>
                <c:pt idx="64">
                  <c:v>1.0386307</c:v>
                </c:pt>
                <c:pt idx="65">
                  <c:v>1.0379595</c:v>
                </c:pt>
                <c:pt idx="66">
                  <c:v>1.037317</c:v>
                </c:pt>
                <c:pt idx="67">
                  <c:v>1.0366313</c:v>
                </c:pt>
                <c:pt idx="68">
                  <c:v>1.0358983</c:v>
                </c:pt>
                <c:pt idx="69">
                  <c:v>1.0350918</c:v>
                </c:pt>
                <c:pt idx="70">
                  <c:v>1.0343666</c:v>
                </c:pt>
                <c:pt idx="71">
                  <c:v>1.033523</c:v>
                </c:pt>
                <c:pt idx="72">
                  <c:v>1.0327303</c:v>
                </c:pt>
                <c:pt idx="73">
                  <c:v>1.0319366</c:v>
                </c:pt>
                <c:pt idx="74">
                  <c:v>1.0297669</c:v>
                </c:pt>
                <c:pt idx="75">
                  <c:v>1.0296099</c:v>
                </c:pt>
                <c:pt idx="76">
                  <c:v>1.0288087</c:v>
                </c:pt>
                <c:pt idx="77">
                  <c:v>1.0278713</c:v>
                </c:pt>
                <c:pt idx="78">
                  <c:v>1.0268917</c:v>
                </c:pt>
                <c:pt idx="79">
                  <c:v>1.0259691</c:v>
                </c:pt>
                <c:pt idx="80">
                  <c:v>1.0248468</c:v>
                </c:pt>
                <c:pt idx="81">
                  <c:v>1.0236198</c:v>
                </c:pt>
                <c:pt idx="82">
                  <c:v>1.0227134</c:v>
                </c:pt>
                <c:pt idx="83">
                  <c:v>1.0216125</c:v>
                </c:pt>
                <c:pt idx="84">
                  <c:v>1.0203943</c:v>
                </c:pt>
                <c:pt idx="85">
                  <c:v>1.0191848</c:v>
                </c:pt>
                <c:pt idx="86">
                  <c:v>1.0178726</c:v>
                </c:pt>
                <c:pt idx="87">
                  <c:v>1.0162235</c:v>
                </c:pt>
                <c:pt idx="88">
                  <c:v>1.0146612</c:v>
                </c:pt>
                <c:pt idx="89">
                  <c:v>1.0130494</c:v>
                </c:pt>
                <c:pt idx="90">
                  <c:v>1.0114945</c:v>
                </c:pt>
                <c:pt idx="91">
                  <c:v>1.0096188</c:v>
                </c:pt>
                <c:pt idx="92">
                  <c:v>1.0077341</c:v>
                </c:pt>
                <c:pt idx="93">
                  <c:v>1.0054384</c:v>
                </c:pt>
                <c:pt idx="94">
                  <c:v>1.0032843</c:v>
                </c:pt>
                <c:pt idx="95">
                  <c:v>1.0009439</c:v>
                </c:pt>
                <c:pt idx="96">
                  <c:v>0.99849749</c:v>
                </c:pt>
                <c:pt idx="97">
                  <c:v>0.99570882</c:v>
                </c:pt>
                <c:pt idx="98">
                  <c:v>0.99268836</c:v>
                </c:pt>
                <c:pt idx="99">
                  <c:v>0.98907995</c:v>
                </c:pt>
                <c:pt idx="100">
                  <c:v>0.98544157</c:v>
                </c:pt>
                <c:pt idx="101">
                  <c:v>0.98164582</c:v>
                </c:pt>
                <c:pt idx="102">
                  <c:v>0.97758126</c:v>
                </c:pt>
                <c:pt idx="103">
                  <c:v>0.97312909</c:v>
                </c:pt>
                <c:pt idx="104">
                  <c:v>0.96845311</c:v>
                </c:pt>
                <c:pt idx="105">
                  <c:v>0.96279299</c:v>
                </c:pt>
                <c:pt idx="106">
                  <c:v>0.95757389</c:v>
                </c:pt>
                <c:pt idx="107">
                  <c:v>0.9520179</c:v>
                </c:pt>
                <c:pt idx="108">
                  <c:v>0.94626063</c:v>
                </c:pt>
                <c:pt idx="109">
                  <c:v>0.94040358</c:v>
                </c:pt>
                <c:pt idx="110">
                  <c:v>0.93461204</c:v>
                </c:pt>
                <c:pt idx="111">
                  <c:v>0.92802656</c:v>
                </c:pt>
                <c:pt idx="112">
                  <c:v>0.92227578</c:v>
                </c:pt>
                <c:pt idx="113">
                  <c:v>0.91646898</c:v>
                </c:pt>
                <c:pt idx="114">
                  <c:v>0.91081035</c:v>
                </c:pt>
                <c:pt idx="115">
                  <c:v>0.90498745</c:v>
                </c:pt>
                <c:pt idx="116">
                  <c:v>0.89911872</c:v>
                </c:pt>
                <c:pt idx="117">
                  <c:v>0.89234543</c:v>
                </c:pt>
                <c:pt idx="118">
                  <c:v>0.88621169</c:v>
                </c:pt>
                <c:pt idx="119">
                  <c:v>0.88011736</c:v>
                </c:pt>
              </c:numCache>
            </c:numRef>
          </c:yVal>
        </c:ser>
        <c:ser>
          <c:idx val="33"/>
          <c:order val="33"/>
          <c:tx>
            <c:v>Batch3_cell_036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40</c:v>
                </c:pt>
                <c:pt idx="6">
                  <c:v>47</c:v>
                </c:pt>
                <c:pt idx="7">
                  <c:v>55</c:v>
                </c:pt>
                <c:pt idx="8">
                  <c:v>63</c:v>
                </c:pt>
                <c:pt idx="9">
                  <c:v>71</c:v>
                </c:pt>
                <c:pt idx="10">
                  <c:v>78</c:v>
                </c:pt>
                <c:pt idx="11">
                  <c:v>86</c:v>
                </c:pt>
                <c:pt idx="12">
                  <c:v>94</c:v>
                </c:pt>
                <c:pt idx="13">
                  <c:v>102</c:v>
                </c:pt>
                <c:pt idx="14">
                  <c:v>109</c:v>
                </c:pt>
                <c:pt idx="15">
                  <c:v>117</c:v>
                </c:pt>
                <c:pt idx="16">
                  <c:v>125</c:v>
                </c:pt>
                <c:pt idx="17">
                  <c:v>133</c:v>
                </c:pt>
                <c:pt idx="18">
                  <c:v>140</c:v>
                </c:pt>
                <c:pt idx="19">
                  <c:v>148</c:v>
                </c:pt>
                <c:pt idx="20">
                  <c:v>156</c:v>
                </c:pt>
                <c:pt idx="21">
                  <c:v>164</c:v>
                </c:pt>
                <c:pt idx="22">
                  <c:v>171</c:v>
                </c:pt>
                <c:pt idx="23">
                  <c:v>179</c:v>
                </c:pt>
                <c:pt idx="24">
                  <c:v>187</c:v>
                </c:pt>
                <c:pt idx="25">
                  <c:v>194</c:v>
                </c:pt>
                <c:pt idx="26">
                  <c:v>202</c:v>
                </c:pt>
                <c:pt idx="27">
                  <c:v>210</c:v>
                </c:pt>
                <c:pt idx="28">
                  <c:v>218</c:v>
                </c:pt>
                <c:pt idx="29">
                  <c:v>225</c:v>
                </c:pt>
                <c:pt idx="30">
                  <c:v>233</c:v>
                </c:pt>
                <c:pt idx="31">
                  <c:v>241</c:v>
                </c:pt>
                <c:pt idx="32">
                  <c:v>249</c:v>
                </c:pt>
                <c:pt idx="33">
                  <c:v>256</c:v>
                </c:pt>
                <c:pt idx="34">
                  <c:v>264</c:v>
                </c:pt>
                <c:pt idx="35">
                  <c:v>272</c:v>
                </c:pt>
                <c:pt idx="36">
                  <c:v>280</c:v>
                </c:pt>
                <c:pt idx="37">
                  <c:v>287</c:v>
                </c:pt>
                <c:pt idx="38">
                  <c:v>295</c:v>
                </c:pt>
                <c:pt idx="39">
                  <c:v>303</c:v>
                </c:pt>
                <c:pt idx="40">
                  <c:v>311</c:v>
                </c:pt>
                <c:pt idx="41">
                  <c:v>318</c:v>
                </c:pt>
                <c:pt idx="42">
                  <c:v>326</c:v>
                </c:pt>
                <c:pt idx="43">
                  <c:v>334</c:v>
                </c:pt>
                <c:pt idx="44">
                  <c:v>342</c:v>
                </c:pt>
                <c:pt idx="45">
                  <c:v>349</c:v>
                </c:pt>
                <c:pt idx="46">
                  <c:v>357</c:v>
                </c:pt>
                <c:pt idx="47">
                  <c:v>365</c:v>
                </c:pt>
                <c:pt idx="48">
                  <c:v>372</c:v>
                </c:pt>
                <c:pt idx="49">
                  <c:v>380</c:v>
                </c:pt>
                <c:pt idx="50">
                  <c:v>388</c:v>
                </c:pt>
                <c:pt idx="51">
                  <c:v>396</c:v>
                </c:pt>
                <c:pt idx="52">
                  <c:v>403</c:v>
                </c:pt>
                <c:pt idx="53">
                  <c:v>411</c:v>
                </c:pt>
                <c:pt idx="54">
                  <c:v>419</c:v>
                </c:pt>
                <c:pt idx="55">
                  <c:v>427</c:v>
                </c:pt>
                <c:pt idx="56">
                  <c:v>434</c:v>
                </c:pt>
                <c:pt idx="57">
                  <c:v>442</c:v>
                </c:pt>
                <c:pt idx="58">
                  <c:v>450</c:v>
                </c:pt>
                <c:pt idx="59">
                  <c:v>458</c:v>
                </c:pt>
                <c:pt idx="60">
                  <c:v>465</c:v>
                </c:pt>
                <c:pt idx="61">
                  <c:v>473</c:v>
                </c:pt>
                <c:pt idx="62">
                  <c:v>481</c:v>
                </c:pt>
                <c:pt idx="63">
                  <c:v>489</c:v>
                </c:pt>
                <c:pt idx="64">
                  <c:v>496</c:v>
                </c:pt>
                <c:pt idx="65">
                  <c:v>504</c:v>
                </c:pt>
                <c:pt idx="66">
                  <c:v>512</c:v>
                </c:pt>
                <c:pt idx="67">
                  <c:v>520</c:v>
                </c:pt>
                <c:pt idx="68">
                  <c:v>527</c:v>
                </c:pt>
                <c:pt idx="69">
                  <c:v>535</c:v>
                </c:pt>
                <c:pt idx="70">
                  <c:v>543</c:v>
                </c:pt>
                <c:pt idx="71">
                  <c:v>551</c:v>
                </c:pt>
                <c:pt idx="72">
                  <c:v>558</c:v>
                </c:pt>
                <c:pt idx="73">
                  <c:v>566</c:v>
                </c:pt>
                <c:pt idx="74">
                  <c:v>574</c:v>
                </c:pt>
                <c:pt idx="75">
                  <c:v>581</c:v>
                </c:pt>
                <c:pt idx="76">
                  <c:v>589</c:v>
                </c:pt>
                <c:pt idx="77">
                  <c:v>597</c:v>
                </c:pt>
                <c:pt idx="78">
                  <c:v>605</c:v>
                </c:pt>
                <c:pt idx="79">
                  <c:v>612</c:v>
                </c:pt>
                <c:pt idx="80">
                  <c:v>620</c:v>
                </c:pt>
                <c:pt idx="81">
                  <c:v>628</c:v>
                </c:pt>
                <c:pt idx="82">
                  <c:v>636</c:v>
                </c:pt>
                <c:pt idx="83">
                  <c:v>643</c:v>
                </c:pt>
                <c:pt idx="84">
                  <c:v>651</c:v>
                </c:pt>
                <c:pt idx="85">
                  <c:v>659</c:v>
                </c:pt>
                <c:pt idx="86">
                  <c:v>667</c:v>
                </c:pt>
                <c:pt idx="87">
                  <c:v>674</c:v>
                </c:pt>
                <c:pt idx="88">
                  <c:v>682</c:v>
                </c:pt>
                <c:pt idx="89">
                  <c:v>690</c:v>
                </c:pt>
                <c:pt idx="90">
                  <c:v>698</c:v>
                </c:pt>
                <c:pt idx="91">
                  <c:v>705</c:v>
                </c:pt>
                <c:pt idx="92">
                  <c:v>713</c:v>
                </c:pt>
                <c:pt idx="93">
                  <c:v>721</c:v>
                </c:pt>
                <c:pt idx="94">
                  <c:v>729</c:v>
                </c:pt>
                <c:pt idx="95">
                  <c:v>736</c:v>
                </c:pt>
                <c:pt idx="96">
                  <c:v>744</c:v>
                </c:pt>
                <c:pt idx="97">
                  <c:v>752</c:v>
                </c:pt>
                <c:pt idx="98">
                  <c:v>759</c:v>
                </c:pt>
                <c:pt idx="99">
                  <c:v>767</c:v>
                </c:pt>
                <c:pt idx="100">
                  <c:v>775</c:v>
                </c:pt>
                <c:pt idx="101">
                  <c:v>783</c:v>
                </c:pt>
                <c:pt idx="102">
                  <c:v>790</c:v>
                </c:pt>
                <c:pt idx="103">
                  <c:v>798</c:v>
                </c:pt>
                <c:pt idx="104">
                  <c:v>806</c:v>
                </c:pt>
                <c:pt idx="105">
                  <c:v>814</c:v>
                </c:pt>
                <c:pt idx="106">
                  <c:v>821</c:v>
                </c:pt>
                <c:pt idx="107">
                  <c:v>829</c:v>
                </c:pt>
                <c:pt idx="108">
                  <c:v>837</c:v>
                </c:pt>
                <c:pt idx="109">
                  <c:v>845</c:v>
                </c:pt>
                <c:pt idx="110">
                  <c:v>852</c:v>
                </c:pt>
                <c:pt idx="111">
                  <c:v>860</c:v>
                </c:pt>
                <c:pt idx="112">
                  <c:v>868</c:v>
                </c:pt>
                <c:pt idx="113">
                  <c:v>876</c:v>
                </c:pt>
                <c:pt idx="114">
                  <c:v>883</c:v>
                </c:pt>
                <c:pt idx="115">
                  <c:v>891</c:v>
                </c:pt>
                <c:pt idx="116">
                  <c:v>899</c:v>
                </c:pt>
                <c:pt idx="117">
                  <c:v>907</c:v>
                </c:pt>
                <c:pt idx="118">
                  <c:v>914</c:v>
                </c:pt>
                <c:pt idx="119">
                  <c:v>922</c:v>
                </c:pt>
              </c:numCache>
            </c:numRef>
          </c:xVal>
          <c:yVal>
            <c:numRef>
              <c:f>'Chart Data'!$BP$2:$BP$121</c:f>
              <c:numCache>
                <c:formatCode>General</c:formatCode>
                <c:ptCount val="120"/>
                <c:pt idx="0">
                  <c:v>1.0573761</c:v>
                </c:pt>
                <c:pt idx="1">
                  <c:v>1.0598793</c:v>
                </c:pt>
                <c:pt idx="2">
                  <c:v>1.0604441</c:v>
                </c:pt>
                <c:pt idx="3">
                  <c:v>1.0604688</c:v>
                </c:pt>
                <c:pt idx="4">
                  <c:v>1.0602417</c:v>
                </c:pt>
                <c:pt idx="5">
                  <c:v>1.0600442</c:v>
                </c:pt>
                <c:pt idx="6">
                  <c:v>1.0595591</c:v>
                </c:pt>
                <c:pt idx="7">
                  <c:v>1.0595335</c:v>
                </c:pt>
                <c:pt idx="8">
                  <c:v>1.059361</c:v>
                </c:pt>
                <c:pt idx="9">
                  <c:v>1.058923</c:v>
                </c:pt>
                <c:pt idx="10">
                  <c:v>1.0586313</c:v>
                </c:pt>
                <c:pt idx="11">
                  <c:v>1.0582331</c:v>
                </c:pt>
                <c:pt idx="12">
                  <c:v>1.0580295</c:v>
                </c:pt>
                <c:pt idx="13">
                  <c:v>1.0576572</c:v>
                </c:pt>
                <c:pt idx="14">
                  <c:v>1.0572861</c:v>
                </c:pt>
                <c:pt idx="15">
                  <c:v>1.0571315</c:v>
                </c:pt>
                <c:pt idx="16">
                  <c:v>1.0568196</c:v>
                </c:pt>
                <c:pt idx="17">
                  <c:v>1.0565083</c:v>
                </c:pt>
                <c:pt idx="18">
                  <c:v>1.0560474</c:v>
                </c:pt>
                <c:pt idx="19">
                  <c:v>1.0556536</c:v>
                </c:pt>
                <c:pt idx="20">
                  <c:v>1.0554713</c:v>
                </c:pt>
                <c:pt idx="21">
                  <c:v>1.055012</c:v>
                </c:pt>
                <c:pt idx="22">
                  <c:v>1.0544869</c:v>
                </c:pt>
                <c:pt idx="23">
                  <c:v>1.0540698</c:v>
                </c:pt>
                <c:pt idx="24">
                  <c:v>1.0538874</c:v>
                </c:pt>
                <c:pt idx="25">
                  <c:v>1.0536226</c:v>
                </c:pt>
                <c:pt idx="26">
                  <c:v>1.053147</c:v>
                </c:pt>
                <c:pt idx="27">
                  <c:v>1.0524603</c:v>
                </c:pt>
                <c:pt idx="28">
                  <c:v>1.052351</c:v>
                </c:pt>
                <c:pt idx="29">
                  <c:v>1.052109</c:v>
                </c:pt>
                <c:pt idx="30">
                  <c:v>1.0517948</c:v>
                </c:pt>
                <c:pt idx="31">
                  <c:v>1.0513338</c:v>
                </c:pt>
                <c:pt idx="32">
                  <c:v>1.0508404</c:v>
                </c:pt>
                <c:pt idx="33">
                  <c:v>1.0505142</c:v>
                </c:pt>
                <c:pt idx="34">
                  <c:v>1.0501292</c:v>
                </c:pt>
                <c:pt idx="35">
                  <c:v>1.0496482</c:v>
                </c:pt>
                <c:pt idx="36">
                  <c:v>1.0492699</c:v>
                </c:pt>
                <c:pt idx="37">
                  <c:v>1.0488102</c:v>
                </c:pt>
                <c:pt idx="38">
                  <c:v>1.0484227</c:v>
                </c:pt>
                <c:pt idx="39">
                  <c:v>1.0479764</c:v>
                </c:pt>
                <c:pt idx="40">
                  <c:v>1.0473573</c:v>
                </c:pt>
                <c:pt idx="41">
                  <c:v>1.0470283</c:v>
                </c:pt>
                <c:pt idx="42">
                  <c:v>1.046638</c:v>
                </c:pt>
                <c:pt idx="43">
                  <c:v>1.0461061</c:v>
                </c:pt>
                <c:pt idx="44">
                  <c:v>1.0456533</c:v>
                </c:pt>
                <c:pt idx="45">
                  <c:v>1.0452994</c:v>
                </c:pt>
                <c:pt idx="46">
                  <c:v>1.0447984</c:v>
                </c:pt>
                <c:pt idx="47">
                  <c:v>1.0443449</c:v>
                </c:pt>
                <c:pt idx="48">
                  <c:v>1.043864</c:v>
                </c:pt>
                <c:pt idx="49">
                  <c:v>1.0433542</c:v>
                </c:pt>
                <c:pt idx="50">
                  <c:v>1.0429212</c:v>
                </c:pt>
                <c:pt idx="51">
                  <c:v>1.0426376</c:v>
                </c:pt>
                <c:pt idx="52">
                  <c:v>1.0422273</c:v>
                </c:pt>
                <c:pt idx="53">
                  <c:v>1.041783</c:v>
                </c:pt>
                <c:pt idx="54">
                  <c:v>1.041265</c:v>
                </c:pt>
                <c:pt idx="55">
                  <c:v>1.0407424</c:v>
                </c:pt>
                <c:pt idx="56">
                  <c:v>1.0402163</c:v>
                </c:pt>
                <c:pt idx="57">
                  <c:v>1.0397813</c:v>
                </c:pt>
                <c:pt idx="58">
                  <c:v>1.0392152</c:v>
                </c:pt>
                <c:pt idx="59">
                  <c:v>1.0386857</c:v>
                </c:pt>
                <c:pt idx="60">
                  <c:v>1.038263</c:v>
                </c:pt>
                <c:pt idx="61">
                  <c:v>1.0375421</c:v>
                </c:pt>
                <c:pt idx="62">
                  <c:v>1.0369442</c:v>
                </c:pt>
                <c:pt idx="63">
                  <c:v>1.0364586</c:v>
                </c:pt>
                <c:pt idx="64">
                  <c:v>1.0360236</c:v>
                </c:pt>
                <c:pt idx="65">
                  <c:v>1.0353978</c:v>
                </c:pt>
                <c:pt idx="66">
                  <c:v>1.0347625</c:v>
                </c:pt>
                <c:pt idx="67">
                  <c:v>1.0339344</c:v>
                </c:pt>
                <c:pt idx="68">
                  <c:v>1.0335482</c:v>
                </c:pt>
                <c:pt idx="69">
                  <c:v>1.0328683</c:v>
                </c:pt>
                <c:pt idx="70">
                  <c:v>1.0321091</c:v>
                </c:pt>
                <c:pt idx="71">
                  <c:v>1.0312194</c:v>
                </c:pt>
                <c:pt idx="72">
                  <c:v>1.030589</c:v>
                </c:pt>
                <c:pt idx="73">
                  <c:v>1.0300643</c:v>
                </c:pt>
                <c:pt idx="74">
                  <c:v>1.0293958</c:v>
                </c:pt>
                <c:pt idx="75">
                  <c:v>1.028712</c:v>
                </c:pt>
                <c:pt idx="76">
                  <c:v>1.0277742</c:v>
                </c:pt>
                <c:pt idx="77">
                  <c:v>1.0271435</c:v>
                </c:pt>
                <c:pt idx="78">
                  <c:v>1.0264875</c:v>
                </c:pt>
                <c:pt idx="79">
                  <c:v>1.0259258</c:v>
                </c:pt>
                <c:pt idx="80">
                  <c:v>1.0250478</c:v>
                </c:pt>
                <c:pt idx="81">
                  <c:v>1.0242796</c:v>
                </c:pt>
                <c:pt idx="82">
                  <c:v>1.0234257</c:v>
                </c:pt>
                <c:pt idx="83">
                  <c:v>1.0227133</c:v>
                </c:pt>
                <c:pt idx="84">
                  <c:v>1.0218987</c:v>
                </c:pt>
                <c:pt idx="85">
                  <c:v>1.0209931</c:v>
                </c:pt>
                <c:pt idx="86">
                  <c:v>1.0200727</c:v>
                </c:pt>
                <c:pt idx="87">
                  <c:v>1.0193276</c:v>
                </c:pt>
                <c:pt idx="88">
                  <c:v>1.0181463</c:v>
                </c:pt>
                <c:pt idx="89">
                  <c:v>1.0171303</c:v>
                </c:pt>
                <c:pt idx="90">
                  <c:v>1.0159404</c:v>
                </c:pt>
                <c:pt idx="91">
                  <c:v>1.0150642</c:v>
                </c:pt>
                <c:pt idx="92">
                  <c:v>1.0137852</c:v>
                </c:pt>
                <c:pt idx="93">
                  <c:v>1.0123292</c:v>
                </c:pt>
                <c:pt idx="94">
                  <c:v>1.0109146</c:v>
                </c:pt>
                <c:pt idx="95">
                  <c:v>1.0096258</c:v>
                </c:pt>
                <c:pt idx="96">
                  <c:v>1.0081224</c:v>
                </c:pt>
                <c:pt idx="97">
                  <c:v>1.0065401</c:v>
                </c:pt>
                <c:pt idx="98">
                  <c:v>1.0051116</c:v>
                </c:pt>
                <c:pt idx="99">
                  <c:v>1.0031112</c:v>
                </c:pt>
                <c:pt idx="100">
                  <c:v>1.001112</c:v>
                </c:pt>
                <c:pt idx="101">
                  <c:v>0.99897993</c:v>
                </c:pt>
                <c:pt idx="102">
                  <c:v>0.99696022</c:v>
                </c:pt>
                <c:pt idx="103">
                  <c:v>0.99454719</c:v>
                </c:pt>
                <c:pt idx="104">
                  <c:v>0.99193835</c:v>
                </c:pt>
                <c:pt idx="105">
                  <c:v>0.98897684</c:v>
                </c:pt>
                <c:pt idx="106">
                  <c:v>0.98619187</c:v>
                </c:pt>
                <c:pt idx="107">
                  <c:v>0.98266047</c:v>
                </c:pt>
                <c:pt idx="108">
                  <c:v>0.97851741</c:v>
                </c:pt>
                <c:pt idx="109">
                  <c:v>0.97420365</c:v>
                </c:pt>
                <c:pt idx="110">
                  <c:v>0.96958292</c:v>
                </c:pt>
                <c:pt idx="111">
                  <c:v>0.96338952</c:v>
                </c:pt>
                <c:pt idx="112">
                  <c:v>0.95655757</c:v>
                </c:pt>
                <c:pt idx="113">
                  <c:v>0.94823682</c:v>
                </c:pt>
                <c:pt idx="114">
                  <c:v>0.93973017</c:v>
                </c:pt>
                <c:pt idx="115">
                  <c:v>0.92891628</c:v>
                </c:pt>
                <c:pt idx="116">
                  <c:v>0.91672713</c:v>
                </c:pt>
                <c:pt idx="117">
                  <c:v>0.90413922</c:v>
                </c:pt>
                <c:pt idx="118">
                  <c:v>0.89317292</c:v>
                </c:pt>
                <c:pt idx="119">
                  <c:v>0.88060242</c:v>
                </c:pt>
              </c:numCache>
            </c:numRef>
          </c:yVal>
        </c:ser>
        <c:ser>
          <c:idx val="34"/>
          <c:order val="34"/>
          <c:tx>
            <c:v>Batch3_cell_038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Data'!$BQ$2:$BQ$121</c:f>
              <c:numCache>
                <c:formatCode>General</c:formatCode>
                <c:ptCount val="120"/>
                <c:pt idx="0">
                  <c:v>1</c:v>
                </c:pt>
                <c:pt idx="1">
                  <c:v>17</c:v>
                </c:pt>
                <c:pt idx="2">
                  <c:v>33</c:v>
                </c:pt>
                <c:pt idx="3">
                  <c:v>50</c:v>
                </c:pt>
                <c:pt idx="4">
                  <c:v>66</c:v>
                </c:pt>
                <c:pt idx="5">
                  <c:v>82</c:v>
                </c:pt>
                <c:pt idx="6">
                  <c:v>98</c:v>
                </c:pt>
                <c:pt idx="7">
                  <c:v>115</c:v>
                </c:pt>
                <c:pt idx="8">
                  <c:v>131</c:v>
                </c:pt>
                <c:pt idx="9">
                  <c:v>147</c:v>
                </c:pt>
                <c:pt idx="10">
                  <c:v>163</c:v>
                </c:pt>
                <c:pt idx="11">
                  <c:v>180</c:v>
                </c:pt>
                <c:pt idx="12">
                  <c:v>196</c:v>
                </c:pt>
                <c:pt idx="13">
                  <c:v>212</c:v>
                </c:pt>
                <c:pt idx="14">
                  <c:v>228</c:v>
                </c:pt>
                <c:pt idx="15">
                  <c:v>245</c:v>
                </c:pt>
                <c:pt idx="16">
                  <c:v>261</c:v>
                </c:pt>
                <c:pt idx="17">
                  <c:v>277</c:v>
                </c:pt>
                <c:pt idx="18">
                  <c:v>293</c:v>
                </c:pt>
                <c:pt idx="19">
                  <c:v>310</c:v>
                </c:pt>
                <c:pt idx="20">
                  <c:v>326</c:v>
                </c:pt>
                <c:pt idx="21">
                  <c:v>342</c:v>
                </c:pt>
                <c:pt idx="22">
                  <c:v>358</c:v>
                </c:pt>
                <c:pt idx="23">
                  <c:v>375</c:v>
                </c:pt>
                <c:pt idx="24">
                  <c:v>391</c:v>
                </c:pt>
                <c:pt idx="25">
                  <c:v>407</c:v>
                </c:pt>
                <c:pt idx="26">
                  <c:v>423</c:v>
                </c:pt>
                <c:pt idx="27">
                  <c:v>440</c:v>
                </c:pt>
                <c:pt idx="28">
                  <c:v>456</c:v>
                </c:pt>
                <c:pt idx="29">
                  <c:v>472</c:v>
                </c:pt>
                <c:pt idx="30">
                  <c:v>488</c:v>
                </c:pt>
                <c:pt idx="31">
                  <c:v>505</c:v>
                </c:pt>
                <c:pt idx="32">
                  <c:v>521</c:v>
                </c:pt>
                <c:pt idx="33">
                  <c:v>537</c:v>
                </c:pt>
                <c:pt idx="34">
                  <c:v>553</c:v>
                </c:pt>
                <c:pt idx="35">
                  <c:v>570</c:v>
                </c:pt>
                <c:pt idx="36">
                  <c:v>586</c:v>
                </c:pt>
                <c:pt idx="37">
                  <c:v>602</c:v>
                </c:pt>
                <c:pt idx="38">
                  <c:v>618</c:v>
                </c:pt>
                <c:pt idx="39">
                  <c:v>635</c:v>
                </c:pt>
                <c:pt idx="40">
                  <c:v>651</c:v>
                </c:pt>
                <c:pt idx="41">
                  <c:v>667</c:v>
                </c:pt>
                <c:pt idx="42">
                  <c:v>683</c:v>
                </c:pt>
                <c:pt idx="43">
                  <c:v>699</c:v>
                </c:pt>
                <c:pt idx="44">
                  <c:v>716</c:v>
                </c:pt>
                <c:pt idx="45">
                  <c:v>732</c:v>
                </c:pt>
                <c:pt idx="46">
                  <c:v>748</c:v>
                </c:pt>
                <c:pt idx="47">
                  <c:v>764</c:v>
                </c:pt>
                <c:pt idx="48">
                  <c:v>781</c:v>
                </c:pt>
                <c:pt idx="49">
                  <c:v>797</c:v>
                </c:pt>
                <c:pt idx="50">
                  <c:v>813</c:v>
                </c:pt>
                <c:pt idx="51">
                  <c:v>829</c:v>
                </c:pt>
                <c:pt idx="52">
                  <c:v>846</c:v>
                </c:pt>
                <c:pt idx="53">
                  <c:v>862</c:v>
                </c:pt>
                <c:pt idx="54">
                  <c:v>878</c:v>
                </c:pt>
                <c:pt idx="55">
                  <c:v>894</c:v>
                </c:pt>
                <c:pt idx="56">
                  <c:v>911</c:v>
                </c:pt>
                <c:pt idx="57">
                  <c:v>927</c:v>
                </c:pt>
                <c:pt idx="58">
                  <c:v>943</c:v>
                </c:pt>
                <c:pt idx="59">
                  <c:v>959</c:v>
                </c:pt>
                <c:pt idx="60">
                  <c:v>976</c:v>
                </c:pt>
                <c:pt idx="61">
                  <c:v>992</c:v>
                </c:pt>
                <c:pt idx="62">
                  <c:v>1008</c:v>
                </c:pt>
                <c:pt idx="63">
                  <c:v>1024</c:v>
                </c:pt>
                <c:pt idx="64">
                  <c:v>1041</c:v>
                </c:pt>
                <c:pt idx="65">
                  <c:v>1057</c:v>
                </c:pt>
                <c:pt idx="66">
                  <c:v>1073</c:v>
                </c:pt>
                <c:pt idx="67">
                  <c:v>1089</c:v>
                </c:pt>
                <c:pt idx="68">
                  <c:v>1106</c:v>
                </c:pt>
                <c:pt idx="69">
                  <c:v>1122</c:v>
                </c:pt>
                <c:pt idx="70">
                  <c:v>1138</c:v>
                </c:pt>
                <c:pt idx="71">
                  <c:v>1154</c:v>
                </c:pt>
                <c:pt idx="72">
                  <c:v>1171</c:v>
                </c:pt>
                <c:pt idx="73">
                  <c:v>1187</c:v>
                </c:pt>
                <c:pt idx="74">
                  <c:v>1203</c:v>
                </c:pt>
                <c:pt idx="75">
                  <c:v>1219</c:v>
                </c:pt>
                <c:pt idx="76">
                  <c:v>1236</c:v>
                </c:pt>
                <c:pt idx="77">
                  <c:v>1252</c:v>
                </c:pt>
                <c:pt idx="78">
                  <c:v>1268</c:v>
                </c:pt>
                <c:pt idx="79">
                  <c:v>1284</c:v>
                </c:pt>
                <c:pt idx="80">
                  <c:v>1300</c:v>
                </c:pt>
                <c:pt idx="81">
                  <c:v>1317</c:v>
                </c:pt>
                <c:pt idx="82">
                  <c:v>1333</c:v>
                </c:pt>
                <c:pt idx="83">
                  <c:v>1349</c:v>
                </c:pt>
                <c:pt idx="84">
                  <c:v>1365</c:v>
                </c:pt>
                <c:pt idx="85">
                  <c:v>1382</c:v>
                </c:pt>
                <c:pt idx="86">
                  <c:v>1398</c:v>
                </c:pt>
                <c:pt idx="87">
                  <c:v>1414</c:v>
                </c:pt>
                <c:pt idx="88">
                  <c:v>1430</c:v>
                </c:pt>
                <c:pt idx="89">
                  <c:v>1447</c:v>
                </c:pt>
                <c:pt idx="90">
                  <c:v>1463</c:v>
                </c:pt>
                <c:pt idx="91">
                  <c:v>1479</c:v>
                </c:pt>
                <c:pt idx="92">
                  <c:v>1495</c:v>
                </c:pt>
                <c:pt idx="93">
                  <c:v>1512</c:v>
                </c:pt>
                <c:pt idx="94">
                  <c:v>1528</c:v>
                </c:pt>
                <c:pt idx="95">
                  <c:v>1544</c:v>
                </c:pt>
                <c:pt idx="96">
                  <c:v>1560</c:v>
                </c:pt>
                <c:pt idx="97">
                  <c:v>1577</c:v>
                </c:pt>
                <c:pt idx="98">
                  <c:v>1593</c:v>
                </c:pt>
                <c:pt idx="99">
                  <c:v>1609</c:v>
                </c:pt>
                <c:pt idx="100">
                  <c:v>1625</c:v>
                </c:pt>
                <c:pt idx="101">
                  <c:v>1642</c:v>
                </c:pt>
                <c:pt idx="102">
                  <c:v>1658</c:v>
                </c:pt>
                <c:pt idx="103">
                  <c:v>1674</c:v>
                </c:pt>
                <c:pt idx="104">
                  <c:v>1690</c:v>
                </c:pt>
                <c:pt idx="105">
                  <c:v>1707</c:v>
                </c:pt>
                <c:pt idx="106">
                  <c:v>1723</c:v>
                </c:pt>
                <c:pt idx="107">
                  <c:v>1739</c:v>
                </c:pt>
                <c:pt idx="108">
                  <c:v>1755</c:v>
                </c:pt>
                <c:pt idx="109">
                  <c:v>1772</c:v>
                </c:pt>
                <c:pt idx="110">
                  <c:v>1788</c:v>
                </c:pt>
                <c:pt idx="111">
                  <c:v>1804</c:v>
                </c:pt>
                <c:pt idx="112">
                  <c:v>1820</c:v>
                </c:pt>
                <c:pt idx="113">
                  <c:v>1837</c:v>
                </c:pt>
                <c:pt idx="114">
                  <c:v>1853</c:v>
                </c:pt>
                <c:pt idx="115">
                  <c:v>1869</c:v>
                </c:pt>
                <c:pt idx="116">
                  <c:v>1885</c:v>
                </c:pt>
                <c:pt idx="117">
                  <c:v>1902</c:v>
                </c:pt>
                <c:pt idx="118">
                  <c:v>1918</c:v>
                </c:pt>
                <c:pt idx="119">
                  <c:v>1934</c:v>
                </c:pt>
              </c:numCache>
            </c:numRef>
          </c:xVal>
          <c:yVal>
            <c:numRef>
              <c:f>'Chart Data'!$BR$2:$BR$121</c:f>
              <c:numCache>
                <c:formatCode>General</c:formatCode>
                <c:ptCount val="120"/>
                <c:pt idx="0">
                  <c:v>1.0691597</c:v>
                </c:pt>
                <c:pt idx="1">
                  <c:v>1.0725189</c:v>
                </c:pt>
                <c:pt idx="2">
                  <c:v>1.0724208</c:v>
                </c:pt>
                <c:pt idx="3">
                  <c:v>1.0721389</c:v>
                </c:pt>
                <c:pt idx="4">
                  <c:v>1.0720109</c:v>
                </c:pt>
                <c:pt idx="5">
                  <c:v>1.0714325</c:v>
                </c:pt>
                <c:pt idx="6">
                  <c:v>1.0711375</c:v>
                </c:pt>
                <c:pt idx="7">
                  <c:v>1.0708078</c:v>
                </c:pt>
                <c:pt idx="8">
                  <c:v>1.0706221</c:v>
                </c:pt>
                <c:pt idx="9">
                  <c:v>1.0698584</c:v>
                </c:pt>
                <c:pt idx="10">
                  <c:v>1.0697408</c:v>
                </c:pt>
                <c:pt idx="11">
                  <c:v>1.0692236</c:v>
                </c:pt>
                <c:pt idx="12">
                  <c:v>1.0687374</c:v>
                </c:pt>
                <c:pt idx="13">
                  <c:v>1.0681485</c:v>
                </c:pt>
                <c:pt idx="14">
                  <c:v>1.0678434</c:v>
                </c:pt>
                <c:pt idx="15">
                  <c:v>1.0674306</c:v>
                </c:pt>
                <c:pt idx="16">
                  <c:v>1.0668572</c:v>
                </c:pt>
                <c:pt idx="17">
                  <c:v>1.0664604</c:v>
                </c:pt>
                <c:pt idx="18">
                  <c:v>1.0658624</c:v>
                </c:pt>
                <c:pt idx="19">
                  <c:v>1.0652303</c:v>
                </c:pt>
                <c:pt idx="20">
                  <c:v>1.0648427</c:v>
                </c:pt>
                <c:pt idx="21">
                  <c:v>1.0642624</c:v>
                </c:pt>
                <c:pt idx="22">
                  <c:v>1.0636351</c:v>
                </c:pt>
                <c:pt idx="23">
                  <c:v>1.0629388</c:v>
                </c:pt>
                <c:pt idx="24">
                  <c:v>1.0625641</c:v>
                </c:pt>
                <c:pt idx="25">
                  <c:v>1.0620596</c:v>
                </c:pt>
                <c:pt idx="26">
                  <c:v>1.061404</c:v>
                </c:pt>
                <c:pt idx="27">
                  <c:v>1.0607495</c:v>
                </c:pt>
                <c:pt idx="28">
                  <c:v>1.0602444</c:v>
                </c:pt>
                <c:pt idx="29">
                  <c:v>1.0596761</c:v>
                </c:pt>
                <c:pt idx="30">
                  <c:v>1.0590371</c:v>
                </c:pt>
                <c:pt idx="31">
                  <c:v>1.0584081</c:v>
                </c:pt>
                <c:pt idx="32">
                  <c:v>1.0577132</c:v>
                </c:pt>
                <c:pt idx="33">
                  <c:v>1.0570081</c:v>
                </c:pt>
                <c:pt idx="34">
                  <c:v>1.056147</c:v>
                </c:pt>
                <c:pt idx="35">
                  <c:v>1.0558369</c:v>
                </c:pt>
                <c:pt idx="36">
                  <c:v>1.0549941</c:v>
                </c:pt>
                <c:pt idx="37">
                  <c:v>1.0546242</c:v>
                </c:pt>
                <c:pt idx="38">
                  <c:v>1.0541211</c:v>
                </c:pt>
                <c:pt idx="39">
                  <c:v>1.0533803</c:v>
                </c:pt>
                <c:pt idx="40">
                  <c:v>1.0527594</c:v>
                </c:pt>
                <c:pt idx="41">
                  <c:v>1.0520514</c:v>
                </c:pt>
                <c:pt idx="42">
                  <c:v>1.0514276</c:v>
                </c:pt>
                <c:pt idx="43">
                  <c:v>1.0507679</c:v>
                </c:pt>
                <c:pt idx="44">
                  <c:v>1.0498694</c:v>
                </c:pt>
                <c:pt idx="45">
                  <c:v>1.0492359</c:v>
                </c:pt>
                <c:pt idx="46">
                  <c:v>1.0485713</c:v>
                </c:pt>
                <c:pt idx="47">
                  <c:v>1.0478455</c:v>
                </c:pt>
                <c:pt idx="48">
                  <c:v>1.0473521</c:v>
                </c:pt>
                <c:pt idx="49">
                  <c:v>1.0465267</c:v>
                </c:pt>
                <c:pt idx="50">
                  <c:v>1.0459229</c:v>
                </c:pt>
                <c:pt idx="51">
                  <c:v>1.0451125</c:v>
                </c:pt>
                <c:pt idx="52">
                  <c:v>1.044368</c:v>
                </c:pt>
                <c:pt idx="53">
                  <c:v>1.0436831</c:v>
                </c:pt>
                <c:pt idx="54">
                  <c:v>1.0428867</c:v>
                </c:pt>
                <c:pt idx="55">
                  <c:v>1.0421995</c:v>
                </c:pt>
                <c:pt idx="56">
                  <c:v>1.0413752</c:v>
                </c:pt>
                <c:pt idx="57">
                  <c:v>1.0406562</c:v>
                </c:pt>
                <c:pt idx="58">
                  <c:v>1.0398904</c:v>
                </c:pt>
                <c:pt idx="59">
                  <c:v>1.0392581</c:v>
                </c:pt>
                <c:pt idx="60">
                  <c:v>1.0384805</c:v>
                </c:pt>
                <c:pt idx="61">
                  <c:v>1.0377491</c:v>
                </c:pt>
                <c:pt idx="62">
                  <c:v>1.037027</c:v>
                </c:pt>
                <c:pt idx="63">
                  <c:v>1.0363797</c:v>
                </c:pt>
                <c:pt idx="64">
                  <c:v>1.0356536</c:v>
                </c:pt>
                <c:pt idx="65">
                  <c:v>1.03497</c:v>
                </c:pt>
                <c:pt idx="66">
                  <c:v>1.0342231</c:v>
                </c:pt>
                <c:pt idx="67">
                  <c:v>1.033577</c:v>
                </c:pt>
                <c:pt idx="68">
                  <c:v>1.0329129</c:v>
                </c:pt>
                <c:pt idx="69">
                  <c:v>1.0321213</c:v>
                </c:pt>
                <c:pt idx="70">
                  <c:v>1.0313272</c:v>
                </c:pt>
                <c:pt idx="71">
                  <c:v>1.030599</c:v>
                </c:pt>
                <c:pt idx="72">
                  <c:v>1.0298158</c:v>
                </c:pt>
                <c:pt idx="73">
                  <c:v>1.0289848</c:v>
                </c:pt>
                <c:pt idx="74">
                  <c:v>1.0281681</c:v>
                </c:pt>
                <c:pt idx="75">
                  <c:v>1.0273702</c:v>
                </c:pt>
                <c:pt idx="76">
                  <c:v>1.0264423</c:v>
                </c:pt>
                <c:pt idx="77">
                  <c:v>1.0256746</c:v>
                </c:pt>
                <c:pt idx="78">
                  <c:v>1.0247914</c:v>
                </c:pt>
                <c:pt idx="79">
                  <c:v>1.0238246</c:v>
                </c:pt>
                <c:pt idx="80">
                  <c:v>1.0229048</c:v>
                </c:pt>
                <c:pt idx="81">
                  <c:v>1.0218147</c:v>
                </c:pt>
                <c:pt idx="82">
                  <c:v>1.0214088</c:v>
                </c:pt>
                <c:pt idx="83">
                  <c:v>1.0204202</c:v>
                </c:pt>
                <c:pt idx="84">
                  <c:v>1.0192949</c:v>
                </c:pt>
                <c:pt idx="85">
                  <c:v>1.0182236</c:v>
                </c:pt>
                <c:pt idx="86">
                  <c:v>1.0170579</c:v>
                </c:pt>
                <c:pt idx="87">
                  <c:v>1.0159986</c:v>
                </c:pt>
                <c:pt idx="88">
                  <c:v>1.0148141</c:v>
                </c:pt>
                <c:pt idx="89">
                  <c:v>1.0135005</c:v>
                </c:pt>
                <c:pt idx="90">
                  <c:v>1.0121015</c:v>
                </c:pt>
                <c:pt idx="91">
                  <c:v>1.0106339</c:v>
                </c:pt>
                <c:pt idx="92">
                  <c:v>1.0084538</c:v>
                </c:pt>
                <c:pt idx="93">
                  <c:v>1.0060313</c:v>
                </c:pt>
                <c:pt idx="94">
                  <c:v>1.0034701</c:v>
                </c:pt>
                <c:pt idx="95">
                  <c:v>1.000741</c:v>
                </c:pt>
                <c:pt idx="96">
                  <c:v>0.99783236</c:v>
                </c:pt>
                <c:pt idx="97">
                  <c:v>0.99453944</c:v>
                </c:pt>
                <c:pt idx="98">
                  <c:v>0.99111438</c:v>
                </c:pt>
                <c:pt idx="99">
                  <c:v>0.9878003</c:v>
                </c:pt>
                <c:pt idx="100">
                  <c:v>0.98432922</c:v>
                </c:pt>
                <c:pt idx="101">
                  <c:v>0.98052824</c:v>
                </c:pt>
                <c:pt idx="102">
                  <c:v>0.97706765</c:v>
                </c:pt>
                <c:pt idx="103">
                  <c:v>0.97346479</c:v>
                </c:pt>
                <c:pt idx="104">
                  <c:v>0.96983629</c:v>
                </c:pt>
                <c:pt idx="105">
                  <c:v>0.96543616</c:v>
                </c:pt>
                <c:pt idx="106">
                  <c:v>0.96121204</c:v>
                </c:pt>
                <c:pt idx="107">
                  <c:v>0.95712882</c:v>
                </c:pt>
                <c:pt idx="108">
                  <c:v>0.95247698</c:v>
                </c:pt>
                <c:pt idx="109">
                  <c:v>0.94753313</c:v>
                </c:pt>
                <c:pt idx="110">
                  <c:v>0.94254416</c:v>
                </c:pt>
                <c:pt idx="111">
                  <c:v>0.93729794</c:v>
                </c:pt>
                <c:pt idx="112">
                  <c:v>0.93172032</c:v>
                </c:pt>
                <c:pt idx="113">
                  <c:v>0.92538083</c:v>
                </c:pt>
                <c:pt idx="114">
                  <c:v>0.91894925</c:v>
                </c:pt>
                <c:pt idx="115">
                  <c:v>0.91211778</c:v>
                </c:pt>
                <c:pt idx="116">
                  <c:v>0.90479141</c:v>
                </c:pt>
                <c:pt idx="117">
                  <c:v>0.89638454</c:v>
                </c:pt>
                <c:pt idx="118">
                  <c:v>0.88827455</c:v>
                </c:pt>
                <c:pt idx="119">
                  <c:v>0.88000458</c:v>
                </c:pt>
              </c:numCache>
            </c:numRef>
          </c:yVal>
        </c:ser>
        <c:ser>
          <c:idx val="35"/>
          <c:order val="35"/>
          <c:tx>
            <c:v>Batch3_cell_039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Data'!$BS$2:$BS$121</c:f>
              <c:numCache>
                <c:formatCode>General</c:formatCode>
                <c:ptCount val="120"/>
                <c:pt idx="0">
                  <c:v>1</c:v>
                </c:pt>
                <c:pt idx="1">
                  <c:v>11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49</c:v>
                </c:pt>
                <c:pt idx="6">
                  <c:v>59</c:v>
                </c:pt>
                <c:pt idx="7">
                  <c:v>69</c:v>
                </c:pt>
                <c:pt idx="8">
                  <c:v>79</c:v>
                </c:pt>
                <c:pt idx="9">
                  <c:v>88</c:v>
                </c:pt>
                <c:pt idx="10">
                  <c:v>98</c:v>
                </c:pt>
                <c:pt idx="11">
                  <c:v>108</c:v>
                </c:pt>
                <c:pt idx="12">
                  <c:v>117</c:v>
                </c:pt>
                <c:pt idx="13">
                  <c:v>127</c:v>
                </c:pt>
                <c:pt idx="14">
                  <c:v>137</c:v>
                </c:pt>
                <c:pt idx="15">
                  <c:v>146</c:v>
                </c:pt>
                <c:pt idx="16">
                  <c:v>156</c:v>
                </c:pt>
                <c:pt idx="17">
                  <c:v>166</c:v>
                </c:pt>
                <c:pt idx="18">
                  <c:v>176</c:v>
                </c:pt>
                <c:pt idx="19">
                  <c:v>185</c:v>
                </c:pt>
                <c:pt idx="20">
                  <c:v>195</c:v>
                </c:pt>
                <c:pt idx="21">
                  <c:v>205</c:v>
                </c:pt>
                <c:pt idx="22">
                  <c:v>214</c:v>
                </c:pt>
                <c:pt idx="23">
                  <c:v>224</c:v>
                </c:pt>
                <c:pt idx="24">
                  <c:v>234</c:v>
                </c:pt>
                <c:pt idx="25">
                  <c:v>243</c:v>
                </c:pt>
                <c:pt idx="26">
                  <c:v>253</c:v>
                </c:pt>
                <c:pt idx="27">
                  <c:v>263</c:v>
                </c:pt>
                <c:pt idx="28">
                  <c:v>273</c:v>
                </c:pt>
                <c:pt idx="29">
                  <c:v>282</c:v>
                </c:pt>
                <c:pt idx="30">
                  <c:v>292</c:v>
                </c:pt>
                <c:pt idx="31">
                  <c:v>302</c:v>
                </c:pt>
                <c:pt idx="32">
                  <c:v>311</c:v>
                </c:pt>
                <c:pt idx="33">
                  <c:v>321</c:v>
                </c:pt>
                <c:pt idx="34">
                  <c:v>331</c:v>
                </c:pt>
                <c:pt idx="35">
                  <c:v>340</c:v>
                </c:pt>
                <c:pt idx="36">
                  <c:v>350</c:v>
                </c:pt>
                <c:pt idx="37">
                  <c:v>360</c:v>
                </c:pt>
                <c:pt idx="38">
                  <c:v>370</c:v>
                </c:pt>
                <c:pt idx="39">
                  <c:v>379</c:v>
                </c:pt>
                <c:pt idx="40">
                  <c:v>389</c:v>
                </c:pt>
                <c:pt idx="41">
                  <c:v>399</c:v>
                </c:pt>
                <c:pt idx="42">
                  <c:v>408</c:v>
                </c:pt>
                <c:pt idx="43">
                  <c:v>418</c:v>
                </c:pt>
                <c:pt idx="44">
                  <c:v>428</c:v>
                </c:pt>
                <c:pt idx="45">
                  <c:v>437</c:v>
                </c:pt>
                <c:pt idx="46">
                  <c:v>447</c:v>
                </c:pt>
                <c:pt idx="47">
                  <c:v>457</c:v>
                </c:pt>
                <c:pt idx="48">
                  <c:v>466</c:v>
                </c:pt>
                <c:pt idx="49">
                  <c:v>476</c:v>
                </c:pt>
                <c:pt idx="50">
                  <c:v>486</c:v>
                </c:pt>
                <c:pt idx="51">
                  <c:v>496</c:v>
                </c:pt>
                <c:pt idx="52">
                  <c:v>505</c:v>
                </c:pt>
                <c:pt idx="53">
                  <c:v>515</c:v>
                </c:pt>
                <c:pt idx="54">
                  <c:v>525</c:v>
                </c:pt>
                <c:pt idx="55">
                  <c:v>534</c:v>
                </c:pt>
                <c:pt idx="56">
                  <c:v>544</c:v>
                </c:pt>
                <c:pt idx="57">
                  <c:v>554</c:v>
                </c:pt>
                <c:pt idx="58">
                  <c:v>563</c:v>
                </c:pt>
                <c:pt idx="59">
                  <c:v>573</c:v>
                </c:pt>
                <c:pt idx="60">
                  <c:v>583</c:v>
                </c:pt>
                <c:pt idx="61">
                  <c:v>593</c:v>
                </c:pt>
                <c:pt idx="62">
                  <c:v>602</c:v>
                </c:pt>
                <c:pt idx="63">
                  <c:v>612</c:v>
                </c:pt>
                <c:pt idx="64">
                  <c:v>622</c:v>
                </c:pt>
                <c:pt idx="65">
                  <c:v>631</c:v>
                </c:pt>
                <c:pt idx="66">
                  <c:v>641</c:v>
                </c:pt>
                <c:pt idx="67">
                  <c:v>651</c:v>
                </c:pt>
                <c:pt idx="68">
                  <c:v>660</c:v>
                </c:pt>
                <c:pt idx="69">
                  <c:v>670</c:v>
                </c:pt>
                <c:pt idx="70">
                  <c:v>680</c:v>
                </c:pt>
                <c:pt idx="71">
                  <c:v>690</c:v>
                </c:pt>
                <c:pt idx="72">
                  <c:v>699</c:v>
                </c:pt>
                <c:pt idx="73">
                  <c:v>709</c:v>
                </c:pt>
                <c:pt idx="74">
                  <c:v>719</c:v>
                </c:pt>
                <c:pt idx="75">
                  <c:v>728</c:v>
                </c:pt>
                <c:pt idx="76">
                  <c:v>738</c:v>
                </c:pt>
                <c:pt idx="77">
                  <c:v>748</c:v>
                </c:pt>
                <c:pt idx="78">
                  <c:v>757</c:v>
                </c:pt>
                <c:pt idx="79">
                  <c:v>767</c:v>
                </c:pt>
                <c:pt idx="80">
                  <c:v>777</c:v>
                </c:pt>
                <c:pt idx="81">
                  <c:v>786</c:v>
                </c:pt>
                <c:pt idx="82">
                  <c:v>796</c:v>
                </c:pt>
                <c:pt idx="83">
                  <c:v>806</c:v>
                </c:pt>
                <c:pt idx="84">
                  <c:v>816</c:v>
                </c:pt>
                <c:pt idx="85">
                  <c:v>825</c:v>
                </c:pt>
                <c:pt idx="86">
                  <c:v>835</c:v>
                </c:pt>
                <c:pt idx="87">
                  <c:v>845</c:v>
                </c:pt>
                <c:pt idx="88">
                  <c:v>854</c:v>
                </c:pt>
                <c:pt idx="89">
                  <c:v>864</c:v>
                </c:pt>
                <c:pt idx="90">
                  <c:v>874</c:v>
                </c:pt>
                <c:pt idx="91">
                  <c:v>883</c:v>
                </c:pt>
                <c:pt idx="92">
                  <c:v>893</c:v>
                </c:pt>
                <c:pt idx="93">
                  <c:v>903</c:v>
                </c:pt>
                <c:pt idx="94">
                  <c:v>913</c:v>
                </c:pt>
                <c:pt idx="95">
                  <c:v>922</c:v>
                </c:pt>
                <c:pt idx="96">
                  <c:v>932</c:v>
                </c:pt>
                <c:pt idx="97">
                  <c:v>942</c:v>
                </c:pt>
                <c:pt idx="98">
                  <c:v>951</c:v>
                </c:pt>
                <c:pt idx="99">
                  <c:v>961</c:v>
                </c:pt>
                <c:pt idx="100">
                  <c:v>971</c:v>
                </c:pt>
                <c:pt idx="101">
                  <c:v>980</c:v>
                </c:pt>
                <c:pt idx="102">
                  <c:v>990</c:v>
                </c:pt>
                <c:pt idx="103">
                  <c:v>1000</c:v>
                </c:pt>
                <c:pt idx="104">
                  <c:v>1010</c:v>
                </c:pt>
                <c:pt idx="105">
                  <c:v>1019</c:v>
                </c:pt>
                <c:pt idx="106">
                  <c:v>1029</c:v>
                </c:pt>
                <c:pt idx="107">
                  <c:v>1039</c:v>
                </c:pt>
                <c:pt idx="108">
                  <c:v>1048</c:v>
                </c:pt>
                <c:pt idx="109">
                  <c:v>1058</c:v>
                </c:pt>
                <c:pt idx="110">
                  <c:v>1068</c:v>
                </c:pt>
                <c:pt idx="111">
                  <c:v>1077</c:v>
                </c:pt>
                <c:pt idx="112">
                  <c:v>1087</c:v>
                </c:pt>
                <c:pt idx="113">
                  <c:v>1097</c:v>
                </c:pt>
                <c:pt idx="114">
                  <c:v>1107</c:v>
                </c:pt>
                <c:pt idx="115">
                  <c:v>1116</c:v>
                </c:pt>
                <c:pt idx="116">
                  <c:v>1126</c:v>
                </c:pt>
                <c:pt idx="117">
                  <c:v>1136</c:v>
                </c:pt>
                <c:pt idx="118">
                  <c:v>1145</c:v>
                </c:pt>
                <c:pt idx="119">
                  <c:v>1155</c:v>
                </c:pt>
              </c:numCache>
            </c:numRef>
          </c:xVal>
          <c:yVal>
            <c:numRef>
              <c:f>'Chart Data'!$BT$2:$BT$121</c:f>
              <c:numCache>
                <c:formatCode>General</c:formatCode>
                <c:ptCount val="120"/>
                <c:pt idx="0">
                  <c:v>1.0464231</c:v>
                </c:pt>
                <c:pt idx="1">
                  <c:v>1.0505079</c:v>
                </c:pt>
                <c:pt idx="2">
                  <c:v>1.051302</c:v>
                </c:pt>
                <c:pt idx="3">
                  <c:v>1.0513413</c:v>
                </c:pt>
                <c:pt idx="4">
                  <c:v>1.0513278</c:v>
                </c:pt>
                <c:pt idx="5">
                  <c:v>1.0510739</c:v>
                </c:pt>
                <c:pt idx="6">
                  <c:v>1.0510068</c:v>
                </c:pt>
                <c:pt idx="7">
                  <c:v>1.050634</c:v>
                </c:pt>
                <c:pt idx="8">
                  <c:v>1.0500169</c:v>
                </c:pt>
                <c:pt idx="9">
                  <c:v>1.0497943</c:v>
                </c:pt>
                <c:pt idx="10">
                  <c:v>1.0497122</c:v>
                </c:pt>
                <c:pt idx="11">
                  <c:v>1.0491012</c:v>
                </c:pt>
                <c:pt idx="12">
                  <c:v>1.0487709</c:v>
                </c:pt>
                <c:pt idx="13">
                  <c:v>1.0486598</c:v>
                </c:pt>
                <c:pt idx="14">
                  <c:v>1.0482947</c:v>
                </c:pt>
                <c:pt idx="15">
                  <c:v>1.0477456</c:v>
                </c:pt>
                <c:pt idx="16">
                  <c:v>1.0473732</c:v>
                </c:pt>
                <c:pt idx="17">
                  <c:v>1.0471731</c:v>
                </c:pt>
                <c:pt idx="18">
                  <c:v>1.0467066</c:v>
                </c:pt>
                <c:pt idx="19">
                  <c:v>1.0462856</c:v>
                </c:pt>
                <c:pt idx="20">
                  <c:v>1.0460293</c:v>
                </c:pt>
                <c:pt idx="21">
                  <c:v>1.0457355</c:v>
                </c:pt>
                <c:pt idx="22">
                  <c:v>1.0451655</c:v>
                </c:pt>
                <c:pt idx="23">
                  <c:v>1.04488</c:v>
                </c:pt>
                <c:pt idx="24">
                  <c:v>1.0446064</c:v>
                </c:pt>
                <c:pt idx="25">
                  <c:v>1.0442472</c:v>
                </c:pt>
                <c:pt idx="26">
                  <c:v>1.0437799</c:v>
                </c:pt>
                <c:pt idx="27">
                  <c:v>1.0434917</c:v>
                </c:pt>
                <c:pt idx="28">
                  <c:v>1.042933</c:v>
                </c:pt>
                <c:pt idx="29">
                  <c:v>1.0424762</c:v>
                </c:pt>
                <c:pt idx="30">
                  <c:v>1.0420941</c:v>
                </c:pt>
                <c:pt idx="31">
                  <c:v>1.0417657</c:v>
                </c:pt>
                <c:pt idx="32">
                  <c:v>1.0412229</c:v>
                </c:pt>
                <c:pt idx="33">
                  <c:v>1.0407009</c:v>
                </c:pt>
                <c:pt idx="34">
                  <c:v>1.0401731</c:v>
                </c:pt>
                <c:pt idx="35">
                  <c:v>1.0397164</c:v>
                </c:pt>
                <c:pt idx="36">
                  <c:v>1.0392944</c:v>
                </c:pt>
                <c:pt idx="37">
                  <c:v>1.0387614</c:v>
                </c:pt>
                <c:pt idx="38">
                  <c:v>1.038337</c:v>
                </c:pt>
                <c:pt idx="39">
                  <c:v>1.0379839</c:v>
                </c:pt>
                <c:pt idx="40">
                  <c:v>1.0373914</c:v>
                </c:pt>
                <c:pt idx="41">
                  <c:v>1.0369015</c:v>
                </c:pt>
                <c:pt idx="42">
                  <c:v>1.0366337</c:v>
                </c:pt>
                <c:pt idx="43">
                  <c:v>1.0361829</c:v>
                </c:pt>
                <c:pt idx="44">
                  <c:v>1.0356857</c:v>
                </c:pt>
                <c:pt idx="45">
                  <c:v>1.0352596</c:v>
                </c:pt>
                <c:pt idx="46">
                  <c:v>1.0348097</c:v>
                </c:pt>
                <c:pt idx="47">
                  <c:v>1.0343239</c:v>
                </c:pt>
                <c:pt idx="48">
                  <c:v>1.0338823</c:v>
                </c:pt>
                <c:pt idx="49">
                  <c:v>1.0333107</c:v>
                </c:pt>
                <c:pt idx="50">
                  <c:v>1.0328245</c:v>
                </c:pt>
                <c:pt idx="51">
                  <c:v>1.0321395</c:v>
                </c:pt>
                <c:pt idx="52">
                  <c:v>1.0316564</c:v>
                </c:pt>
                <c:pt idx="53">
                  <c:v>1.0312926</c:v>
                </c:pt>
                <c:pt idx="54">
                  <c:v>1.0307351</c:v>
                </c:pt>
                <c:pt idx="55">
                  <c:v>1.0302396</c:v>
                </c:pt>
                <c:pt idx="56">
                  <c:v>1.0297431</c:v>
                </c:pt>
                <c:pt idx="57">
                  <c:v>1.0291735</c:v>
                </c:pt>
                <c:pt idx="58">
                  <c:v>1.0284816</c:v>
                </c:pt>
                <c:pt idx="59">
                  <c:v>1.0278076</c:v>
                </c:pt>
                <c:pt idx="60">
                  <c:v>1.0273036</c:v>
                </c:pt>
                <c:pt idx="61">
                  <c:v>1.0268059</c:v>
                </c:pt>
                <c:pt idx="62">
                  <c:v>1.0262203</c:v>
                </c:pt>
                <c:pt idx="63">
                  <c:v>1.0255349</c:v>
                </c:pt>
                <c:pt idx="64">
                  <c:v>1.0250416</c:v>
                </c:pt>
                <c:pt idx="65">
                  <c:v>1.024688</c:v>
                </c:pt>
                <c:pt idx="66">
                  <c:v>1.0242311</c:v>
                </c:pt>
                <c:pt idx="67">
                  <c:v>1.0237106</c:v>
                </c:pt>
                <c:pt idx="68">
                  <c:v>1.0231756</c:v>
                </c:pt>
                <c:pt idx="69">
                  <c:v>1.0224936</c:v>
                </c:pt>
                <c:pt idx="70">
                  <c:v>1.0219622</c:v>
                </c:pt>
                <c:pt idx="71">
                  <c:v>1.0212985</c:v>
                </c:pt>
                <c:pt idx="72">
                  <c:v>1.0208194</c:v>
                </c:pt>
                <c:pt idx="73">
                  <c:v>1.0200596</c:v>
                </c:pt>
                <c:pt idx="74">
                  <c:v>1.0193992</c:v>
                </c:pt>
                <c:pt idx="75">
                  <c:v>1.0188216</c:v>
                </c:pt>
                <c:pt idx="76">
                  <c:v>1.0181183</c:v>
                </c:pt>
                <c:pt idx="77">
                  <c:v>1.0173731</c:v>
                </c:pt>
                <c:pt idx="78">
                  <c:v>1.0166848</c:v>
                </c:pt>
                <c:pt idx="79">
                  <c:v>1.0159572</c:v>
                </c:pt>
                <c:pt idx="80">
                  <c:v>1.0152458</c:v>
                </c:pt>
                <c:pt idx="81">
                  <c:v>1.0146694</c:v>
                </c:pt>
                <c:pt idx="82">
                  <c:v>1.0138695</c:v>
                </c:pt>
                <c:pt idx="83">
                  <c:v>1.0130415</c:v>
                </c:pt>
                <c:pt idx="84">
                  <c:v>1.0122571</c:v>
                </c:pt>
                <c:pt idx="85">
                  <c:v>1.0115803</c:v>
                </c:pt>
                <c:pt idx="86">
                  <c:v>1.0107129</c:v>
                </c:pt>
                <c:pt idx="87">
                  <c:v>1.0100048</c:v>
                </c:pt>
                <c:pt idx="88">
                  <c:v>1.0091313</c:v>
                </c:pt>
                <c:pt idx="89">
                  <c:v>1.0079645</c:v>
                </c:pt>
                <c:pt idx="90">
                  <c:v>1.0070152</c:v>
                </c:pt>
                <c:pt idx="91">
                  <c:v>1.0061041</c:v>
                </c:pt>
                <c:pt idx="92">
                  <c:v>1.005163</c:v>
                </c:pt>
                <c:pt idx="93">
                  <c:v>1.0040419</c:v>
                </c:pt>
                <c:pt idx="94">
                  <c:v>1.0027522</c:v>
                </c:pt>
                <c:pt idx="95">
                  <c:v>1.0017347</c:v>
                </c:pt>
                <c:pt idx="96">
                  <c:v>1.0003151</c:v>
                </c:pt>
                <c:pt idx="97">
                  <c:v>0.99894273</c:v>
                </c:pt>
                <c:pt idx="98">
                  <c:v>0.99775118</c:v>
                </c:pt>
                <c:pt idx="99">
                  <c:v>0.99610877</c:v>
                </c:pt>
                <c:pt idx="100">
                  <c:v>0.99435914</c:v>
                </c:pt>
                <c:pt idx="101">
                  <c:v>0.99257958</c:v>
                </c:pt>
                <c:pt idx="102">
                  <c:v>0.99047315</c:v>
                </c:pt>
                <c:pt idx="103">
                  <c:v>0.98801225</c:v>
                </c:pt>
                <c:pt idx="104">
                  <c:v>0.98536825</c:v>
                </c:pt>
                <c:pt idx="105">
                  <c:v>0.98279685</c:v>
                </c:pt>
                <c:pt idx="106">
                  <c:v>0.97940361</c:v>
                </c:pt>
                <c:pt idx="107">
                  <c:v>0.97571063</c:v>
                </c:pt>
                <c:pt idx="108">
                  <c:v>0.97183591</c:v>
                </c:pt>
                <c:pt idx="109">
                  <c:v>0.96687132</c:v>
                </c:pt>
                <c:pt idx="110">
                  <c:v>0.96092981</c:v>
                </c:pt>
                <c:pt idx="111">
                  <c:v>0.95483845</c:v>
                </c:pt>
                <c:pt idx="112">
                  <c:v>0.94701129</c:v>
                </c:pt>
                <c:pt idx="113">
                  <c:v>0.93854868</c:v>
                </c:pt>
                <c:pt idx="114">
                  <c:v>0.92951065</c:v>
                </c:pt>
                <c:pt idx="115">
                  <c:v>0.9209944</c:v>
                </c:pt>
                <c:pt idx="116">
                  <c:v>0.91104382</c:v>
                </c:pt>
                <c:pt idx="117">
                  <c:v>0.90067482</c:v>
                </c:pt>
                <c:pt idx="118">
                  <c:v>0.89111316</c:v>
                </c:pt>
                <c:pt idx="119">
                  <c:v>0.88043225</c:v>
                </c:pt>
              </c:numCache>
            </c:numRef>
          </c:yVal>
        </c:ser>
        <c:ser>
          <c:idx val="36"/>
          <c:order val="36"/>
          <c:tx>
            <c:v>Batch3_cell_040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Data'!$BU$2:$BU$121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34</c:v>
                </c:pt>
                <c:pt idx="6">
                  <c:v>41</c:v>
                </c:pt>
                <c:pt idx="7">
                  <c:v>48</c:v>
                </c:pt>
                <c:pt idx="8">
                  <c:v>54</c:v>
                </c:pt>
                <c:pt idx="9">
                  <c:v>61</c:v>
                </c:pt>
                <c:pt idx="10">
                  <c:v>68</c:v>
                </c:pt>
                <c:pt idx="11">
                  <c:v>74</c:v>
                </c:pt>
                <c:pt idx="12">
                  <c:v>81</c:v>
                </c:pt>
                <c:pt idx="13">
                  <c:v>88</c:v>
                </c:pt>
                <c:pt idx="14">
                  <c:v>94</c:v>
                </c:pt>
                <c:pt idx="15">
                  <c:v>101</c:v>
                </c:pt>
                <c:pt idx="16">
                  <c:v>108</c:v>
                </c:pt>
                <c:pt idx="17">
                  <c:v>114</c:v>
                </c:pt>
                <c:pt idx="18">
                  <c:v>121</c:v>
                </c:pt>
                <c:pt idx="19">
                  <c:v>128</c:v>
                </c:pt>
                <c:pt idx="20">
                  <c:v>134</c:v>
                </c:pt>
                <c:pt idx="21">
                  <c:v>141</c:v>
                </c:pt>
                <c:pt idx="22">
                  <c:v>148</c:v>
                </c:pt>
                <c:pt idx="23">
                  <c:v>154</c:v>
                </c:pt>
                <c:pt idx="24">
                  <c:v>161</c:v>
                </c:pt>
                <c:pt idx="25">
                  <c:v>168</c:v>
                </c:pt>
                <c:pt idx="26">
                  <c:v>174</c:v>
                </c:pt>
                <c:pt idx="27">
                  <c:v>181</c:v>
                </c:pt>
                <c:pt idx="28">
                  <c:v>188</c:v>
                </c:pt>
                <c:pt idx="29">
                  <c:v>194</c:v>
                </c:pt>
                <c:pt idx="30">
                  <c:v>201</c:v>
                </c:pt>
                <c:pt idx="31">
                  <c:v>208</c:v>
                </c:pt>
                <c:pt idx="32">
                  <c:v>215</c:v>
                </c:pt>
                <c:pt idx="33">
                  <c:v>221</c:v>
                </c:pt>
                <c:pt idx="34">
                  <c:v>228</c:v>
                </c:pt>
                <c:pt idx="35">
                  <c:v>235</c:v>
                </c:pt>
                <c:pt idx="36">
                  <c:v>241</c:v>
                </c:pt>
                <c:pt idx="37">
                  <c:v>248</c:v>
                </c:pt>
                <c:pt idx="38">
                  <c:v>255</c:v>
                </c:pt>
                <c:pt idx="39">
                  <c:v>261</c:v>
                </c:pt>
                <c:pt idx="40">
                  <c:v>268</c:v>
                </c:pt>
                <c:pt idx="41">
                  <c:v>275</c:v>
                </c:pt>
                <c:pt idx="42">
                  <c:v>281</c:v>
                </c:pt>
                <c:pt idx="43">
                  <c:v>288</c:v>
                </c:pt>
                <c:pt idx="44">
                  <c:v>295</c:v>
                </c:pt>
                <c:pt idx="45">
                  <c:v>301</c:v>
                </c:pt>
                <c:pt idx="46">
                  <c:v>308</c:v>
                </c:pt>
                <c:pt idx="47">
                  <c:v>315</c:v>
                </c:pt>
                <c:pt idx="48">
                  <c:v>321</c:v>
                </c:pt>
                <c:pt idx="49">
                  <c:v>328</c:v>
                </c:pt>
                <c:pt idx="50">
                  <c:v>335</c:v>
                </c:pt>
                <c:pt idx="51">
                  <c:v>341</c:v>
                </c:pt>
                <c:pt idx="52">
                  <c:v>348</c:v>
                </c:pt>
                <c:pt idx="53">
                  <c:v>355</c:v>
                </c:pt>
                <c:pt idx="54">
                  <c:v>361</c:v>
                </c:pt>
                <c:pt idx="55">
                  <c:v>368</c:v>
                </c:pt>
                <c:pt idx="56">
                  <c:v>375</c:v>
                </c:pt>
                <c:pt idx="57">
                  <c:v>381</c:v>
                </c:pt>
                <c:pt idx="58">
                  <c:v>388</c:v>
                </c:pt>
                <c:pt idx="59">
                  <c:v>395</c:v>
                </c:pt>
                <c:pt idx="60">
                  <c:v>401</c:v>
                </c:pt>
                <c:pt idx="61">
                  <c:v>408</c:v>
                </c:pt>
                <c:pt idx="62">
                  <c:v>415</c:v>
                </c:pt>
                <c:pt idx="63">
                  <c:v>421</c:v>
                </c:pt>
                <c:pt idx="64">
                  <c:v>428</c:v>
                </c:pt>
                <c:pt idx="65">
                  <c:v>435</c:v>
                </c:pt>
                <c:pt idx="66">
                  <c:v>441</c:v>
                </c:pt>
                <c:pt idx="67">
                  <c:v>448</c:v>
                </c:pt>
                <c:pt idx="68">
                  <c:v>455</c:v>
                </c:pt>
                <c:pt idx="69">
                  <c:v>461</c:v>
                </c:pt>
                <c:pt idx="70">
                  <c:v>468</c:v>
                </c:pt>
                <c:pt idx="71">
                  <c:v>475</c:v>
                </c:pt>
                <c:pt idx="72">
                  <c:v>481</c:v>
                </c:pt>
                <c:pt idx="73">
                  <c:v>488</c:v>
                </c:pt>
                <c:pt idx="74">
                  <c:v>495</c:v>
                </c:pt>
                <c:pt idx="75">
                  <c:v>501</c:v>
                </c:pt>
                <c:pt idx="76">
                  <c:v>508</c:v>
                </c:pt>
                <c:pt idx="77">
                  <c:v>515</c:v>
                </c:pt>
                <c:pt idx="78">
                  <c:v>521</c:v>
                </c:pt>
                <c:pt idx="79">
                  <c:v>528</c:v>
                </c:pt>
                <c:pt idx="80">
                  <c:v>535</c:v>
                </c:pt>
                <c:pt idx="81">
                  <c:v>541</c:v>
                </c:pt>
                <c:pt idx="82">
                  <c:v>548</c:v>
                </c:pt>
                <c:pt idx="83">
                  <c:v>555</c:v>
                </c:pt>
                <c:pt idx="84">
                  <c:v>561</c:v>
                </c:pt>
                <c:pt idx="85">
                  <c:v>568</c:v>
                </c:pt>
                <c:pt idx="86">
                  <c:v>575</c:v>
                </c:pt>
                <c:pt idx="87">
                  <c:v>581</c:v>
                </c:pt>
                <c:pt idx="88">
                  <c:v>588</c:v>
                </c:pt>
                <c:pt idx="89">
                  <c:v>595</c:v>
                </c:pt>
                <c:pt idx="90">
                  <c:v>602</c:v>
                </c:pt>
                <c:pt idx="91">
                  <c:v>608</c:v>
                </c:pt>
                <c:pt idx="92">
                  <c:v>615</c:v>
                </c:pt>
                <c:pt idx="93">
                  <c:v>622</c:v>
                </c:pt>
                <c:pt idx="94">
                  <c:v>628</c:v>
                </c:pt>
                <c:pt idx="95">
                  <c:v>635</c:v>
                </c:pt>
                <c:pt idx="96">
                  <c:v>642</c:v>
                </c:pt>
                <c:pt idx="97">
                  <c:v>648</c:v>
                </c:pt>
                <c:pt idx="98">
                  <c:v>655</c:v>
                </c:pt>
                <c:pt idx="99">
                  <c:v>662</c:v>
                </c:pt>
                <c:pt idx="100">
                  <c:v>668</c:v>
                </c:pt>
                <c:pt idx="101">
                  <c:v>675</c:v>
                </c:pt>
                <c:pt idx="102">
                  <c:v>682</c:v>
                </c:pt>
                <c:pt idx="103">
                  <c:v>688</c:v>
                </c:pt>
                <c:pt idx="104">
                  <c:v>695</c:v>
                </c:pt>
                <c:pt idx="105">
                  <c:v>702</c:v>
                </c:pt>
                <c:pt idx="106">
                  <c:v>708</c:v>
                </c:pt>
                <c:pt idx="107">
                  <c:v>715</c:v>
                </c:pt>
                <c:pt idx="108">
                  <c:v>722</c:v>
                </c:pt>
                <c:pt idx="109">
                  <c:v>728</c:v>
                </c:pt>
                <c:pt idx="110">
                  <c:v>735</c:v>
                </c:pt>
                <c:pt idx="111">
                  <c:v>742</c:v>
                </c:pt>
                <c:pt idx="112">
                  <c:v>748</c:v>
                </c:pt>
                <c:pt idx="113">
                  <c:v>755</c:v>
                </c:pt>
                <c:pt idx="114">
                  <c:v>762</c:v>
                </c:pt>
                <c:pt idx="115">
                  <c:v>768</c:v>
                </c:pt>
                <c:pt idx="116">
                  <c:v>775</c:v>
                </c:pt>
                <c:pt idx="117">
                  <c:v>782</c:v>
                </c:pt>
                <c:pt idx="118">
                  <c:v>788</c:v>
                </c:pt>
                <c:pt idx="119">
                  <c:v>795</c:v>
                </c:pt>
              </c:numCache>
            </c:numRef>
          </c:xVal>
          <c:yVal>
            <c:numRef>
              <c:f>'Chart Data'!$BV$2:$BV$121</c:f>
              <c:numCache>
                <c:formatCode>General</c:formatCode>
                <c:ptCount val="120"/>
                <c:pt idx="0">
                  <c:v>1.0581568</c:v>
                </c:pt>
                <c:pt idx="1">
                  <c:v>1.0627854</c:v>
                </c:pt>
                <c:pt idx="2">
                  <c:v>1.0635041</c:v>
                </c:pt>
                <c:pt idx="3">
                  <c:v>1.0636953</c:v>
                </c:pt>
                <c:pt idx="4">
                  <c:v>1.0637745</c:v>
                </c:pt>
                <c:pt idx="5">
                  <c:v>1.0638335</c:v>
                </c:pt>
                <c:pt idx="6">
                  <c:v>1.0636122</c:v>
                </c:pt>
                <c:pt idx="7">
                  <c:v>1.063566</c:v>
                </c:pt>
                <c:pt idx="8">
                  <c:v>1.0635016</c:v>
                </c:pt>
                <c:pt idx="9">
                  <c:v>1.063215</c:v>
                </c:pt>
                <c:pt idx="10">
                  <c:v>1.0628735</c:v>
                </c:pt>
                <c:pt idx="11">
                  <c:v>1.0627843</c:v>
                </c:pt>
                <c:pt idx="12">
                  <c:v>1.062579</c:v>
                </c:pt>
                <c:pt idx="13">
                  <c:v>1.0624385</c:v>
                </c:pt>
                <c:pt idx="14">
                  <c:v>1.062027</c:v>
                </c:pt>
                <c:pt idx="15">
                  <c:v>1.0617945</c:v>
                </c:pt>
                <c:pt idx="16">
                  <c:v>1.0615463</c:v>
                </c:pt>
                <c:pt idx="17">
                  <c:v>1.0613753</c:v>
                </c:pt>
                <c:pt idx="18">
                  <c:v>1.0611519</c:v>
                </c:pt>
                <c:pt idx="19">
                  <c:v>1.0608765</c:v>
                </c:pt>
                <c:pt idx="20">
                  <c:v>1.0604618</c:v>
                </c:pt>
                <c:pt idx="21">
                  <c:v>1.0602953</c:v>
                </c:pt>
                <c:pt idx="22">
                  <c:v>1.0600498</c:v>
                </c:pt>
                <c:pt idx="23">
                  <c:v>1.0596513</c:v>
                </c:pt>
                <c:pt idx="24">
                  <c:v>1.0592593</c:v>
                </c:pt>
                <c:pt idx="25">
                  <c:v>1.0589113</c:v>
                </c:pt>
                <c:pt idx="26">
                  <c:v>1.058735</c:v>
                </c:pt>
                <c:pt idx="27">
                  <c:v>1.0584251</c:v>
                </c:pt>
                <c:pt idx="28">
                  <c:v>1.0580703</c:v>
                </c:pt>
                <c:pt idx="29">
                  <c:v>1.0575994</c:v>
                </c:pt>
                <c:pt idx="30">
                  <c:v>1.0573385</c:v>
                </c:pt>
                <c:pt idx="31">
                  <c:v>1.0570251</c:v>
                </c:pt>
                <c:pt idx="32">
                  <c:v>1.056659</c:v>
                </c:pt>
                <c:pt idx="33">
                  <c:v>1.0563715</c:v>
                </c:pt>
                <c:pt idx="34">
                  <c:v>1.0559802</c:v>
                </c:pt>
                <c:pt idx="35">
                  <c:v>1.0556333</c:v>
                </c:pt>
                <c:pt idx="36">
                  <c:v>1.0553093</c:v>
                </c:pt>
                <c:pt idx="37">
                  <c:v>1.054933</c:v>
                </c:pt>
                <c:pt idx="38">
                  <c:v>1.054442</c:v>
                </c:pt>
                <c:pt idx="39">
                  <c:v>1.054029</c:v>
                </c:pt>
                <c:pt idx="40">
                  <c:v>1.0537044</c:v>
                </c:pt>
                <c:pt idx="41">
                  <c:v>1.0531715</c:v>
                </c:pt>
                <c:pt idx="42">
                  <c:v>1.0528734</c:v>
                </c:pt>
                <c:pt idx="43">
                  <c:v>1.0522946</c:v>
                </c:pt>
                <c:pt idx="44">
                  <c:v>1.0517365</c:v>
                </c:pt>
                <c:pt idx="45">
                  <c:v>1.0512495</c:v>
                </c:pt>
                <c:pt idx="46">
                  <c:v>1.0508821</c:v>
                </c:pt>
                <c:pt idx="47">
                  <c:v>1.0503238</c:v>
                </c:pt>
                <c:pt idx="48">
                  <c:v>1.0498626</c:v>
                </c:pt>
                <c:pt idx="49">
                  <c:v>1.0493751</c:v>
                </c:pt>
                <c:pt idx="50">
                  <c:v>1.0487882</c:v>
                </c:pt>
                <c:pt idx="51">
                  <c:v>1.048344</c:v>
                </c:pt>
                <c:pt idx="52">
                  <c:v>1.0477207</c:v>
                </c:pt>
                <c:pt idx="53">
                  <c:v>1.0470309</c:v>
                </c:pt>
                <c:pt idx="54">
                  <c:v>1.0464944</c:v>
                </c:pt>
                <c:pt idx="55">
                  <c:v>1.0461019</c:v>
                </c:pt>
                <c:pt idx="56">
                  <c:v>1.045563</c:v>
                </c:pt>
                <c:pt idx="57">
                  <c:v>1.0451722</c:v>
                </c:pt>
                <c:pt idx="58">
                  <c:v>1.0444617</c:v>
                </c:pt>
                <c:pt idx="59">
                  <c:v>1.0439703</c:v>
                </c:pt>
                <c:pt idx="60">
                  <c:v>1.0434622</c:v>
                </c:pt>
                <c:pt idx="61">
                  <c:v>1.0427198</c:v>
                </c:pt>
                <c:pt idx="62">
                  <c:v>1.0421381</c:v>
                </c:pt>
                <c:pt idx="63">
                  <c:v>1.0415308</c:v>
                </c:pt>
                <c:pt idx="64">
                  <c:v>1.0408888</c:v>
                </c:pt>
                <c:pt idx="65">
                  <c:v>1.0402492</c:v>
                </c:pt>
                <c:pt idx="66">
                  <c:v>1.0395504</c:v>
                </c:pt>
                <c:pt idx="67">
                  <c:v>1.0386614</c:v>
                </c:pt>
                <c:pt idx="68">
                  <c:v>1.0378578</c:v>
                </c:pt>
                <c:pt idx="69">
                  <c:v>1.0372963</c:v>
                </c:pt>
                <c:pt idx="70">
                  <c:v>1.0366777</c:v>
                </c:pt>
                <c:pt idx="71">
                  <c:v>1.035799</c:v>
                </c:pt>
                <c:pt idx="72">
                  <c:v>1.0350218</c:v>
                </c:pt>
                <c:pt idx="73">
                  <c:v>1.0341104</c:v>
                </c:pt>
                <c:pt idx="74">
                  <c:v>1.033332</c:v>
                </c:pt>
                <c:pt idx="75">
                  <c:v>1.032423</c:v>
                </c:pt>
                <c:pt idx="76">
                  <c:v>1.0314049</c:v>
                </c:pt>
                <c:pt idx="77">
                  <c:v>1.030248</c:v>
                </c:pt>
                <c:pt idx="78">
                  <c:v>1.0291016</c:v>
                </c:pt>
                <c:pt idx="79">
                  <c:v>1.0281953</c:v>
                </c:pt>
                <c:pt idx="80">
                  <c:v>1.0271289</c:v>
                </c:pt>
                <c:pt idx="81">
                  <c:v>1.0260259</c:v>
                </c:pt>
                <c:pt idx="82">
                  <c:v>1.0246222</c:v>
                </c:pt>
                <c:pt idx="83">
                  <c:v>1.0234292</c:v>
                </c:pt>
                <c:pt idx="84">
                  <c:v>1.0221816</c:v>
                </c:pt>
                <c:pt idx="85">
                  <c:v>1.0209366</c:v>
                </c:pt>
                <c:pt idx="86">
                  <c:v>1.019626</c:v>
                </c:pt>
                <c:pt idx="87">
                  <c:v>1.0183058</c:v>
                </c:pt>
                <c:pt idx="88">
                  <c:v>1.0166504</c:v>
                </c:pt>
                <c:pt idx="89">
                  <c:v>1.0150007</c:v>
                </c:pt>
                <c:pt idx="90">
                  <c:v>1.0131279</c:v>
                </c:pt>
                <c:pt idx="91">
                  <c:v>1.0115812</c:v>
                </c:pt>
                <c:pt idx="92">
                  <c:v>1.009457</c:v>
                </c:pt>
                <c:pt idx="93">
                  <c:v>1.0073907</c:v>
                </c:pt>
                <c:pt idx="94">
                  <c:v>1.0055324</c:v>
                </c:pt>
                <c:pt idx="95">
                  <c:v>1.0032589</c:v>
                </c:pt>
                <c:pt idx="96">
                  <c:v>1.0006737</c:v>
                </c:pt>
                <c:pt idx="97">
                  <c:v>0.9984923</c:v>
                </c:pt>
                <c:pt idx="98">
                  <c:v>0.99561429</c:v>
                </c:pt>
                <c:pt idx="99">
                  <c:v>0.99270594</c:v>
                </c:pt>
                <c:pt idx="100">
                  <c:v>0.98999691</c:v>
                </c:pt>
                <c:pt idx="101">
                  <c:v>0.98654407</c:v>
                </c:pt>
                <c:pt idx="102">
                  <c:v>0.9829042</c:v>
                </c:pt>
                <c:pt idx="103">
                  <c:v>0.97951585</c:v>
                </c:pt>
                <c:pt idx="104">
                  <c:v>0.97538829</c:v>
                </c:pt>
                <c:pt idx="105">
                  <c:v>0.97096926</c:v>
                </c:pt>
                <c:pt idx="106">
                  <c:v>0.96701342</c:v>
                </c:pt>
                <c:pt idx="107">
                  <c:v>0.96199846</c:v>
                </c:pt>
                <c:pt idx="108">
                  <c:v>0.95673454</c:v>
                </c:pt>
                <c:pt idx="109">
                  <c:v>0.95189184</c:v>
                </c:pt>
                <c:pt idx="110">
                  <c:v>0.94598091</c:v>
                </c:pt>
                <c:pt idx="111">
                  <c:v>0.93970031</c:v>
                </c:pt>
                <c:pt idx="112">
                  <c:v>0.93411672</c:v>
                </c:pt>
                <c:pt idx="113">
                  <c:v>0.92710525</c:v>
                </c:pt>
                <c:pt idx="114">
                  <c:v>0.91965663</c:v>
                </c:pt>
                <c:pt idx="115">
                  <c:v>0.91300118</c:v>
                </c:pt>
                <c:pt idx="116">
                  <c:v>0.90500897</c:v>
                </c:pt>
                <c:pt idx="117">
                  <c:v>0.89667034</c:v>
                </c:pt>
                <c:pt idx="118">
                  <c:v>0.88917232</c:v>
                </c:pt>
                <c:pt idx="119">
                  <c:v>0.88070726</c:v>
                </c:pt>
              </c:numCache>
            </c:numRef>
          </c:yVal>
        </c:ser>
        <c:ser>
          <c:idx val="37"/>
          <c:order val="37"/>
          <c:tx>
            <c:v>Batch3_cell_041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Data'!$BW$2:$BW$121</c:f>
              <c:numCache>
                <c:formatCode>General</c:formatCode>
                <c:ptCount val="120"/>
                <c:pt idx="0">
                  <c:v>1</c:v>
                </c:pt>
                <c:pt idx="1">
                  <c:v>8</c:v>
                </c:pt>
                <c:pt idx="2">
                  <c:v>14</c:v>
                </c:pt>
                <c:pt idx="3">
                  <c:v>21</c:v>
                </c:pt>
                <c:pt idx="4">
                  <c:v>27</c:v>
                </c:pt>
                <c:pt idx="5">
                  <c:v>34</c:v>
                </c:pt>
                <c:pt idx="6">
                  <c:v>41</c:v>
                </c:pt>
                <c:pt idx="7">
                  <c:v>47</c:v>
                </c:pt>
                <c:pt idx="8">
                  <c:v>54</c:v>
                </c:pt>
                <c:pt idx="9">
                  <c:v>60</c:v>
                </c:pt>
                <c:pt idx="10">
                  <c:v>67</c:v>
                </c:pt>
                <c:pt idx="11">
                  <c:v>73</c:v>
                </c:pt>
                <c:pt idx="12">
                  <c:v>80</c:v>
                </c:pt>
                <c:pt idx="13">
                  <c:v>87</c:v>
                </c:pt>
                <c:pt idx="14">
                  <c:v>93</c:v>
                </c:pt>
                <c:pt idx="15">
                  <c:v>100</c:v>
                </c:pt>
                <c:pt idx="16">
                  <c:v>106</c:v>
                </c:pt>
                <c:pt idx="17">
                  <c:v>113</c:v>
                </c:pt>
                <c:pt idx="18">
                  <c:v>120</c:v>
                </c:pt>
                <c:pt idx="19">
                  <c:v>126</c:v>
                </c:pt>
                <c:pt idx="20">
                  <c:v>133</c:v>
                </c:pt>
                <c:pt idx="21">
                  <c:v>139</c:v>
                </c:pt>
                <c:pt idx="22">
                  <c:v>146</c:v>
                </c:pt>
                <c:pt idx="23">
                  <c:v>153</c:v>
                </c:pt>
                <c:pt idx="24">
                  <c:v>159</c:v>
                </c:pt>
                <c:pt idx="25">
                  <c:v>166</c:v>
                </c:pt>
                <c:pt idx="26">
                  <c:v>172</c:v>
                </c:pt>
                <c:pt idx="27">
                  <c:v>179</c:v>
                </c:pt>
                <c:pt idx="28">
                  <c:v>185</c:v>
                </c:pt>
                <c:pt idx="29">
                  <c:v>192</c:v>
                </c:pt>
                <c:pt idx="30">
                  <c:v>199</c:v>
                </c:pt>
                <c:pt idx="31">
                  <c:v>205</c:v>
                </c:pt>
                <c:pt idx="32">
                  <c:v>212</c:v>
                </c:pt>
                <c:pt idx="33">
                  <c:v>218</c:v>
                </c:pt>
                <c:pt idx="34">
                  <c:v>225</c:v>
                </c:pt>
                <c:pt idx="35">
                  <c:v>232</c:v>
                </c:pt>
                <c:pt idx="36">
                  <c:v>238</c:v>
                </c:pt>
                <c:pt idx="37">
                  <c:v>245</c:v>
                </c:pt>
                <c:pt idx="38">
                  <c:v>251</c:v>
                </c:pt>
                <c:pt idx="39">
                  <c:v>258</c:v>
                </c:pt>
                <c:pt idx="40">
                  <c:v>265</c:v>
                </c:pt>
                <c:pt idx="41">
                  <c:v>271</c:v>
                </c:pt>
                <c:pt idx="42">
                  <c:v>278</c:v>
                </c:pt>
                <c:pt idx="43">
                  <c:v>284</c:v>
                </c:pt>
                <c:pt idx="44">
                  <c:v>291</c:v>
                </c:pt>
                <c:pt idx="45">
                  <c:v>297</c:v>
                </c:pt>
                <c:pt idx="46">
                  <c:v>304</c:v>
                </c:pt>
                <c:pt idx="47">
                  <c:v>311</c:v>
                </c:pt>
                <c:pt idx="48">
                  <c:v>317</c:v>
                </c:pt>
                <c:pt idx="49">
                  <c:v>324</c:v>
                </c:pt>
                <c:pt idx="50">
                  <c:v>330</c:v>
                </c:pt>
                <c:pt idx="51">
                  <c:v>337</c:v>
                </c:pt>
                <c:pt idx="52">
                  <c:v>344</c:v>
                </c:pt>
                <c:pt idx="53">
                  <c:v>350</c:v>
                </c:pt>
                <c:pt idx="54">
                  <c:v>357</c:v>
                </c:pt>
                <c:pt idx="55">
                  <c:v>363</c:v>
                </c:pt>
                <c:pt idx="56">
                  <c:v>370</c:v>
                </c:pt>
                <c:pt idx="57">
                  <c:v>377</c:v>
                </c:pt>
                <c:pt idx="58">
                  <c:v>383</c:v>
                </c:pt>
                <c:pt idx="59">
                  <c:v>390</c:v>
                </c:pt>
                <c:pt idx="60">
                  <c:v>396</c:v>
                </c:pt>
                <c:pt idx="61">
                  <c:v>403</c:v>
                </c:pt>
                <c:pt idx="62">
                  <c:v>409</c:v>
                </c:pt>
                <c:pt idx="63">
                  <c:v>416</c:v>
                </c:pt>
                <c:pt idx="64">
                  <c:v>423</c:v>
                </c:pt>
                <c:pt idx="65">
                  <c:v>429</c:v>
                </c:pt>
                <c:pt idx="66">
                  <c:v>436</c:v>
                </c:pt>
                <c:pt idx="67">
                  <c:v>442</c:v>
                </c:pt>
                <c:pt idx="68">
                  <c:v>449</c:v>
                </c:pt>
                <c:pt idx="69">
                  <c:v>456</c:v>
                </c:pt>
                <c:pt idx="70">
                  <c:v>462</c:v>
                </c:pt>
                <c:pt idx="71">
                  <c:v>469</c:v>
                </c:pt>
                <c:pt idx="72">
                  <c:v>475</c:v>
                </c:pt>
                <c:pt idx="73">
                  <c:v>482</c:v>
                </c:pt>
                <c:pt idx="74">
                  <c:v>489</c:v>
                </c:pt>
                <c:pt idx="75">
                  <c:v>495</c:v>
                </c:pt>
                <c:pt idx="76">
                  <c:v>502</c:v>
                </c:pt>
                <c:pt idx="77">
                  <c:v>508</c:v>
                </c:pt>
                <c:pt idx="78">
                  <c:v>515</c:v>
                </c:pt>
                <c:pt idx="79">
                  <c:v>521</c:v>
                </c:pt>
                <c:pt idx="80">
                  <c:v>528</c:v>
                </c:pt>
                <c:pt idx="81">
                  <c:v>535</c:v>
                </c:pt>
                <c:pt idx="82">
                  <c:v>541</c:v>
                </c:pt>
                <c:pt idx="83">
                  <c:v>548</c:v>
                </c:pt>
                <c:pt idx="84">
                  <c:v>554</c:v>
                </c:pt>
                <c:pt idx="85">
                  <c:v>561</c:v>
                </c:pt>
                <c:pt idx="86">
                  <c:v>568</c:v>
                </c:pt>
                <c:pt idx="87">
                  <c:v>574</c:v>
                </c:pt>
                <c:pt idx="88">
                  <c:v>581</c:v>
                </c:pt>
                <c:pt idx="89">
                  <c:v>587</c:v>
                </c:pt>
                <c:pt idx="90">
                  <c:v>594</c:v>
                </c:pt>
                <c:pt idx="91">
                  <c:v>601</c:v>
                </c:pt>
                <c:pt idx="92">
                  <c:v>607</c:v>
                </c:pt>
                <c:pt idx="93">
                  <c:v>614</c:v>
                </c:pt>
                <c:pt idx="94">
                  <c:v>620</c:v>
                </c:pt>
                <c:pt idx="95">
                  <c:v>627</c:v>
                </c:pt>
                <c:pt idx="96">
                  <c:v>633</c:v>
                </c:pt>
                <c:pt idx="97">
                  <c:v>640</c:v>
                </c:pt>
                <c:pt idx="98">
                  <c:v>647</c:v>
                </c:pt>
                <c:pt idx="99">
                  <c:v>653</c:v>
                </c:pt>
                <c:pt idx="100">
                  <c:v>660</c:v>
                </c:pt>
                <c:pt idx="101">
                  <c:v>666</c:v>
                </c:pt>
                <c:pt idx="102">
                  <c:v>673</c:v>
                </c:pt>
                <c:pt idx="103">
                  <c:v>680</c:v>
                </c:pt>
                <c:pt idx="104">
                  <c:v>686</c:v>
                </c:pt>
                <c:pt idx="105">
                  <c:v>693</c:v>
                </c:pt>
                <c:pt idx="106">
                  <c:v>699</c:v>
                </c:pt>
                <c:pt idx="107">
                  <c:v>706</c:v>
                </c:pt>
                <c:pt idx="108">
                  <c:v>713</c:v>
                </c:pt>
                <c:pt idx="109">
                  <c:v>719</c:v>
                </c:pt>
                <c:pt idx="110">
                  <c:v>726</c:v>
                </c:pt>
                <c:pt idx="111">
                  <c:v>732</c:v>
                </c:pt>
                <c:pt idx="112">
                  <c:v>739</c:v>
                </c:pt>
                <c:pt idx="113">
                  <c:v>745</c:v>
                </c:pt>
                <c:pt idx="114">
                  <c:v>752</c:v>
                </c:pt>
                <c:pt idx="115">
                  <c:v>759</c:v>
                </c:pt>
                <c:pt idx="116">
                  <c:v>765</c:v>
                </c:pt>
                <c:pt idx="117">
                  <c:v>772</c:v>
                </c:pt>
                <c:pt idx="118">
                  <c:v>778</c:v>
                </c:pt>
                <c:pt idx="119">
                  <c:v>785</c:v>
                </c:pt>
              </c:numCache>
            </c:numRef>
          </c:xVal>
          <c:yVal>
            <c:numRef>
              <c:f>'Chart Data'!$BX$2:$BX$121</c:f>
              <c:numCache>
                <c:formatCode>General</c:formatCode>
                <c:ptCount val="120"/>
                <c:pt idx="0">
                  <c:v>1.0491925</c:v>
                </c:pt>
                <c:pt idx="1">
                  <c:v>1.0534476</c:v>
                </c:pt>
                <c:pt idx="2">
                  <c:v>1.0539535</c:v>
                </c:pt>
                <c:pt idx="3">
                  <c:v>1.0544653</c:v>
                </c:pt>
                <c:pt idx="4">
                  <c:v>1.0545678</c:v>
                </c:pt>
                <c:pt idx="5">
                  <c:v>1.0548266</c:v>
                </c:pt>
                <c:pt idx="6">
                  <c:v>1.0546719</c:v>
                </c:pt>
                <c:pt idx="7">
                  <c:v>1.0547012</c:v>
                </c:pt>
                <c:pt idx="8">
                  <c:v>1.0548587</c:v>
                </c:pt>
                <c:pt idx="9">
                  <c:v>1.054788</c:v>
                </c:pt>
                <c:pt idx="10">
                  <c:v>1.0546703</c:v>
                </c:pt>
                <c:pt idx="11">
                  <c:v>1.0545518</c:v>
                </c:pt>
                <c:pt idx="12">
                  <c:v>1.0544508</c:v>
                </c:pt>
                <c:pt idx="13">
                  <c:v>1.054287</c:v>
                </c:pt>
                <c:pt idx="14">
                  <c:v>1.0544491</c:v>
                </c:pt>
                <c:pt idx="15">
                  <c:v>1.0541531</c:v>
                </c:pt>
                <c:pt idx="16">
                  <c:v>1.0539695</c:v>
                </c:pt>
                <c:pt idx="17">
                  <c:v>1.0539262</c:v>
                </c:pt>
                <c:pt idx="18">
                  <c:v>1.0538286</c:v>
                </c:pt>
                <c:pt idx="19">
                  <c:v>1.0538388</c:v>
                </c:pt>
                <c:pt idx="20">
                  <c:v>1.0534793</c:v>
                </c:pt>
                <c:pt idx="21">
                  <c:v>1.0531301</c:v>
                </c:pt>
                <c:pt idx="22">
                  <c:v>1.053043</c:v>
                </c:pt>
                <c:pt idx="23">
                  <c:v>1.0529326</c:v>
                </c:pt>
                <c:pt idx="24">
                  <c:v>1.0526898</c:v>
                </c:pt>
                <c:pt idx="25">
                  <c:v>1.0523653</c:v>
                </c:pt>
                <c:pt idx="26">
                  <c:v>1.052063</c:v>
                </c:pt>
                <c:pt idx="27">
                  <c:v>1.0521051</c:v>
                </c:pt>
                <c:pt idx="28">
                  <c:v>1.0519587</c:v>
                </c:pt>
                <c:pt idx="29">
                  <c:v>1.0516176</c:v>
                </c:pt>
                <c:pt idx="30">
                  <c:v>1.0513121</c:v>
                </c:pt>
                <c:pt idx="31">
                  <c:v>1.0508331</c:v>
                </c:pt>
                <c:pt idx="32">
                  <c:v>1.0508482</c:v>
                </c:pt>
                <c:pt idx="33">
                  <c:v>1.0507559</c:v>
                </c:pt>
                <c:pt idx="34">
                  <c:v>1.0504564</c:v>
                </c:pt>
                <c:pt idx="35">
                  <c:v>1.0501934</c:v>
                </c:pt>
                <c:pt idx="36">
                  <c:v>1.049878</c:v>
                </c:pt>
                <c:pt idx="37">
                  <c:v>1.0495564</c:v>
                </c:pt>
                <c:pt idx="38">
                  <c:v>1.0493397</c:v>
                </c:pt>
                <c:pt idx="39">
                  <c:v>1.0490803</c:v>
                </c:pt>
                <c:pt idx="40">
                  <c:v>1.0486721</c:v>
                </c:pt>
                <c:pt idx="41">
                  <c:v>1.0483561</c:v>
                </c:pt>
                <c:pt idx="42">
                  <c:v>1.0480797</c:v>
                </c:pt>
                <c:pt idx="43">
                  <c:v>1.0477389</c:v>
                </c:pt>
                <c:pt idx="44">
                  <c:v>1.0474017</c:v>
                </c:pt>
                <c:pt idx="45">
                  <c:v>1.0471032</c:v>
                </c:pt>
                <c:pt idx="46">
                  <c:v>1.0466037</c:v>
                </c:pt>
                <c:pt idx="47">
                  <c:v>1.0462606</c:v>
                </c:pt>
                <c:pt idx="48">
                  <c:v>1.0459089</c:v>
                </c:pt>
                <c:pt idx="49">
                  <c:v>1.0453886</c:v>
                </c:pt>
                <c:pt idx="50">
                  <c:v>1.0450903</c:v>
                </c:pt>
                <c:pt idx="51">
                  <c:v>1.0446352</c:v>
                </c:pt>
                <c:pt idx="52">
                  <c:v>1.0441594</c:v>
                </c:pt>
                <c:pt idx="53">
                  <c:v>1.0439172</c:v>
                </c:pt>
                <c:pt idx="54">
                  <c:v>1.0433577</c:v>
                </c:pt>
                <c:pt idx="55">
                  <c:v>1.0429307</c:v>
                </c:pt>
                <c:pt idx="56">
                  <c:v>1.0423647</c:v>
                </c:pt>
                <c:pt idx="57">
                  <c:v>1.0419</c:v>
                </c:pt>
                <c:pt idx="58">
                  <c:v>1.0416403</c:v>
                </c:pt>
                <c:pt idx="59">
                  <c:v>1.0411792</c:v>
                </c:pt>
                <c:pt idx="60">
                  <c:v>1.0406955</c:v>
                </c:pt>
                <c:pt idx="61">
                  <c:v>1.0401673</c:v>
                </c:pt>
                <c:pt idx="62">
                  <c:v>1.0398313</c:v>
                </c:pt>
                <c:pt idx="63">
                  <c:v>1.0392441</c:v>
                </c:pt>
                <c:pt idx="64">
                  <c:v>1.0386294</c:v>
                </c:pt>
                <c:pt idx="65">
                  <c:v>1.0381306</c:v>
                </c:pt>
                <c:pt idx="66">
                  <c:v>1.0375942</c:v>
                </c:pt>
                <c:pt idx="67">
                  <c:v>1.0370333</c:v>
                </c:pt>
                <c:pt idx="68">
                  <c:v>1.0364264</c:v>
                </c:pt>
                <c:pt idx="69">
                  <c:v>1.035702</c:v>
                </c:pt>
                <c:pt idx="70">
                  <c:v>1.035108</c:v>
                </c:pt>
                <c:pt idx="71">
                  <c:v>1.0342022</c:v>
                </c:pt>
                <c:pt idx="72">
                  <c:v>1.0338331</c:v>
                </c:pt>
                <c:pt idx="73">
                  <c:v>1.0330695</c:v>
                </c:pt>
                <c:pt idx="74">
                  <c:v>1.0323792</c:v>
                </c:pt>
                <c:pt idx="75">
                  <c:v>1.031569</c:v>
                </c:pt>
                <c:pt idx="76">
                  <c:v>1.0307139</c:v>
                </c:pt>
                <c:pt idx="77">
                  <c:v>1.02993</c:v>
                </c:pt>
                <c:pt idx="78">
                  <c:v>1.0290154</c:v>
                </c:pt>
                <c:pt idx="79">
                  <c:v>1.028056</c:v>
                </c:pt>
                <c:pt idx="80">
                  <c:v>1.0267993</c:v>
                </c:pt>
                <c:pt idx="81">
                  <c:v>1.0255264</c:v>
                </c:pt>
                <c:pt idx="82">
                  <c:v>1.0247399</c:v>
                </c:pt>
                <c:pt idx="83">
                  <c:v>1.0235525</c:v>
                </c:pt>
                <c:pt idx="84">
                  <c:v>1.0223444</c:v>
                </c:pt>
                <c:pt idx="85">
                  <c:v>1.0208306</c:v>
                </c:pt>
                <c:pt idx="86">
                  <c:v>1.0191989</c:v>
                </c:pt>
                <c:pt idx="87">
                  <c:v>1.0177894</c:v>
                </c:pt>
                <c:pt idx="88">
                  <c:v>1.0162894</c:v>
                </c:pt>
                <c:pt idx="89">
                  <c:v>1.0148091</c:v>
                </c:pt>
                <c:pt idx="90">
                  <c:v>1.0130011</c:v>
                </c:pt>
                <c:pt idx="91">
                  <c:v>1.0109582</c:v>
                </c:pt>
                <c:pt idx="92">
                  <c:v>1.0091283</c:v>
                </c:pt>
                <c:pt idx="93">
                  <c:v>1.0067842</c:v>
                </c:pt>
                <c:pt idx="94">
                  <c:v>1.004712</c:v>
                </c:pt>
                <c:pt idx="95">
                  <c:v>1.0019336</c:v>
                </c:pt>
                <c:pt idx="96">
                  <c:v>0.99951851</c:v>
                </c:pt>
                <c:pt idx="97">
                  <c:v>0.99644804</c:v>
                </c:pt>
                <c:pt idx="98">
                  <c:v>0.9934833</c:v>
                </c:pt>
                <c:pt idx="99">
                  <c:v>0.9907797</c:v>
                </c:pt>
                <c:pt idx="100">
                  <c:v>0.98726273</c:v>
                </c:pt>
                <c:pt idx="101">
                  <c:v>0.98435873</c:v>
                </c:pt>
                <c:pt idx="102">
                  <c:v>0.98062259</c:v>
                </c:pt>
                <c:pt idx="103">
                  <c:v>0.97687262</c:v>
                </c:pt>
                <c:pt idx="104">
                  <c:v>0.97323751</c:v>
                </c:pt>
                <c:pt idx="105">
                  <c:v>0.96877897</c:v>
                </c:pt>
                <c:pt idx="106">
                  <c:v>0.96465009</c:v>
                </c:pt>
                <c:pt idx="107">
                  <c:v>0.95963907</c:v>
                </c:pt>
                <c:pt idx="108">
                  <c:v>0.95412207</c:v>
                </c:pt>
                <c:pt idx="109">
                  <c:v>0.94895166</c:v>
                </c:pt>
                <c:pt idx="110">
                  <c:v>0.94282961</c:v>
                </c:pt>
                <c:pt idx="111">
                  <c:v>0.93712878</c:v>
                </c:pt>
                <c:pt idx="112">
                  <c:v>0.93013412</c:v>
                </c:pt>
                <c:pt idx="113">
                  <c:v>0.92389858</c:v>
                </c:pt>
                <c:pt idx="114">
                  <c:v>0.91659516</c:v>
                </c:pt>
                <c:pt idx="115">
                  <c:v>0.90906477</c:v>
                </c:pt>
                <c:pt idx="116">
                  <c:v>0.90255576</c:v>
                </c:pt>
                <c:pt idx="117">
                  <c:v>0.89476722</c:v>
                </c:pt>
                <c:pt idx="118">
                  <c:v>0.88813031</c:v>
                </c:pt>
                <c:pt idx="119">
                  <c:v>0.88062328</c:v>
                </c:pt>
              </c:numCache>
            </c:numRef>
          </c:yVal>
        </c:ser>
        <c:ser>
          <c:idx val="38"/>
          <c:order val="38"/>
          <c:tx>
            <c:v>Batch3_cell_044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Data'!$BY$2:$BY$121</c:f>
              <c:numCache>
                <c:formatCode>General</c:formatCode>
                <c:ptCount val="120"/>
                <c:pt idx="0">
                  <c:v>1</c:v>
                </c:pt>
                <c:pt idx="1">
                  <c:v>9</c:v>
                </c:pt>
                <c:pt idx="2">
                  <c:v>17</c:v>
                </c:pt>
                <c:pt idx="3">
                  <c:v>25</c:v>
                </c:pt>
                <c:pt idx="4">
                  <c:v>33</c:v>
                </c:pt>
                <c:pt idx="5">
                  <c:v>40</c:v>
                </c:pt>
                <c:pt idx="6">
                  <c:v>48</c:v>
                </c:pt>
                <c:pt idx="7">
                  <c:v>56</c:v>
                </c:pt>
                <c:pt idx="8">
                  <c:v>64</c:v>
                </c:pt>
                <c:pt idx="9">
                  <c:v>72</c:v>
                </c:pt>
                <c:pt idx="10">
                  <c:v>80</c:v>
                </c:pt>
                <c:pt idx="11">
                  <c:v>88</c:v>
                </c:pt>
                <c:pt idx="12">
                  <c:v>96</c:v>
                </c:pt>
                <c:pt idx="13">
                  <c:v>103</c:v>
                </c:pt>
                <c:pt idx="14">
                  <c:v>111</c:v>
                </c:pt>
                <c:pt idx="15">
                  <c:v>119</c:v>
                </c:pt>
                <c:pt idx="16">
                  <c:v>127</c:v>
                </c:pt>
                <c:pt idx="17">
                  <c:v>135</c:v>
                </c:pt>
                <c:pt idx="18">
                  <c:v>143</c:v>
                </c:pt>
                <c:pt idx="19">
                  <c:v>151</c:v>
                </c:pt>
                <c:pt idx="20">
                  <c:v>159</c:v>
                </c:pt>
                <c:pt idx="21">
                  <c:v>167</c:v>
                </c:pt>
                <c:pt idx="22">
                  <c:v>174</c:v>
                </c:pt>
                <c:pt idx="23">
                  <c:v>182</c:v>
                </c:pt>
                <c:pt idx="24">
                  <c:v>190</c:v>
                </c:pt>
                <c:pt idx="25">
                  <c:v>198</c:v>
                </c:pt>
                <c:pt idx="26">
                  <c:v>206</c:v>
                </c:pt>
                <c:pt idx="27">
                  <c:v>214</c:v>
                </c:pt>
                <c:pt idx="28">
                  <c:v>222</c:v>
                </c:pt>
                <c:pt idx="29">
                  <c:v>230</c:v>
                </c:pt>
                <c:pt idx="30">
                  <c:v>237</c:v>
                </c:pt>
                <c:pt idx="31">
                  <c:v>245</c:v>
                </c:pt>
                <c:pt idx="32">
                  <c:v>253</c:v>
                </c:pt>
                <c:pt idx="33">
                  <c:v>261</c:v>
                </c:pt>
                <c:pt idx="34">
                  <c:v>269</c:v>
                </c:pt>
                <c:pt idx="35">
                  <c:v>277</c:v>
                </c:pt>
                <c:pt idx="36">
                  <c:v>285</c:v>
                </c:pt>
                <c:pt idx="37">
                  <c:v>293</c:v>
                </c:pt>
                <c:pt idx="38">
                  <c:v>301</c:v>
                </c:pt>
                <c:pt idx="39">
                  <c:v>308</c:v>
                </c:pt>
                <c:pt idx="40">
                  <c:v>316</c:v>
                </c:pt>
                <c:pt idx="41">
                  <c:v>324</c:v>
                </c:pt>
                <c:pt idx="42">
                  <c:v>332</c:v>
                </c:pt>
                <c:pt idx="43">
                  <c:v>340</c:v>
                </c:pt>
                <c:pt idx="44">
                  <c:v>348</c:v>
                </c:pt>
                <c:pt idx="45">
                  <c:v>356</c:v>
                </c:pt>
                <c:pt idx="46">
                  <c:v>364</c:v>
                </c:pt>
                <c:pt idx="47">
                  <c:v>371</c:v>
                </c:pt>
                <c:pt idx="48">
                  <c:v>379</c:v>
                </c:pt>
                <c:pt idx="49">
                  <c:v>387</c:v>
                </c:pt>
                <c:pt idx="50">
                  <c:v>395</c:v>
                </c:pt>
                <c:pt idx="51">
                  <c:v>403</c:v>
                </c:pt>
                <c:pt idx="52">
                  <c:v>411</c:v>
                </c:pt>
                <c:pt idx="53">
                  <c:v>419</c:v>
                </c:pt>
                <c:pt idx="54">
                  <c:v>427</c:v>
                </c:pt>
                <c:pt idx="55">
                  <c:v>435</c:v>
                </c:pt>
                <c:pt idx="56">
                  <c:v>442</c:v>
                </c:pt>
                <c:pt idx="57">
                  <c:v>450</c:v>
                </c:pt>
                <c:pt idx="58">
                  <c:v>458</c:v>
                </c:pt>
                <c:pt idx="59">
                  <c:v>466</c:v>
                </c:pt>
                <c:pt idx="60">
                  <c:v>474</c:v>
                </c:pt>
                <c:pt idx="61">
                  <c:v>482</c:v>
                </c:pt>
                <c:pt idx="62">
                  <c:v>490</c:v>
                </c:pt>
                <c:pt idx="63">
                  <c:v>498</c:v>
                </c:pt>
                <c:pt idx="64">
                  <c:v>505</c:v>
                </c:pt>
                <c:pt idx="65">
                  <c:v>513</c:v>
                </c:pt>
                <c:pt idx="66">
                  <c:v>521</c:v>
                </c:pt>
                <c:pt idx="67">
                  <c:v>529</c:v>
                </c:pt>
                <c:pt idx="68">
                  <c:v>537</c:v>
                </c:pt>
                <c:pt idx="69">
                  <c:v>545</c:v>
                </c:pt>
                <c:pt idx="70">
                  <c:v>553</c:v>
                </c:pt>
                <c:pt idx="71">
                  <c:v>561</c:v>
                </c:pt>
                <c:pt idx="72">
                  <c:v>569</c:v>
                </c:pt>
                <c:pt idx="73">
                  <c:v>576</c:v>
                </c:pt>
                <c:pt idx="74">
                  <c:v>584</c:v>
                </c:pt>
                <c:pt idx="75">
                  <c:v>592</c:v>
                </c:pt>
                <c:pt idx="76">
                  <c:v>600</c:v>
                </c:pt>
                <c:pt idx="77">
                  <c:v>608</c:v>
                </c:pt>
                <c:pt idx="78">
                  <c:v>616</c:v>
                </c:pt>
                <c:pt idx="79">
                  <c:v>624</c:v>
                </c:pt>
                <c:pt idx="80">
                  <c:v>632</c:v>
                </c:pt>
                <c:pt idx="81">
                  <c:v>639</c:v>
                </c:pt>
                <c:pt idx="82">
                  <c:v>647</c:v>
                </c:pt>
                <c:pt idx="83">
                  <c:v>655</c:v>
                </c:pt>
                <c:pt idx="84">
                  <c:v>663</c:v>
                </c:pt>
                <c:pt idx="85">
                  <c:v>671</c:v>
                </c:pt>
                <c:pt idx="86">
                  <c:v>679</c:v>
                </c:pt>
                <c:pt idx="87">
                  <c:v>687</c:v>
                </c:pt>
                <c:pt idx="88">
                  <c:v>695</c:v>
                </c:pt>
                <c:pt idx="89">
                  <c:v>703</c:v>
                </c:pt>
                <c:pt idx="90">
                  <c:v>710</c:v>
                </c:pt>
                <c:pt idx="91">
                  <c:v>718</c:v>
                </c:pt>
                <c:pt idx="92">
                  <c:v>726</c:v>
                </c:pt>
                <c:pt idx="93">
                  <c:v>734</c:v>
                </c:pt>
                <c:pt idx="94">
                  <c:v>742</c:v>
                </c:pt>
                <c:pt idx="95">
                  <c:v>750</c:v>
                </c:pt>
                <c:pt idx="96">
                  <c:v>758</c:v>
                </c:pt>
                <c:pt idx="97">
                  <c:v>766</c:v>
                </c:pt>
                <c:pt idx="98">
                  <c:v>773</c:v>
                </c:pt>
                <c:pt idx="99">
                  <c:v>781</c:v>
                </c:pt>
                <c:pt idx="100">
                  <c:v>789</c:v>
                </c:pt>
                <c:pt idx="101">
                  <c:v>797</c:v>
                </c:pt>
                <c:pt idx="102">
                  <c:v>805</c:v>
                </c:pt>
                <c:pt idx="103">
                  <c:v>813</c:v>
                </c:pt>
                <c:pt idx="104">
                  <c:v>821</c:v>
                </c:pt>
                <c:pt idx="105">
                  <c:v>829</c:v>
                </c:pt>
                <c:pt idx="106">
                  <c:v>837</c:v>
                </c:pt>
                <c:pt idx="107">
                  <c:v>844</c:v>
                </c:pt>
                <c:pt idx="108">
                  <c:v>852</c:v>
                </c:pt>
                <c:pt idx="109">
                  <c:v>860</c:v>
                </c:pt>
                <c:pt idx="110">
                  <c:v>868</c:v>
                </c:pt>
                <c:pt idx="111">
                  <c:v>876</c:v>
                </c:pt>
                <c:pt idx="112">
                  <c:v>884</c:v>
                </c:pt>
                <c:pt idx="113">
                  <c:v>892</c:v>
                </c:pt>
                <c:pt idx="114">
                  <c:v>900</c:v>
                </c:pt>
                <c:pt idx="115">
                  <c:v>907</c:v>
                </c:pt>
                <c:pt idx="116">
                  <c:v>915</c:v>
                </c:pt>
                <c:pt idx="117">
                  <c:v>923</c:v>
                </c:pt>
                <c:pt idx="118">
                  <c:v>931</c:v>
                </c:pt>
                <c:pt idx="119">
                  <c:v>939</c:v>
                </c:pt>
              </c:numCache>
            </c:numRef>
          </c:xVal>
          <c:yVal>
            <c:numRef>
              <c:f>'Chart Data'!$BZ$2:$BZ$121</c:f>
              <c:numCache>
                <c:formatCode>General</c:formatCode>
                <c:ptCount val="120"/>
                <c:pt idx="0">
                  <c:v>1.0686373</c:v>
                </c:pt>
                <c:pt idx="1">
                  <c:v>1.0725998</c:v>
                </c:pt>
                <c:pt idx="2">
                  <c:v>1.073467</c:v>
                </c:pt>
                <c:pt idx="3">
                  <c:v>1.0736898</c:v>
                </c:pt>
                <c:pt idx="4">
                  <c:v>1.0738906</c:v>
                </c:pt>
                <c:pt idx="5">
                  <c:v>1.0737482</c:v>
                </c:pt>
                <c:pt idx="6">
                  <c:v>1.073707</c:v>
                </c:pt>
                <c:pt idx="7">
                  <c:v>1.0737664</c:v>
                </c:pt>
                <c:pt idx="8">
                  <c:v>1.0735582</c:v>
                </c:pt>
                <c:pt idx="9">
                  <c:v>1.0734229</c:v>
                </c:pt>
                <c:pt idx="10">
                  <c:v>1.0733267</c:v>
                </c:pt>
                <c:pt idx="11">
                  <c:v>1.0732489</c:v>
                </c:pt>
                <c:pt idx="12">
                  <c:v>1.0729079</c:v>
                </c:pt>
                <c:pt idx="13">
                  <c:v>1.072753</c:v>
                </c:pt>
                <c:pt idx="14">
                  <c:v>1.0727049</c:v>
                </c:pt>
                <c:pt idx="15">
                  <c:v>1.0727941</c:v>
                </c:pt>
                <c:pt idx="16">
                  <c:v>1.0724902</c:v>
                </c:pt>
                <c:pt idx="17">
                  <c:v>1.0721111</c:v>
                </c:pt>
                <c:pt idx="18">
                  <c:v>1.0721378</c:v>
                </c:pt>
                <c:pt idx="19">
                  <c:v>1.0719521</c:v>
                </c:pt>
                <c:pt idx="20">
                  <c:v>1.071578</c:v>
                </c:pt>
                <c:pt idx="21">
                  <c:v>1.0713203</c:v>
                </c:pt>
                <c:pt idx="22">
                  <c:v>1.071443</c:v>
                </c:pt>
                <c:pt idx="23">
                  <c:v>1.0712259</c:v>
                </c:pt>
                <c:pt idx="24">
                  <c:v>1.0709461</c:v>
                </c:pt>
                <c:pt idx="25">
                  <c:v>1.070601</c:v>
                </c:pt>
                <c:pt idx="26">
                  <c:v>1.0705378</c:v>
                </c:pt>
                <c:pt idx="27">
                  <c:v>1.0703164</c:v>
                </c:pt>
                <c:pt idx="28">
                  <c:v>1.07017</c:v>
                </c:pt>
                <c:pt idx="29">
                  <c:v>1.0699246</c:v>
                </c:pt>
                <c:pt idx="30">
                  <c:v>1.0697536</c:v>
                </c:pt>
                <c:pt idx="31">
                  <c:v>1.0694265</c:v>
                </c:pt>
                <c:pt idx="32">
                  <c:v>1.0691628</c:v>
                </c:pt>
                <c:pt idx="33">
                  <c:v>1.0688521</c:v>
                </c:pt>
                <c:pt idx="34">
                  <c:v>1.0685619</c:v>
                </c:pt>
                <c:pt idx="35">
                  <c:v>1.0683668</c:v>
                </c:pt>
                <c:pt idx="36">
                  <c:v>1.0679134</c:v>
                </c:pt>
                <c:pt idx="37">
                  <c:v>1.0675919</c:v>
                </c:pt>
                <c:pt idx="38">
                  <c:v>1.0673184</c:v>
                </c:pt>
                <c:pt idx="39">
                  <c:v>1.0670063</c:v>
                </c:pt>
                <c:pt idx="40">
                  <c:v>1.0666733</c:v>
                </c:pt>
                <c:pt idx="41">
                  <c:v>1.0663974</c:v>
                </c:pt>
                <c:pt idx="42">
                  <c:v>1.0660691</c:v>
                </c:pt>
                <c:pt idx="43">
                  <c:v>1.0657611</c:v>
                </c:pt>
                <c:pt idx="44">
                  <c:v>1.0653962</c:v>
                </c:pt>
                <c:pt idx="45">
                  <c:v>1.0650183</c:v>
                </c:pt>
                <c:pt idx="46">
                  <c:v>1.0648091</c:v>
                </c:pt>
                <c:pt idx="47">
                  <c:v>1.064574</c:v>
                </c:pt>
                <c:pt idx="48">
                  <c:v>1.0642585</c:v>
                </c:pt>
                <c:pt idx="49">
                  <c:v>1.0639054</c:v>
                </c:pt>
                <c:pt idx="50">
                  <c:v>1.063542</c:v>
                </c:pt>
                <c:pt idx="51">
                  <c:v>1.0630697</c:v>
                </c:pt>
                <c:pt idx="52">
                  <c:v>1.0627655</c:v>
                </c:pt>
                <c:pt idx="53">
                  <c:v>1.0623974</c:v>
                </c:pt>
                <c:pt idx="54">
                  <c:v>1.0620103</c:v>
                </c:pt>
                <c:pt idx="55">
                  <c:v>1.0615256</c:v>
                </c:pt>
                <c:pt idx="56">
                  <c:v>1.0611131</c:v>
                </c:pt>
                <c:pt idx="57">
                  <c:v>1.0607383</c:v>
                </c:pt>
                <c:pt idx="58">
                  <c:v>1.0604273</c:v>
                </c:pt>
                <c:pt idx="59">
                  <c:v>1.059953</c:v>
                </c:pt>
                <c:pt idx="60">
                  <c:v>1.0594629</c:v>
                </c:pt>
                <c:pt idx="61">
                  <c:v>1.0590055</c:v>
                </c:pt>
                <c:pt idx="62">
                  <c:v>1.0585406</c:v>
                </c:pt>
                <c:pt idx="63">
                  <c:v>1.0577928</c:v>
                </c:pt>
                <c:pt idx="64">
                  <c:v>1.0571986</c:v>
                </c:pt>
                <c:pt idx="65">
                  <c:v>1.0566627</c:v>
                </c:pt>
                <c:pt idx="66">
                  <c:v>1.0563358</c:v>
                </c:pt>
                <c:pt idx="67">
                  <c:v>1.0556798</c:v>
                </c:pt>
                <c:pt idx="68">
                  <c:v>1.0550134</c:v>
                </c:pt>
                <c:pt idx="69">
                  <c:v>1.0543689</c:v>
                </c:pt>
                <c:pt idx="70">
                  <c:v>1.0540103</c:v>
                </c:pt>
                <c:pt idx="71">
                  <c:v>1.0534203</c:v>
                </c:pt>
                <c:pt idx="72">
                  <c:v>1.0528318</c:v>
                </c:pt>
                <c:pt idx="73">
                  <c:v>1.0523218</c:v>
                </c:pt>
                <c:pt idx="74">
                  <c:v>1.0516031</c:v>
                </c:pt>
                <c:pt idx="75">
                  <c:v>1.0508893</c:v>
                </c:pt>
                <c:pt idx="76">
                  <c:v>1.0500879</c:v>
                </c:pt>
                <c:pt idx="77">
                  <c:v>1.0493443</c:v>
                </c:pt>
                <c:pt idx="78">
                  <c:v>1.0485729</c:v>
                </c:pt>
                <c:pt idx="79">
                  <c:v>1.0477688</c:v>
                </c:pt>
                <c:pt idx="80">
                  <c:v>1.0469817</c:v>
                </c:pt>
                <c:pt idx="81">
                  <c:v>1.0461881</c:v>
                </c:pt>
                <c:pt idx="82">
                  <c:v>1.0452968</c:v>
                </c:pt>
                <c:pt idx="83">
                  <c:v>1.0443523</c:v>
                </c:pt>
                <c:pt idx="84">
                  <c:v>1.0432373</c:v>
                </c:pt>
                <c:pt idx="85">
                  <c:v>1.0422052</c:v>
                </c:pt>
                <c:pt idx="86">
                  <c:v>1.0409948</c:v>
                </c:pt>
                <c:pt idx="87">
                  <c:v>1.0399632</c:v>
                </c:pt>
                <c:pt idx="88">
                  <c:v>1.0385721</c:v>
                </c:pt>
                <c:pt idx="89">
                  <c:v>1.0372431</c:v>
                </c:pt>
                <c:pt idx="90">
                  <c:v>1.0360644</c:v>
                </c:pt>
                <c:pt idx="91">
                  <c:v>1.0348302</c:v>
                </c:pt>
                <c:pt idx="92">
                  <c:v>1.0333587</c:v>
                </c:pt>
                <c:pt idx="93">
                  <c:v>1.0316764</c:v>
                </c:pt>
                <c:pt idx="94">
                  <c:v>1.0302207</c:v>
                </c:pt>
                <c:pt idx="95">
                  <c:v>1.0285121</c:v>
                </c:pt>
                <c:pt idx="96">
                  <c:v>1.0265236</c:v>
                </c:pt>
                <c:pt idx="97">
                  <c:v>1.0243241</c:v>
                </c:pt>
                <c:pt idx="98">
                  <c:v>1.0224843</c:v>
                </c:pt>
                <c:pt idx="99">
                  <c:v>1.0201707</c:v>
                </c:pt>
                <c:pt idx="100">
                  <c:v>1.0177672</c:v>
                </c:pt>
                <c:pt idx="101">
                  <c:v>1.0150235</c:v>
                </c:pt>
                <c:pt idx="102">
                  <c:v>1.0119208</c:v>
                </c:pt>
                <c:pt idx="103">
                  <c:v>1.0087347</c:v>
                </c:pt>
                <c:pt idx="104">
                  <c:v>1.0051339</c:v>
                </c:pt>
                <c:pt idx="105">
                  <c:v>1.0013671</c:v>
                </c:pt>
                <c:pt idx="106">
                  <c:v>0.99708235</c:v>
                </c:pt>
                <c:pt idx="107">
                  <c:v>0.99295783</c:v>
                </c:pt>
                <c:pt idx="108">
                  <c:v>0.98759508</c:v>
                </c:pt>
                <c:pt idx="109">
                  <c:v>0.98167562</c:v>
                </c:pt>
                <c:pt idx="110">
                  <c:v>0.97486073</c:v>
                </c:pt>
                <c:pt idx="111">
                  <c:v>0.96696442</c:v>
                </c:pt>
                <c:pt idx="112">
                  <c:v>0.95849252</c:v>
                </c:pt>
                <c:pt idx="113">
                  <c:v>0.94918507</c:v>
                </c:pt>
                <c:pt idx="114">
                  <c:v>0.93897903</c:v>
                </c:pt>
                <c:pt idx="115">
                  <c:v>0.92939669</c:v>
                </c:pt>
                <c:pt idx="116">
                  <c:v>0.91778409</c:v>
                </c:pt>
                <c:pt idx="117">
                  <c:v>0.90553868</c:v>
                </c:pt>
                <c:pt idx="118">
                  <c:v>0.89293921</c:v>
                </c:pt>
                <c:pt idx="119">
                  <c:v>0.88046378</c:v>
                </c:pt>
              </c:numCache>
            </c:numRef>
          </c:yVal>
        </c:ser>
        <c:ser>
          <c:idx val="39"/>
          <c:order val="39"/>
          <c:tx>
            <c:v>Batch3_cell_045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Data'!$CA$2:$CA$121</c:f>
              <c:numCache>
                <c:formatCode>General</c:formatCode>
                <c:ptCount val="120"/>
                <c:pt idx="0">
                  <c:v>1</c:v>
                </c:pt>
                <c:pt idx="1">
                  <c:v>16</c:v>
                </c:pt>
                <c:pt idx="2">
                  <c:v>31</c:v>
                </c:pt>
                <c:pt idx="3">
                  <c:v>46</c:v>
                </c:pt>
                <c:pt idx="4">
                  <c:v>61</c:v>
                </c:pt>
                <c:pt idx="5">
                  <c:v>77</c:v>
                </c:pt>
                <c:pt idx="6">
                  <c:v>92</c:v>
                </c:pt>
                <c:pt idx="7">
                  <c:v>107</c:v>
                </c:pt>
                <c:pt idx="8">
                  <c:v>122</c:v>
                </c:pt>
                <c:pt idx="9">
                  <c:v>137</c:v>
                </c:pt>
                <c:pt idx="10">
                  <c:v>152</c:v>
                </c:pt>
                <c:pt idx="11">
                  <c:v>167</c:v>
                </c:pt>
                <c:pt idx="12">
                  <c:v>182</c:v>
                </c:pt>
                <c:pt idx="13">
                  <c:v>198</c:v>
                </c:pt>
                <c:pt idx="14">
                  <c:v>213</c:v>
                </c:pt>
                <c:pt idx="15">
                  <c:v>228</c:v>
                </c:pt>
                <c:pt idx="16">
                  <c:v>243</c:v>
                </c:pt>
                <c:pt idx="17">
                  <c:v>258</c:v>
                </c:pt>
                <c:pt idx="18">
                  <c:v>273</c:v>
                </c:pt>
                <c:pt idx="19">
                  <c:v>288</c:v>
                </c:pt>
                <c:pt idx="20">
                  <c:v>303</c:v>
                </c:pt>
                <c:pt idx="21">
                  <c:v>318</c:v>
                </c:pt>
                <c:pt idx="22">
                  <c:v>334</c:v>
                </c:pt>
                <c:pt idx="23">
                  <c:v>349</c:v>
                </c:pt>
                <c:pt idx="24">
                  <c:v>364</c:v>
                </c:pt>
                <c:pt idx="25">
                  <c:v>379</c:v>
                </c:pt>
                <c:pt idx="26">
                  <c:v>394</c:v>
                </c:pt>
                <c:pt idx="27">
                  <c:v>409</c:v>
                </c:pt>
                <c:pt idx="28">
                  <c:v>424</c:v>
                </c:pt>
                <c:pt idx="29">
                  <c:v>439</c:v>
                </c:pt>
                <c:pt idx="30">
                  <c:v>455</c:v>
                </c:pt>
                <c:pt idx="31">
                  <c:v>470</c:v>
                </c:pt>
                <c:pt idx="32">
                  <c:v>485</c:v>
                </c:pt>
                <c:pt idx="33">
                  <c:v>500</c:v>
                </c:pt>
                <c:pt idx="34">
                  <c:v>515</c:v>
                </c:pt>
                <c:pt idx="35">
                  <c:v>530</c:v>
                </c:pt>
                <c:pt idx="36">
                  <c:v>545</c:v>
                </c:pt>
                <c:pt idx="37">
                  <c:v>560</c:v>
                </c:pt>
                <c:pt idx="38">
                  <c:v>575</c:v>
                </c:pt>
                <c:pt idx="39">
                  <c:v>591</c:v>
                </c:pt>
                <c:pt idx="40">
                  <c:v>606</c:v>
                </c:pt>
                <c:pt idx="41">
                  <c:v>621</c:v>
                </c:pt>
                <c:pt idx="42">
                  <c:v>636</c:v>
                </c:pt>
                <c:pt idx="43">
                  <c:v>651</c:v>
                </c:pt>
                <c:pt idx="44">
                  <c:v>666</c:v>
                </c:pt>
                <c:pt idx="45">
                  <c:v>681</c:v>
                </c:pt>
                <c:pt idx="46">
                  <c:v>696</c:v>
                </c:pt>
                <c:pt idx="47">
                  <c:v>712</c:v>
                </c:pt>
                <c:pt idx="48">
                  <c:v>727</c:v>
                </c:pt>
                <c:pt idx="49">
                  <c:v>742</c:v>
                </c:pt>
                <c:pt idx="50">
                  <c:v>757</c:v>
                </c:pt>
                <c:pt idx="51">
                  <c:v>772</c:v>
                </c:pt>
                <c:pt idx="52">
                  <c:v>787</c:v>
                </c:pt>
                <c:pt idx="53">
                  <c:v>802</c:v>
                </c:pt>
                <c:pt idx="54">
                  <c:v>817</c:v>
                </c:pt>
                <c:pt idx="55">
                  <c:v>832</c:v>
                </c:pt>
                <c:pt idx="56">
                  <c:v>848</c:v>
                </c:pt>
                <c:pt idx="57">
                  <c:v>863</c:v>
                </c:pt>
                <c:pt idx="58">
                  <c:v>878</c:v>
                </c:pt>
                <c:pt idx="59">
                  <c:v>893</c:v>
                </c:pt>
                <c:pt idx="60">
                  <c:v>908</c:v>
                </c:pt>
                <c:pt idx="61">
                  <c:v>923</c:v>
                </c:pt>
                <c:pt idx="62">
                  <c:v>938</c:v>
                </c:pt>
                <c:pt idx="63">
                  <c:v>953</c:v>
                </c:pt>
                <c:pt idx="64">
                  <c:v>969</c:v>
                </c:pt>
                <c:pt idx="65">
                  <c:v>984</c:v>
                </c:pt>
                <c:pt idx="66">
                  <c:v>999</c:v>
                </c:pt>
                <c:pt idx="67">
                  <c:v>1014</c:v>
                </c:pt>
                <c:pt idx="68">
                  <c:v>1029</c:v>
                </c:pt>
                <c:pt idx="69">
                  <c:v>1044</c:v>
                </c:pt>
                <c:pt idx="70">
                  <c:v>1059</c:v>
                </c:pt>
                <c:pt idx="71">
                  <c:v>1074</c:v>
                </c:pt>
                <c:pt idx="72">
                  <c:v>1089</c:v>
                </c:pt>
                <c:pt idx="73">
                  <c:v>1105</c:v>
                </c:pt>
                <c:pt idx="74">
                  <c:v>1120</c:v>
                </c:pt>
                <c:pt idx="75">
                  <c:v>1135</c:v>
                </c:pt>
                <c:pt idx="76">
                  <c:v>1150</c:v>
                </c:pt>
                <c:pt idx="77">
                  <c:v>1165</c:v>
                </c:pt>
                <c:pt idx="78">
                  <c:v>1180</c:v>
                </c:pt>
                <c:pt idx="79">
                  <c:v>1195</c:v>
                </c:pt>
                <c:pt idx="80">
                  <c:v>1210</c:v>
                </c:pt>
                <c:pt idx="81">
                  <c:v>1226</c:v>
                </c:pt>
                <c:pt idx="82">
                  <c:v>1241</c:v>
                </c:pt>
                <c:pt idx="83">
                  <c:v>1256</c:v>
                </c:pt>
                <c:pt idx="84">
                  <c:v>1271</c:v>
                </c:pt>
                <c:pt idx="85">
                  <c:v>1286</c:v>
                </c:pt>
                <c:pt idx="86">
                  <c:v>1301</c:v>
                </c:pt>
                <c:pt idx="87">
                  <c:v>1316</c:v>
                </c:pt>
                <c:pt idx="88">
                  <c:v>1331</c:v>
                </c:pt>
                <c:pt idx="89">
                  <c:v>1346</c:v>
                </c:pt>
                <c:pt idx="90">
                  <c:v>1362</c:v>
                </c:pt>
                <c:pt idx="91">
                  <c:v>1377</c:v>
                </c:pt>
                <c:pt idx="92">
                  <c:v>1392</c:v>
                </c:pt>
                <c:pt idx="93">
                  <c:v>1407</c:v>
                </c:pt>
                <c:pt idx="94">
                  <c:v>1422</c:v>
                </c:pt>
                <c:pt idx="95">
                  <c:v>1437</c:v>
                </c:pt>
                <c:pt idx="96">
                  <c:v>1452</c:v>
                </c:pt>
                <c:pt idx="97">
                  <c:v>1467</c:v>
                </c:pt>
                <c:pt idx="98">
                  <c:v>1483</c:v>
                </c:pt>
                <c:pt idx="99">
                  <c:v>1498</c:v>
                </c:pt>
                <c:pt idx="100">
                  <c:v>1513</c:v>
                </c:pt>
                <c:pt idx="101">
                  <c:v>1528</c:v>
                </c:pt>
                <c:pt idx="102">
                  <c:v>1543</c:v>
                </c:pt>
                <c:pt idx="103">
                  <c:v>1558</c:v>
                </c:pt>
                <c:pt idx="104">
                  <c:v>1573</c:v>
                </c:pt>
                <c:pt idx="105">
                  <c:v>1588</c:v>
                </c:pt>
                <c:pt idx="106">
                  <c:v>1603</c:v>
                </c:pt>
                <c:pt idx="107">
                  <c:v>1619</c:v>
                </c:pt>
                <c:pt idx="108">
                  <c:v>1634</c:v>
                </c:pt>
                <c:pt idx="109">
                  <c:v>1649</c:v>
                </c:pt>
                <c:pt idx="110">
                  <c:v>1664</c:v>
                </c:pt>
                <c:pt idx="111">
                  <c:v>1679</c:v>
                </c:pt>
                <c:pt idx="112">
                  <c:v>1694</c:v>
                </c:pt>
                <c:pt idx="113">
                  <c:v>1709</c:v>
                </c:pt>
                <c:pt idx="114">
                  <c:v>1724</c:v>
                </c:pt>
                <c:pt idx="115">
                  <c:v>1740</c:v>
                </c:pt>
                <c:pt idx="116">
                  <c:v>1755</c:v>
                </c:pt>
                <c:pt idx="117">
                  <c:v>1770</c:v>
                </c:pt>
                <c:pt idx="118">
                  <c:v>1785</c:v>
                </c:pt>
                <c:pt idx="119">
                  <c:v>1800</c:v>
                </c:pt>
              </c:numCache>
            </c:numRef>
          </c:xVal>
          <c:yVal>
            <c:numRef>
              <c:f>'Chart Data'!$CB$2:$CB$121</c:f>
              <c:numCache>
                <c:formatCode>General</c:formatCode>
                <c:ptCount val="120"/>
                <c:pt idx="0">
                  <c:v>1.0688018</c:v>
                </c:pt>
                <c:pt idx="1">
                  <c:v>1.0716645</c:v>
                </c:pt>
                <c:pt idx="2">
                  <c:v>1.0719445</c:v>
                </c:pt>
                <c:pt idx="3">
                  <c:v>1.0716405</c:v>
                </c:pt>
                <c:pt idx="4">
                  <c:v>1.0717752</c:v>
                </c:pt>
                <c:pt idx="5">
                  <c:v>1.0711712</c:v>
                </c:pt>
                <c:pt idx="6">
                  <c:v>1.071115</c:v>
                </c:pt>
                <c:pt idx="7">
                  <c:v>1.0707419</c:v>
                </c:pt>
                <c:pt idx="8">
                  <c:v>1.0709137</c:v>
                </c:pt>
                <c:pt idx="9">
                  <c:v>1.070316</c:v>
                </c:pt>
                <c:pt idx="10">
                  <c:v>1.0702757</c:v>
                </c:pt>
                <c:pt idx="11">
                  <c:v>1.0698692</c:v>
                </c:pt>
                <c:pt idx="12">
                  <c:v>1.0695685</c:v>
                </c:pt>
                <c:pt idx="13">
                  <c:v>1.0688545</c:v>
                </c:pt>
                <c:pt idx="14">
                  <c:v>1.0687428</c:v>
                </c:pt>
                <c:pt idx="15">
                  <c:v>1.0682775</c:v>
                </c:pt>
                <c:pt idx="16">
                  <c:v>1.0677953</c:v>
                </c:pt>
                <c:pt idx="17">
                  <c:v>1.0674087</c:v>
                </c:pt>
                <c:pt idx="18">
                  <c:v>1.0656043</c:v>
                </c:pt>
                <c:pt idx="19">
                  <c:v>1.0662732</c:v>
                </c:pt>
                <c:pt idx="20">
                  <c:v>1.0656782</c:v>
                </c:pt>
                <c:pt idx="21">
                  <c:v>1.0651987</c:v>
                </c:pt>
                <c:pt idx="22">
                  <c:v>1.0646722</c:v>
                </c:pt>
                <c:pt idx="23">
                  <c:v>1.0642008</c:v>
                </c:pt>
                <c:pt idx="24">
                  <c:v>1.0637976</c:v>
                </c:pt>
                <c:pt idx="25">
                  <c:v>1.0633963</c:v>
                </c:pt>
                <c:pt idx="26">
                  <c:v>1.0630164</c:v>
                </c:pt>
                <c:pt idx="27">
                  <c:v>1.0626775</c:v>
                </c:pt>
                <c:pt idx="28">
                  <c:v>1.0624011</c:v>
                </c:pt>
                <c:pt idx="29">
                  <c:v>1.0615541</c:v>
                </c:pt>
                <c:pt idx="30">
                  <c:v>1.0606433</c:v>
                </c:pt>
                <c:pt idx="31">
                  <c:v>1.0603958</c:v>
                </c:pt>
                <c:pt idx="32">
                  <c:v>1.0596895</c:v>
                </c:pt>
                <c:pt idx="33">
                  <c:v>1.058977</c:v>
                </c:pt>
                <c:pt idx="34">
                  <c:v>1.0582812</c:v>
                </c:pt>
                <c:pt idx="35">
                  <c:v>1.0578271</c:v>
                </c:pt>
                <c:pt idx="36">
                  <c:v>1.0573994</c:v>
                </c:pt>
                <c:pt idx="37">
                  <c:v>1.0566444</c:v>
                </c:pt>
                <c:pt idx="38">
                  <c:v>1.0550683</c:v>
                </c:pt>
                <c:pt idx="39">
                  <c:v>1.055838</c:v>
                </c:pt>
                <c:pt idx="40">
                  <c:v>1.0551043</c:v>
                </c:pt>
                <c:pt idx="41">
                  <c:v>1.0546612</c:v>
                </c:pt>
                <c:pt idx="42">
                  <c:v>1.0541351</c:v>
                </c:pt>
                <c:pt idx="43">
                  <c:v>1.0532608</c:v>
                </c:pt>
                <c:pt idx="44">
                  <c:v>1.0529174</c:v>
                </c:pt>
                <c:pt idx="45">
                  <c:v>1.052035</c:v>
                </c:pt>
                <c:pt idx="46">
                  <c:v>1.0512398</c:v>
                </c:pt>
                <c:pt idx="47">
                  <c:v>1.0508002</c:v>
                </c:pt>
                <c:pt idx="48">
                  <c:v>1.0502399</c:v>
                </c:pt>
                <c:pt idx="49">
                  <c:v>1.0496844</c:v>
                </c:pt>
                <c:pt idx="50">
                  <c:v>1.0492139</c:v>
                </c:pt>
                <c:pt idx="51">
                  <c:v>1.0484097</c:v>
                </c:pt>
                <c:pt idx="52">
                  <c:v>1.0475038</c:v>
                </c:pt>
                <c:pt idx="53">
                  <c:v>1.047061</c:v>
                </c:pt>
                <c:pt idx="54">
                  <c:v>1.0460846</c:v>
                </c:pt>
                <c:pt idx="55">
                  <c:v>1.0455009</c:v>
                </c:pt>
                <c:pt idx="56">
                  <c:v>1.0448139</c:v>
                </c:pt>
                <c:pt idx="57">
                  <c:v>1.0439889</c:v>
                </c:pt>
                <c:pt idx="58">
                  <c:v>1.0431715</c:v>
                </c:pt>
                <c:pt idx="59">
                  <c:v>1.0428427</c:v>
                </c:pt>
                <c:pt idx="60">
                  <c:v>1.0420884</c:v>
                </c:pt>
                <c:pt idx="61">
                  <c:v>1.0414908</c:v>
                </c:pt>
                <c:pt idx="62">
                  <c:v>1.0404996</c:v>
                </c:pt>
                <c:pt idx="63">
                  <c:v>1.0395612</c:v>
                </c:pt>
                <c:pt idx="64">
                  <c:v>1.0386236</c:v>
                </c:pt>
                <c:pt idx="65">
                  <c:v>1.0377712</c:v>
                </c:pt>
                <c:pt idx="66">
                  <c:v>1.0368365</c:v>
                </c:pt>
                <c:pt idx="67">
                  <c:v>1.0360698</c:v>
                </c:pt>
                <c:pt idx="68">
                  <c:v>1.0353274</c:v>
                </c:pt>
                <c:pt idx="69">
                  <c:v>1.0343503</c:v>
                </c:pt>
                <c:pt idx="70">
                  <c:v>1.0334725</c:v>
                </c:pt>
                <c:pt idx="71">
                  <c:v>1.0325963</c:v>
                </c:pt>
                <c:pt idx="72">
                  <c:v>1.0315194</c:v>
                </c:pt>
                <c:pt idx="73">
                  <c:v>1.0301739</c:v>
                </c:pt>
                <c:pt idx="74">
                  <c:v>1.0292045</c:v>
                </c:pt>
                <c:pt idx="75">
                  <c:v>1.0281429</c:v>
                </c:pt>
                <c:pt idx="76">
                  <c:v>1.0271409</c:v>
                </c:pt>
                <c:pt idx="77">
                  <c:v>1.0261304</c:v>
                </c:pt>
                <c:pt idx="78">
                  <c:v>1.0250906</c:v>
                </c:pt>
                <c:pt idx="79">
                  <c:v>1.0239787</c:v>
                </c:pt>
                <c:pt idx="80">
                  <c:v>1.0228806</c:v>
                </c:pt>
                <c:pt idx="81">
                  <c:v>1.021643</c:v>
                </c:pt>
                <c:pt idx="82">
                  <c:v>1.02053</c:v>
                </c:pt>
                <c:pt idx="83">
                  <c:v>1.019765</c:v>
                </c:pt>
                <c:pt idx="84">
                  <c:v>1.0186378</c:v>
                </c:pt>
                <c:pt idx="85">
                  <c:v>1.0173861</c:v>
                </c:pt>
                <c:pt idx="86">
                  <c:v>1.01645</c:v>
                </c:pt>
                <c:pt idx="87">
                  <c:v>1.015172</c:v>
                </c:pt>
                <c:pt idx="88">
                  <c:v>1.0139819</c:v>
                </c:pt>
                <c:pt idx="89">
                  <c:v>1.012769</c:v>
                </c:pt>
                <c:pt idx="90">
                  <c:v>1.0111471</c:v>
                </c:pt>
                <c:pt idx="91">
                  <c:v>1.0094854</c:v>
                </c:pt>
                <c:pt idx="92">
                  <c:v>1.0077217</c:v>
                </c:pt>
                <c:pt idx="93">
                  <c:v>1.0061051</c:v>
                </c:pt>
                <c:pt idx="94">
                  <c:v>1.0042126</c:v>
                </c:pt>
                <c:pt idx="95">
                  <c:v>1.0021652</c:v>
                </c:pt>
                <c:pt idx="96">
                  <c:v>0.99987662</c:v>
                </c:pt>
                <c:pt idx="97">
                  <c:v>0.99712688</c:v>
                </c:pt>
                <c:pt idx="98">
                  <c:v>0.99373156</c:v>
                </c:pt>
                <c:pt idx="99">
                  <c:v>0.99014628</c:v>
                </c:pt>
                <c:pt idx="100">
                  <c:v>0.98618305</c:v>
                </c:pt>
                <c:pt idx="101">
                  <c:v>0.98189431</c:v>
                </c:pt>
                <c:pt idx="102">
                  <c:v>0.97739518</c:v>
                </c:pt>
                <c:pt idx="103">
                  <c:v>0.97331434</c:v>
                </c:pt>
                <c:pt idx="104">
                  <c:v>0.96901906</c:v>
                </c:pt>
                <c:pt idx="105">
                  <c:v>0.96458298</c:v>
                </c:pt>
                <c:pt idx="106">
                  <c:v>0.95997959</c:v>
                </c:pt>
                <c:pt idx="107">
                  <c:v>0.95469439</c:v>
                </c:pt>
                <c:pt idx="108">
                  <c:v>0.94933724</c:v>
                </c:pt>
                <c:pt idx="109">
                  <c:v>0.94416016</c:v>
                </c:pt>
                <c:pt idx="110">
                  <c:v>0.93845755</c:v>
                </c:pt>
                <c:pt idx="111">
                  <c:v>0.93303633</c:v>
                </c:pt>
                <c:pt idx="112">
                  <c:v>0.92719907</c:v>
                </c:pt>
                <c:pt idx="113">
                  <c:v>0.92095107</c:v>
                </c:pt>
                <c:pt idx="114">
                  <c:v>0.91429305</c:v>
                </c:pt>
                <c:pt idx="115">
                  <c:v>0.90690631</c:v>
                </c:pt>
                <c:pt idx="116">
                  <c:v>0.90030938</c:v>
                </c:pt>
                <c:pt idx="117">
                  <c:v>0.89330119</c:v>
                </c:pt>
                <c:pt idx="118">
                  <c:v>0.88617128</c:v>
                </c:pt>
                <c:pt idx="119">
                  <c:v>0.88047254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23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5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초기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Batch3_cell_000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General</c:formatCode>
                <c:ptCount val="100"/>
                <c:pt idx="0">
                  <c:v>1.0665728</c:v>
                </c:pt>
                <c:pt idx="1">
                  <c:v>1.0674551</c:v>
                </c:pt>
                <c:pt idx="2">
                  <c:v>1.0682849</c:v>
                </c:pt>
                <c:pt idx="3">
                  <c:v>1.0687084</c:v>
                </c:pt>
                <c:pt idx="4">
                  <c:v>1.0690936</c:v>
                </c:pt>
                <c:pt idx="5">
                  <c:v>1.069415</c:v>
                </c:pt>
                <c:pt idx="6">
                  <c:v>1.0697305</c:v>
                </c:pt>
                <c:pt idx="7">
                  <c:v>1.0699873</c:v>
                </c:pt>
                <c:pt idx="8">
                  <c:v>1.0702369</c:v>
                </c:pt>
                <c:pt idx="9">
                  <c:v>1.0704191</c:v>
                </c:pt>
                <c:pt idx="10">
                  <c:v>1.0704424</c:v>
                </c:pt>
                <c:pt idx="11">
                  <c:v>1.0705919</c:v>
                </c:pt>
                <c:pt idx="12">
                  <c:v>1.0705655</c:v>
                </c:pt>
                <c:pt idx="13">
                  <c:v>1.0704837</c:v>
                </c:pt>
                <c:pt idx="14">
                  <c:v>1.0706061</c:v>
                </c:pt>
                <c:pt idx="15">
                  <c:v>1.0706449</c:v>
                </c:pt>
                <c:pt idx="16">
                  <c:v>1.0707958</c:v>
                </c:pt>
                <c:pt idx="17">
                  <c:v>1.0708847</c:v>
                </c:pt>
                <c:pt idx="18">
                  <c:v>1.0707641</c:v>
                </c:pt>
                <c:pt idx="19">
                  <c:v>1.0708299</c:v>
                </c:pt>
                <c:pt idx="20">
                  <c:v>1.0708976</c:v>
                </c:pt>
                <c:pt idx="21">
                  <c:v>1.070961</c:v>
                </c:pt>
                <c:pt idx="22">
                  <c:v>1.0708232</c:v>
                </c:pt>
                <c:pt idx="23">
                  <c:v>1.0707259</c:v>
                </c:pt>
                <c:pt idx="24">
                  <c:v>1.0708826</c:v>
                </c:pt>
                <c:pt idx="25">
                  <c:v>1.0707502</c:v>
                </c:pt>
                <c:pt idx="26">
                  <c:v>1.0709372</c:v>
                </c:pt>
                <c:pt idx="27">
                  <c:v>1.0711445</c:v>
                </c:pt>
                <c:pt idx="28">
                  <c:v>1.0713712</c:v>
                </c:pt>
                <c:pt idx="29">
                  <c:v>1.071273</c:v>
                </c:pt>
                <c:pt idx="30">
                  <c:v>1.0711744</c:v>
                </c:pt>
                <c:pt idx="31">
                  <c:v>1.0712644</c:v>
                </c:pt>
                <c:pt idx="32">
                  <c:v>1.0712545</c:v>
                </c:pt>
                <c:pt idx="33">
                  <c:v>1.0711246</c:v>
                </c:pt>
                <c:pt idx="34">
                  <c:v>1.0711483</c:v>
                </c:pt>
                <c:pt idx="35">
                  <c:v>1.0711002</c:v>
                </c:pt>
                <c:pt idx="36">
                  <c:v>1.0710839</c:v>
                </c:pt>
                <c:pt idx="37">
                  <c:v>1.0710198</c:v>
                </c:pt>
                <c:pt idx="38">
                  <c:v>1.0709572</c:v>
                </c:pt>
                <c:pt idx="39">
                  <c:v>1.0710604</c:v>
                </c:pt>
                <c:pt idx="40">
                  <c:v>1.0710026</c:v>
                </c:pt>
                <c:pt idx="41">
                  <c:v>1.0709615</c:v>
                </c:pt>
                <c:pt idx="42">
                  <c:v>1.0709077</c:v>
                </c:pt>
                <c:pt idx="43">
                  <c:v>1.0708535</c:v>
                </c:pt>
                <c:pt idx="44">
                  <c:v>1.0706104</c:v>
                </c:pt>
                <c:pt idx="45">
                  <c:v>1.0707922</c:v>
                </c:pt>
                <c:pt idx="46">
                  <c:v>1.0707623</c:v>
                </c:pt>
                <c:pt idx="47">
                  <c:v>1.0706935</c:v>
                </c:pt>
                <c:pt idx="48">
                  <c:v>1.0708975</c:v>
                </c:pt>
                <c:pt idx="49">
                  <c:v>1.0709598</c:v>
                </c:pt>
                <c:pt idx="50">
                  <c:v>1.070883</c:v>
                </c:pt>
                <c:pt idx="51">
                  <c:v>1.0708804</c:v>
                </c:pt>
                <c:pt idx="52">
                  <c:v>1.0708002</c:v>
                </c:pt>
                <c:pt idx="53">
                  <c:v>1.0707842</c:v>
                </c:pt>
                <c:pt idx="54">
                  <c:v>1.0706327</c:v>
                </c:pt>
                <c:pt idx="55">
                  <c:v>1.0707921</c:v>
                </c:pt>
                <c:pt idx="56">
                  <c:v>1.0706505</c:v>
                </c:pt>
                <c:pt idx="57">
                  <c:v>1.0706799</c:v>
                </c:pt>
                <c:pt idx="58">
                  <c:v>1.0705699</c:v>
                </c:pt>
                <c:pt idx="59">
                  <c:v>1.0706924</c:v>
                </c:pt>
                <c:pt idx="60">
                  <c:v>1.0705771</c:v>
                </c:pt>
                <c:pt idx="61">
                  <c:v>1.0703943</c:v>
                </c:pt>
                <c:pt idx="62">
                  <c:v>1.0705042</c:v>
                </c:pt>
                <c:pt idx="63">
                  <c:v>1.0705535</c:v>
                </c:pt>
                <c:pt idx="64">
                  <c:v>1.0705276</c:v>
                </c:pt>
                <c:pt idx="65">
                  <c:v>1.0705111</c:v>
                </c:pt>
                <c:pt idx="66">
                  <c:v>1.0703456</c:v>
                </c:pt>
                <c:pt idx="67">
                  <c:v>1.0702859</c:v>
                </c:pt>
                <c:pt idx="68">
                  <c:v>1.0704138</c:v>
                </c:pt>
                <c:pt idx="69">
                  <c:v>1.070194</c:v>
                </c:pt>
                <c:pt idx="70">
                  <c:v>1.0700907</c:v>
                </c:pt>
                <c:pt idx="71">
                  <c:v>1.0701027</c:v>
                </c:pt>
                <c:pt idx="72">
                  <c:v>1.0700753</c:v>
                </c:pt>
                <c:pt idx="73">
                  <c:v>1.0700533</c:v>
                </c:pt>
                <c:pt idx="74">
                  <c:v>1.0700538</c:v>
                </c:pt>
                <c:pt idx="75">
                  <c:v>1.0699601</c:v>
                </c:pt>
                <c:pt idx="76">
                  <c:v>1.0702442</c:v>
                </c:pt>
                <c:pt idx="77">
                  <c:v>1.0700582</c:v>
                </c:pt>
                <c:pt idx="78">
                  <c:v>1.069908</c:v>
                </c:pt>
                <c:pt idx="79">
                  <c:v>1.0699617</c:v>
                </c:pt>
                <c:pt idx="80">
                  <c:v>1.0700866</c:v>
                </c:pt>
                <c:pt idx="81">
                  <c:v>1.0701522</c:v>
                </c:pt>
                <c:pt idx="82">
                  <c:v>1.0700898</c:v>
                </c:pt>
                <c:pt idx="83">
                  <c:v>1.0700212</c:v>
                </c:pt>
                <c:pt idx="84">
                  <c:v>1.0700289</c:v>
                </c:pt>
                <c:pt idx="85">
                  <c:v>1.070035</c:v>
                </c:pt>
                <c:pt idx="86">
                  <c:v>1.0700467</c:v>
                </c:pt>
                <c:pt idx="87">
                  <c:v>1.0701627</c:v>
                </c:pt>
                <c:pt idx="88">
                  <c:v>1.0701481</c:v>
                </c:pt>
                <c:pt idx="89">
                  <c:v>1.0700129</c:v>
                </c:pt>
                <c:pt idx="90">
                  <c:v>1.0697918</c:v>
                </c:pt>
                <c:pt idx="91">
                  <c:v>1.0698298</c:v>
                </c:pt>
                <c:pt idx="92">
                  <c:v>1.0697356</c:v>
                </c:pt>
                <c:pt idx="93">
                  <c:v>1.0696186</c:v>
                </c:pt>
                <c:pt idx="94">
                  <c:v>1.0695728</c:v>
                </c:pt>
                <c:pt idx="95">
                  <c:v>1.0694505</c:v>
                </c:pt>
                <c:pt idx="96">
                  <c:v>1.0694718</c:v>
                </c:pt>
                <c:pt idx="97">
                  <c:v>1.0695231</c:v>
                </c:pt>
                <c:pt idx="98">
                  <c:v>1.0695093</c:v>
                </c:pt>
                <c:pt idx="99">
                  <c:v>1.0694544</c:v>
                </c:pt>
              </c:numCache>
            </c:numRef>
          </c:yVal>
        </c:ser>
        <c:ser>
          <c:idx val="1"/>
          <c:order val="1"/>
          <c:tx>
            <c:v>Batch3_cell_001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General</c:formatCode>
                <c:ptCount val="100"/>
                <c:pt idx="0">
                  <c:v>1.0642239</c:v>
                </c:pt>
                <c:pt idx="1">
                  <c:v>1.0650603</c:v>
                </c:pt>
                <c:pt idx="2">
                  <c:v>1.0661838</c:v>
                </c:pt>
                <c:pt idx="3">
                  <c:v>1.0667455</c:v>
                </c:pt>
                <c:pt idx="4">
                  <c:v>1.0672238</c:v>
                </c:pt>
                <c:pt idx="5">
                  <c:v>1.067446</c:v>
                </c:pt>
                <c:pt idx="6">
                  <c:v>1.0679125</c:v>
                </c:pt>
                <c:pt idx="7">
                  <c:v>1.068042</c:v>
                </c:pt>
                <c:pt idx="8">
                  <c:v>1.0683439</c:v>
                </c:pt>
                <c:pt idx="9">
                  <c:v>1.068262</c:v>
                </c:pt>
                <c:pt idx="10">
                  <c:v>1.0683278</c:v>
                </c:pt>
                <c:pt idx="11">
                  <c:v>1.0682318</c:v>
                </c:pt>
                <c:pt idx="12">
                  <c:v>1.0683635</c:v>
                </c:pt>
                <c:pt idx="13">
                  <c:v>1.0682956</c:v>
                </c:pt>
                <c:pt idx="14">
                  <c:v>1.0683253</c:v>
                </c:pt>
                <c:pt idx="15">
                  <c:v>1.0684775</c:v>
                </c:pt>
                <c:pt idx="16">
                  <c:v>1.0684793</c:v>
                </c:pt>
                <c:pt idx="17">
                  <c:v>1.0684272</c:v>
                </c:pt>
                <c:pt idx="18">
                  <c:v>1.0684186</c:v>
                </c:pt>
                <c:pt idx="19">
                  <c:v>1.0683461</c:v>
                </c:pt>
                <c:pt idx="20">
                  <c:v>1.0682827</c:v>
                </c:pt>
                <c:pt idx="21">
                  <c:v>1.0683392</c:v>
                </c:pt>
                <c:pt idx="22">
                  <c:v>1.0683585</c:v>
                </c:pt>
                <c:pt idx="23">
                  <c:v>1.0684495</c:v>
                </c:pt>
                <c:pt idx="24">
                  <c:v>1.0684471</c:v>
                </c:pt>
                <c:pt idx="25">
                  <c:v>1.0683823</c:v>
                </c:pt>
                <c:pt idx="26">
                  <c:v>1.0684563</c:v>
                </c:pt>
                <c:pt idx="27">
                  <c:v>1.0684401</c:v>
                </c:pt>
                <c:pt idx="28">
                  <c:v>1.0686824</c:v>
                </c:pt>
                <c:pt idx="29">
                  <c:v>1.0687202</c:v>
                </c:pt>
                <c:pt idx="30">
                  <c:v>1.0687399</c:v>
                </c:pt>
                <c:pt idx="31">
                  <c:v>1.0686624</c:v>
                </c:pt>
                <c:pt idx="32">
                  <c:v>1.0685931</c:v>
                </c:pt>
                <c:pt idx="33">
                  <c:v>1.068655</c:v>
                </c:pt>
                <c:pt idx="34">
                  <c:v>1.0685719</c:v>
                </c:pt>
                <c:pt idx="35">
                  <c:v>1.0684431</c:v>
                </c:pt>
                <c:pt idx="36">
                  <c:v>1.0683757</c:v>
                </c:pt>
                <c:pt idx="37">
                  <c:v>1.0683544</c:v>
                </c:pt>
                <c:pt idx="38">
                  <c:v>1.0683899</c:v>
                </c:pt>
                <c:pt idx="39">
                  <c:v>1.0683801</c:v>
                </c:pt>
                <c:pt idx="40">
                  <c:v>1.0683789</c:v>
                </c:pt>
                <c:pt idx="41">
                  <c:v>1.0682914</c:v>
                </c:pt>
                <c:pt idx="42">
                  <c:v>1.0683383</c:v>
                </c:pt>
                <c:pt idx="43">
                  <c:v>1.0682036</c:v>
                </c:pt>
                <c:pt idx="44">
                  <c:v>1.0682604</c:v>
                </c:pt>
                <c:pt idx="45">
                  <c:v>1.068053</c:v>
                </c:pt>
                <c:pt idx="46">
                  <c:v>1.0680717</c:v>
                </c:pt>
                <c:pt idx="47">
                  <c:v>1.0680479</c:v>
                </c:pt>
                <c:pt idx="48">
                  <c:v>1.0680077</c:v>
                </c:pt>
                <c:pt idx="49">
                  <c:v>1.0681363</c:v>
                </c:pt>
                <c:pt idx="50">
                  <c:v>1.0680795</c:v>
                </c:pt>
                <c:pt idx="51">
                  <c:v>1.068082</c:v>
                </c:pt>
                <c:pt idx="52">
                  <c:v>1.0680574</c:v>
                </c:pt>
                <c:pt idx="53">
                  <c:v>1.0679231</c:v>
                </c:pt>
                <c:pt idx="54">
                  <c:v>1.0678484</c:v>
                </c:pt>
                <c:pt idx="55">
                  <c:v>1.0677607</c:v>
                </c:pt>
                <c:pt idx="56">
                  <c:v>1.0678568</c:v>
                </c:pt>
                <c:pt idx="57">
                  <c:v>1.067796</c:v>
                </c:pt>
                <c:pt idx="58">
                  <c:v>1.0676265</c:v>
                </c:pt>
                <c:pt idx="59">
                  <c:v>1.0677056</c:v>
                </c:pt>
                <c:pt idx="60">
                  <c:v>1.0676744</c:v>
                </c:pt>
                <c:pt idx="61">
                  <c:v>1.0676185</c:v>
                </c:pt>
                <c:pt idx="62">
                  <c:v>1.0676355</c:v>
                </c:pt>
                <c:pt idx="63">
                  <c:v>1.0676212</c:v>
                </c:pt>
                <c:pt idx="64">
                  <c:v>1.0676798</c:v>
                </c:pt>
                <c:pt idx="65">
                  <c:v>1.0675485</c:v>
                </c:pt>
                <c:pt idx="66">
                  <c:v>1.067449</c:v>
                </c:pt>
                <c:pt idx="67">
                  <c:v>1.0673913</c:v>
                </c:pt>
                <c:pt idx="68">
                  <c:v>1.0673536</c:v>
                </c:pt>
                <c:pt idx="69">
                  <c:v>1.0674603</c:v>
                </c:pt>
                <c:pt idx="70">
                  <c:v>1.0674753</c:v>
                </c:pt>
                <c:pt idx="71">
                  <c:v>1.0672945</c:v>
                </c:pt>
                <c:pt idx="72">
                  <c:v>1.0673059</c:v>
                </c:pt>
                <c:pt idx="73">
                  <c:v>1.0671709</c:v>
                </c:pt>
                <c:pt idx="74">
                  <c:v>1.0672001</c:v>
                </c:pt>
                <c:pt idx="75">
                  <c:v>1.0671974</c:v>
                </c:pt>
                <c:pt idx="76">
                  <c:v>1.067122</c:v>
                </c:pt>
                <c:pt idx="77">
                  <c:v>1.0672532</c:v>
                </c:pt>
                <c:pt idx="78">
                  <c:v>1.0671023</c:v>
                </c:pt>
                <c:pt idx="79">
                  <c:v>1.0670109</c:v>
                </c:pt>
                <c:pt idx="80">
                  <c:v>1.0671027</c:v>
                </c:pt>
                <c:pt idx="81">
                  <c:v>1.0670757</c:v>
                </c:pt>
                <c:pt idx="82">
                  <c:v>1.0670598</c:v>
                </c:pt>
                <c:pt idx="83">
                  <c:v>1.0671486</c:v>
                </c:pt>
                <c:pt idx="84">
                  <c:v>1.0670646</c:v>
                </c:pt>
                <c:pt idx="85">
                  <c:v>1.0669503</c:v>
                </c:pt>
                <c:pt idx="86">
                  <c:v>1.0669841</c:v>
                </c:pt>
                <c:pt idx="87">
                  <c:v>1.0670657</c:v>
                </c:pt>
                <c:pt idx="88">
                  <c:v>1.0671198</c:v>
                </c:pt>
                <c:pt idx="89">
                  <c:v>1.0671198</c:v>
                </c:pt>
                <c:pt idx="90">
                  <c:v>1.0670512</c:v>
                </c:pt>
                <c:pt idx="91">
                  <c:v>1.0669675</c:v>
                </c:pt>
                <c:pt idx="92">
                  <c:v>1.0667939</c:v>
                </c:pt>
                <c:pt idx="93">
                  <c:v>1.0668721</c:v>
                </c:pt>
                <c:pt idx="94">
                  <c:v>1.0666993</c:v>
                </c:pt>
                <c:pt idx="95">
                  <c:v>1.0665401</c:v>
                </c:pt>
                <c:pt idx="96">
                  <c:v>1.0665766</c:v>
                </c:pt>
                <c:pt idx="97">
                  <c:v>1.0665374</c:v>
                </c:pt>
                <c:pt idx="98">
                  <c:v>1.0665125</c:v>
                </c:pt>
                <c:pt idx="99">
                  <c:v>1.0664777</c:v>
                </c:pt>
              </c:numCache>
            </c:numRef>
          </c:yVal>
        </c:ser>
        <c:ser>
          <c:idx val="2"/>
          <c:order val="2"/>
          <c:tx>
            <c:v>Batch3_cell_003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General</c:formatCode>
                <c:ptCount val="100"/>
                <c:pt idx="0">
                  <c:v>1.0622736</c:v>
                </c:pt>
                <c:pt idx="1">
                  <c:v>1.0628892</c:v>
                </c:pt>
                <c:pt idx="2">
                  <c:v>1.0632294</c:v>
                </c:pt>
                <c:pt idx="3">
                  <c:v>1.063585</c:v>
                </c:pt>
                <c:pt idx="4">
                  <c:v>1.0643547</c:v>
                </c:pt>
                <c:pt idx="5">
                  <c:v>1.0645473</c:v>
                </c:pt>
                <c:pt idx="6">
                  <c:v>1.0647578</c:v>
                </c:pt>
                <c:pt idx="7">
                  <c:v>1.0649097</c:v>
                </c:pt>
                <c:pt idx="8">
                  <c:v>1.0648977</c:v>
                </c:pt>
                <c:pt idx="9">
                  <c:v>1.0651054</c:v>
                </c:pt>
                <c:pt idx="10">
                  <c:v>1.0649564</c:v>
                </c:pt>
                <c:pt idx="11">
                  <c:v>1.0650423</c:v>
                </c:pt>
                <c:pt idx="12">
                  <c:v>1.065112</c:v>
                </c:pt>
                <c:pt idx="13">
                  <c:v>1.0651532</c:v>
                </c:pt>
                <c:pt idx="14">
                  <c:v>1.0650836</c:v>
                </c:pt>
                <c:pt idx="15">
                  <c:v>1.0650676</c:v>
                </c:pt>
                <c:pt idx="16">
                  <c:v>1.065222</c:v>
                </c:pt>
                <c:pt idx="17">
                  <c:v>1.0651001</c:v>
                </c:pt>
                <c:pt idx="18">
                  <c:v>1.0650523</c:v>
                </c:pt>
                <c:pt idx="19">
                  <c:v>1.0653681</c:v>
                </c:pt>
                <c:pt idx="20">
                  <c:v>1.0653455</c:v>
                </c:pt>
                <c:pt idx="21">
                  <c:v>1.0652103</c:v>
                </c:pt>
                <c:pt idx="22">
                  <c:v>1.0651191</c:v>
                </c:pt>
                <c:pt idx="23">
                  <c:v>1.0652168</c:v>
                </c:pt>
                <c:pt idx="24">
                  <c:v>1.0650958</c:v>
                </c:pt>
                <c:pt idx="25">
                  <c:v>1.0650327</c:v>
                </c:pt>
                <c:pt idx="26">
                  <c:v>1.0649987</c:v>
                </c:pt>
                <c:pt idx="27">
                  <c:v>1.0652134</c:v>
                </c:pt>
                <c:pt idx="28">
                  <c:v>1.0655317</c:v>
                </c:pt>
                <c:pt idx="29">
                  <c:v>1.0654643</c:v>
                </c:pt>
                <c:pt idx="30">
                  <c:v>1.0655342</c:v>
                </c:pt>
                <c:pt idx="31">
                  <c:v>1.0654489</c:v>
                </c:pt>
                <c:pt idx="32">
                  <c:v>1.0654385</c:v>
                </c:pt>
                <c:pt idx="33">
                  <c:v>1.065508</c:v>
                </c:pt>
                <c:pt idx="34">
                  <c:v>1.0654411</c:v>
                </c:pt>
                <c:pt idx="35">
                  <c:v>1.0654168</c:v>
                </c:pt>
                <c:pt idx="36">
                  <c:v>1.0653619</c:v>
                </c:pt>
                <c:pt idx="37">
                  <c:v>1.065299</c:v>
                </c:pt>
                <c:pt idx="38">
                  <c:v>1.0652204</c:v>
                </c:pt>
                <c:pt idx="39">
                  <c:v>1.0653627</c:v>
                </c:pt>
                <c:pt idx="40">
                  <c:v>1.0651567</c:v>
                </c:pt>
                <c:pt idx="41">
                  <c:v>1.0652829</c:v>
                </c:pt>
                <c:pt idx="42">
                  <c:v>1.0651913</c:v>
                </c:pt>
                <c:pt idx="43">
                  <c:v>1.0651484</c:v>
                </c:pt>
                <c:pt idx="44">
                  <c:v>1.0651661</c:v>
                </c:pt>
                <c:pt idx="45">
                  <c:v>1.0651146</c:v>
                </c:pt>
                <c:pt idx="46">
                  <c:v>1.064998</c:v>
                </c:pt>
                <c:pt idx="47">
                  <c:v>1.0650767</c:v>
                </c:pt>
                <c:pt idx="48">
                  <c:v>1.0649843</c:v>
                </c:pt>
                <c:pt idx="49">
                  <c:v>1.065057</c:v>
                </c:pt>
                <c:pt idx="50">
                  <c:v>1.064914</c:v>
                </c:pt>
                <c:pt idx="51">
                  <c:v>1.0650828</c:v>
                </c:pt>
                <c:pt idx="52">
                  <c:v>1.0651078</c:v>
                </c:pt>
                <c:pt idx="53">
                  <c:v>1.0648401</c:v>
                </c:pt>
                <c:pt idx="54">
                  <c:v>1.0649507</c:v>
                </c:pt>
                <c:pt idx="55">
                  <c:v>1.0648733</c:v>
                </c:pt>
                <c:pt idx="56">
                  <c:v>1.0646968</c:v>
                </c:pt>
                <c:pt idx="57">
                  <c:v>1.0647986</c:v>
                </c:pt>
                <c:pt idx="58">
                  <c:v>1.0647782</c:v>
                </c:pt>
                <c:pt idx="59">
                  <c:v>1.0647236</c:v>
                </c:pt>
                <c:pt idx="60">
                  <c:v>1.0647161</c:v>
                </c:pt>
                <c:pt idx="61">
                  <c:v>1.064666</c:v>
                </c:pt>
                <c:pt idx="62">
                  <c:v>1.0645791</c:v>
                </c:pt>
                <c:pt idx="63">
                  <c:v>1.0646372</c:v>
                </c:pt>
                <c:pt idx="64">
                  <c:v>1.0646154</c:v>
                </c:pt>
                <c:pt idx="65">
                  <c:v>1.0646387</c:v>
                </c:pt>
                <c:pt idx="66">
                  <c:v>1.0646162</c:v>
                </c:pt>
                <c:pt idx="67">
                  <c:v>1.0645503</c:v>
                </c:pt>
                <c:pt idx="68">
                  <c:v>1.0645064</c:v>
                </c:pt>
                <c:pt idx="69">
                  <c:v>1.0643637</c:v>
                </c:pt>
                <c:pt idx="70">
                  <c:v>1.0644257</c:v>
                </c:pt>
                <c:pt idx="71">
                  <c:v>1.0641475</c:v>
                </c:pt>
                <c:pt idx="72">
                  <c:v>1.0641118</c:v>
                </c:pt>
                <c:pt idx="73">
                  <c:v>1.0640957</c:v>
                </c:pt>
                <c:pt idx="74">
                  <c:v>1.0640342</c:v>
                </c:pt>
                <c:pt idx="75">
                  <c:v>1.0639188</c:v>
                </c:pt>
                <c:pt idx="76">
                  <c:v>1.0639616</c:v>
                </c:pt>
                <c:pt idx="77">
                  <c:v>1.0640563</c:v>
                </c:pt>
                <c:pt idx="78">
                  <c:v>1.0641353</c:v>
                </c:pt>
                <c:pt idx="79">
                  <c:v>1.0640228</c:v>
                </c:pt>
                <c:pt idx="80">
                  <c:v>1.0640366</c:v>
                </c:pt>
                <c:pt idx="81">
                  <c:v>1.0640785</c:v>
                </c:pt>
                <c:pt idx="82">
                  <c:v>1.064142</c:v>
                </c:pt>
                <c:pt idx="83">
                  <c:v>1.064079</c:v>
                </c:pt>
                <c:pt idx="84">
                  <c:v>1.0640041</c:v>
                </c:pt>
                <c:pt idx="85">
                  <c:v>1.064098</c:v>
                </c:pt>
                <c:pt idx="86">
                  <c:v>1.0639416</c:v>
                </c:pt>
                <c:pt idx="87">
                  <c:v>1.0639828</c:v>
                </c:pt>
                <c:pt idx="88">
                  <c:v>1.0638678</c:v>
                </c:pt>
                <c:pt idx="89">
                  <c:v>1.0640287</c:v>
                </c:pt>
                <c:pt idx="90">
                  <c:v>1.0642265</c:v>
                </c:pt>
                <c:pt idx="91">
                  <c:v>1.0641297</c:v>
                </c:pt>
                <c:pt idx="92">
                  <c:v>1.0639591</c:v>
                </c:pt>
                <c:pt idx="93">
                  <c:v>1.0638161</c:v>
                </c:pt>
                <c:pt idx="94">
                  <c:v>1.063789</c:v>
                </c:pt>
                <c:pt idx="95">
                  <c:v>1.0637492</c:v>
                </c:pt>
                <c:pt idx="96">
                  <c:v>1.0636585</c:v>
                </c:pt>
                <c:pt idx="97">
                  <c:v>1.0635556</c:v>
                </c:pt>
                <c:pt idx="98">
                  <c:v>1.0634773</c:v>
                </c:pt>
                <c:pt idx="99">
                  <c:v>1.0635946</c:v>
                </c:pt>
              </c:numCache>
            </c:numRef>
          </c:yVal>
        </c:ser>
        <c:ser>
          <c:idx val="3"/>
          <c:order val="3"/>
          <c:tx>
            <c:v>Batch3_cell_004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General</c:formatCode>
                <c:ptCount val="100"/>
                <c:pt idx="0">
                  <c:v>1.0717411</c:v>
                </c:pt>
                <c:pt idx="1">
                  <c:v>1.0724765</c:v>
                </c:pt>
                <c:pt idx="2">
                  <c:v>1.0730443</c:v>
                </c:pt>
                <c:pt idx="3">
                  <c:v>1.0734055</c:v>
                </c:pt>
                <c:pt idx="4">
                  <c:v>1.0737818</c:v>
                </c:pt>
                <c:pt idx="5">
                  <c:v>1.0741045</c:v>
                </c:pt>
                <c:pt idx="6">
                  <c:v>1.0743533</c:v>
                </c:pt>
                <c:pt idx="7">
                  <c:v>1.0743954</c:v>
                </c:pt>
                <c:pt idx="8">
                  <c:v>1.0745941</c:v>
                </c:pt>
                <c:pt idx="9">
                  <c:v>1.0745391</c:v>
                </c:pt>
                <c:pt idx="10">
                  <c:v>1.0745361</c:v>
                </c:pt>
                <c:pt idx="11">
                  <c:v>1.0744687</c:v>
                </c:pt>
                <c:pt idx="12">
                  <c:v>1.0746386</c:v>
                </c:pt>
                <c:pt idx="13">
                  <c:v>1.0747403</c:v>
                </c:pt>
                <c:pt idx="14">
                  <c:v>1.074818</c:v>
                </c:pt>
                <c:pt idx="15">
                  <c:v>1.0747122</c:v>
                </c:pt>
                <c:pt idx="16">
                  <c:v>1.0747956</c:v>
                </c:pt>
                <c:pt idx="17">
                  <c:v>1.0748714</c:v>
                </c:pt>
                <c:pt idx="18">
                  <c:v>1.0747749</c:v>
                </c:pt>
                <c:pt idx="19">
                  <c:v>1.0747868</c:v>
                </c:pt>
                <c:pt idx="20">
                  <c:v>1.0747329</c:v>
                </c:pt>
                <c:pt idx="21">
                  <c:v>1.074731</c:v>
                </c:pt>
                <c:pt idx="22">
                  <c:v>1.0748106</c:v>
                </c:pt>
                <c:pt idx="23">
                  <c:v>1.074808</c:v>
                </c:pt>
                <c:pt idx="24">
                  <c:v>1.0747705</c:v>
                </c:pt>
                <c:pt idx="25">
                  <c:v>1.0747848</c:v>
                </c:pt>
                <c:pt idx="26">
                  <c:v>1.0749099</c:v>
                </c:pt>
                <c:pt idx="27">
                  <c:v>1.0751401</c:v>
                </c:pt>
                <c:pt idx="28">
                  <c:v>1.0751652</c:v>
                </c:pt>
                <c:pt idx="29">
                  <c:v>1.0752332</c:v>
                </c:pt>
                <c:pt idx="30">
                  <c:v>1.0752301</c:v>
                </c:pt>
                <c:pt idx="31">
                  <c:v>1.075265</c:v>
                </c:pt>
                <c:pt idx="32">
                  <c:v>1.0752127</c:v>
                </c:pt>
                <c:pt idx="33">
                  <c:v>1.0751219</c:v>
                </c:pt>
                <c:pt idx="34">
                  <c:v>1.0749975</c:v>
                </c:pt>
                <c:pt idx="35">
                  <c:v>1.0750557</c:v>
                </c:pt>
                <c:pt idx="36">
                  <c:v>1.0751486</c:v>
                </c:pt>
                <c:pt idx="37">
                  <c:v>1.0750506</c:v>
                </c:pt>
                <c:pt idx="38">
                  <c:v>1.0750431</c:v>
                </c:pt>
                <c:pt idx="39">
                  <c:v>1.0750446</c:v>
                </c:pt>
                <c:pt idx="40">
                  <c:v>1.0751176</c:v>
                </c:pt>
                <c:pt idx="41">
                  <c:v>1.075043</c:v>
                </c:pt>
                <c:pt idx="42">
                  <c:v>1.0750574</c:v>
                </c:pt>
                <c:pt idx="43">
                  <c:v>1.0748093</c:v>
                </c:pt>
                <c:pt idx="44">
                  <c:v>1.0749149</c:v>
                </c:pt>
                <c:pt idx="45">
                  <c:v>1.0749072</c:v>
                </c:pt>
                <c:pt idx="46">
                  <c:v>1.0749454</c:v>
                </c:pt>
                <c:pt idx="47">
                  <c:v>1.0750053</c:v>
                </c:pt>
                <c:pt idx="48">
                  <c:v>1.0750247</c:v>
                </c:pt>
                <c:pt idx="49">
                  <c:v>1.0749913</c:v>
                </c:pt>
                <c:pt idx="50">
                  <c:v>1.0749583</c:v>
                </c:pt>
                <c:pt idx="51">
                  <c:v>1.0749735</c:v>
                </c:pt>
                <c:pt idx="52">
                  <c:v>1.0748757</c:v>
                </c:pt>
                <c:pt idx="53">
                  <c:v>1.074886</c:v>
                </c:pt>
                <c:pt idx="54">
                  <c:v>1.074827</c:v>
                </c:pt>
                <c:pt idx="55">
                  <c:v>1.0747807</c:v>
                </c:pt>
                <c:pt idx="56">
                  <c:v>1.0747153</c:v>
                </c:pt>
                <c:pt idx="57">
                  <c:v>1.0747242</c:v>
                </c:pt>
                <c:pt idx="58">
                  <c:v>1.0747911</c:v>
                </c:pt>
                <c:pt idx="59">
                  <c:v>1.074846</c:v>
                </c:pt>
                <c:pt idx="60">
                  <c:v>1.0746971</c:v>
                </c:pt>
                <c:pt idx="61">
                  <c:v>1.0747601</c:v>
                </c:pt>
                <c:pt idx="62">
                  <c:v>1.0746464</c:v>
                </c:pt>
                <c:pt idx="63">
                  <c:v>1.0745995</c:v>
                </c:pt>
                <c:pt idx="64">
                  <c:v>1.0746238</c:v>
                </c:pt>
                <c:pt idx="65">
                  <c:v>1.0744179</c:v>
                </c:pt>
                <c:pt idx="66">
                  <c:v>1.0743228</c:v>
                </c:pt>
                <c:pt idx="67">
                  <c:v>1.0743155</c:v>
                </c:pt>
                <c:pt idx="68">
                  <c:v>1.0742456</c:v>
                </c:pt>
                <c:pt idx="69">
                  <c:v>1.0741677</c:v>
                </c:pt>
                <c:pt idx="70">
                  <c:v>1.0742265</c:v>
                </c:pt>
                <c:pt idx="71">
                  <c:v>1.0741651</c:v>
                </c:pt>
                <c:pt idx="72">
                  <c:v>1.0743345</c:v>
                </c:pt>
                <c:pt idx="73">
                  <c:v>1.0741029</c:v>
                </c:pt>
                <c:pt idx="74">
                  <c:v>1.0741746</c:v>
                </c:pt>
                <c:pt idx="75">
                  <c:v>1.0743471</c:v>
                </c:pt>
                <c:pt idx="76">
                  <c:v>1.0742315</c:v>
                </c:pt>
                <c:pt idx="77">
                  <c:v>1.0740621</c:v>
                </c:pt>
                <c:pt idx="78">
                  <c:v>1.0742424</c:v>
                </c:pt>
                <c:pt idx="79">
                  <c:v>1.0743493</c:v>
                </c:pt>
                <c:pt idx="80">
                  <c:v>1.0743122</c:v>
                </c:pt>
                <c:pt idx="81">
                  <c:v>1.0743062</c:v>
                </c:pt>
                <c:pt idx="82">
                  <c:v>1.0742387</c:v>
                </c:pt>
                <c:pt idx="83">
                  <c:v>1.0742662</c:v>
                </c:pt>
                <c:pt idx="84">
                  <c:v>1.0743167</c:v>
                </c:pt>
                <c:pt idx="85">
                  <c:v>1.0743626</c:v>
                </c:pt>
                <c:pt idx="86">
                  <c:v>1.0743457</c:v>
                </c:pt>
                <c:pt idx="87">
                  <c:v>1.0742531</c:v>
                </c:pt>
                <c:pt idx="88">
                  <c:v>1.0742427</c:v>
                </c:pt>
                <c:pt idx="89">
                  <c:v>1.0741224</c:v>
                </c:pt>
                <c:pt idx="90">
                  <c:v>1.0740381</c:v>
                </c:pt>
                <c:pt idx="91">
                  <c:v>1.0739596</c:v>
                </c:pt>
                <c:pt idx="92">
                  <c:v>1.0740241</c:v>
                </c:pt>
                <c:pt idx="93">
                  <c:v>1.0739274</c:v>
                </c:pt>
                <c:pt idx="94">
                  <c:v>1.0739838</c:v>
                </c:pt>
                <c:pt idx="95">
                  <c:v>1.0739065</c:v>
                </c:pt>
                <c:pt idx="96">
                  <c:v>1.0737927</c:v>
                </c:pt>
                <c:pt idx="97">
                  <c:v>1.0738117</c:v>
                </c:pt>
                <c:pt idx="98">
                  <c:v>1.0738508</c:v>
                </c:pt>
                <c:pt idx="99">
                  <c:v>1.0738586</c:v>
                </c:pt>
              </c:numCache>
            </c:numRef>
          </c:yVal>
        </c:ser>
        <c:ser>
          <c:idx val="4"/>
          <c:order val="4"/>
          <c:tx>
            <c:v>Batch3_cell_005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Data'!$J$2:$J$101</c:f>
              <c:numCache>
                <c:formatCode>General</c:formatCode>
                <c:ptCount val="100"/>
                <c:pt idx="0">
                  <c:v>1.0500579</c:v>
                </c:pt>
                <c:pt idx="1">
                  <c:v>1.0514506</c:v>
                </c:pt>
                <c:pt idx="2">
                  <c:v>1.0520495</c:v>
                </c:pt>
                <c:pt idx="3">
                  <c:v>1.0526897</c:v>
                </c:pt>
                <c:pt idx="4">
                  <c:v>1.0531315</c:v>
                </c:pt>
                <c:pt idx="5">
                  <c:v>1.0534102</c:v>
                </c:pt>
                <c:pt idx="6">
                  <c:v>1.0533983</c:v>
                </c:pt>
                <c:pt idx="7">
                  <c:v>1.0535768</c:v>
                </c:pt>
                <c:pt idx="8">
                  <c:v>1.0535824</c:v>
                </c:pt>
                <c:pt idx="9">
                  <c:v>1.0536922</c:v>
                </c:pt>
                <c:pt idx="10">
                  <c:v>1.0537956</c:v>
                </c:pt>
                <c:pt idx="11">
                  <c:v>1.0536388</c:v>
                </c:pt>
                <c:pt idx="12">
                  <c:v>1.0536437</c:v>
                </c:pt>
                <c:pt idx="13">
                  <c:v>1.053717</c:v>
                </c:pt>
                <c:pt idx="14">
                  <c:v>1.0538285</c:v>
                </c:pt>
                <c:pt idx="15">
                  <c:v>1.0537403</c:v>
                </c:pt>
                <c:pt idx="16">
                  <c:v>1.0536934</c:v>
                </c:pt>
                <c:pt idx="17">
                  <c:v>1.0538383</c:v>
                </c:pt>
                <c:pt idx="18">
                  <c:v>1.0537512</c:v>
                </c:pt>
                <c:pt idx="19">
                  <c:v>1.0537277</c:v>
                </c:pt>
                <c:pt idx="20">
                  <c:v>1.0539393</c:v>
                </c:pt>
                <c:pt idx="21">
                  <c:v>1.0537816</c:v>
                </c:pt>
                <c:pt idx="22">
                  <c:v>1.0537179</c:v>
                </c:pt>
                <c:pt idx="23">
                  <c:v>1.053688</c:v>
                </c:pt>
                <c:pt idx="24">
                  <c:v>1.0538106</c:v>
                </c:pt>
                <c:pt idx="25">
                  <c:v>1.0535709</c:v>
                </c:pt>
                <c:pt idx="26">
                  <c:v>1.0536721</c:v>
                </c:pt>
                <c:pt idx="27">
                  <c:v>1.053867</c:v>
                </c:pt>
                <c:pt idx="28">
                  <c:v>1.0539819</c:v>
                </c:pt>
                <c:pt idx="29">
                  <c:v>1.054015</c:v>
                </c:pt>
                <c:pt idx="30">
                  <c:v>1.053897</c:v>
                </c:pt>
                <c:pt idx="31">
                  <c:v>1.0538788</c:v>
                </c:pt>
                <c:pt idx="32">
                  <c:v>1.0540558</c:v>
                </c:pt>
                <c:pt idx="33">
                  <c:v>1.0539687</c:v>
                </c:pt>
                <c:pt idx="34">
                  <c:v>1.0539619</c:v>
                </c:pt>
                <c:pt idx="35">
                  <c:v>1.0537838</c:v>
                </c:pt>
                <c:pt idx="36">
                  <c:v>1.0537058</c:v>
                </c:pt>
                <c:pt idx="37">
                  <c:v>1.053571</c:v>
                </c:pt>
                <c:pt idx="38">
                  <c:v>1.0537426</c:v>
                </c:pt>
                <c:pt idx="39">
                  <c:v>1.0537041</c:v>
                </c:pt>
                <c:pt idx="40">
                  <c:v>1.0537037</c:v>
                </c:pt>
                <c:pt idx="41">
                  <c:v>1.0538222</c:v>
                </c:pt>
                <c:pt idx="42">
                  <c:v>1.0536294</c:v>
                </c:pt>
                <c:pt idx="43">
                  <c:v>1.0535498</c:v>
                </c:pt>
                <c:pt idx="44">
                  <c:v>1.0534587</c:v>
                </c:pt>
                <c:pt idx="45">
                  <c:v>1.0534722</c:v>
                </c:pt>
                <c:pt idx="46">
                  <c:v>1.0534724</c:v>
                </c:pt>
                <c:pt idx="47">
                  <c:v>1.0535682</c:v>
                </c:pt>
                <c:pt idx="48">
                  <c:v>1.0534052</c:v>
                </c:pt>
                <c:pt idx="49">
                  <c:v>1.0534708</c:v>
                </c:pt>
                <c:pt idx="50">
                  <c:v>1.0536495</c:v>
                </c:pt>
                <c:pt idx="51">
                  <c:v>1.05365</c:v>
                </c:pt>
                <c:pt idx="52">
                  <c:v>1.053605</c:v>
                </c:pt>
                <c:pt idx="53">
                  <c:v>1.0534797</c:v>
                </c:pt>
                <c:pt idx="54">
                  <c:v>1.0533954</c:v>
                </c:pt>
                <c:pt idx="55">
                  <c:v>1.0534533</c:v>
                </c:pt>
                <c:pt idx="56">
                  <c:v>1.0533998</c:v>
                </c:pt>
                <c:pt idx="57">
                  <c:v>1.0533903</c:v>
                </c:pt>
                <c:pt idx="58">
                  <c:v>1.0533118</c:v>
                </c:pt>
                <c:pt idx="59">
                  <c:v>1.0532314</c:v>
                </c:pt>
                <c:pt idx="60">
                  <c:v>1.0531751</c:v>
                </c:pt>
                <c:pt idx="61">
                  <c:v>1.0531665</c:v>
                </c:pt>
                <c:pt idx="62">
                  <c:v>1.0530398</c:v>
                </c:pt>
                <c:pt idx="63">
                  <c:v>1.0531349</c:v>
                </c:pt>
                <c:pt idx="64">
                  <c:v>1.0531411</c:v>
                </c:pt>
                <c:pt idx="65">
                  <c:v>1.0530633</c:v>
                </c:pt>
                <c:pt idx="66">
                  <c:v>1.0530388</c:v>
                </c:pt>
                <c:pt idx="67">
                  <c:v>1.0528153</c:v>
                </c:pt>
                <c:pt idx="68">
                  <c:v>1.0529696</c:v>
                </c:pt>
                <c:pt idx="69">
                  <c:v>1.0528418</c:v>
                </c:pt>
                <c:pt idx="70">
                  <c:v>1.0528666</c:v>
                </c:pt>
                <c:pt idx="71">
                  <c:v>1.052591</c:v>
                </c:pt>
                <c:pt idx="72">
                  <c:v>1.052775</c:v>
                </c:pt>
                <c:pt idx="73">
                  <c:v>1.0527451</c:v>
                </c:pt>
                <c:pt idx="74">
                  <c:v>1.0524582</c:v>
                </c:pt>
                <c:pt idx="75">
                  <c:v>1.052524</c:v>
                </c:pt>
                <c:pt idx="76">
                  <c:v>1.0524704</c:v>
                </c:pt>
                <c:pt idx="77">
                  <c:v>1.0524164</c:v>
                </c:pt>
                <c:pt idx="78">
                  <c:v>1.0523586</c:v>
                </c:pt>
                <c:pt idx="79">
                  <c:v>1.0524787</c:v>
                </c:pt>
                <c:pt idx="80">
                  <c:v>1.0524284</c:v>
                </c:pt>
                <c:pt idx="81">
                  <c:v>1.0525256</c:v>
                </c:pt>
                <c:pt idx="82">
                  <c:v>1.0526227</c:v>
                </c:pt>
                <c:pt idx="83">
                  <c:v>1.052493</c:v>
                </c:pt>
                <c:pt idx="84">
                  <c:v>1.0526681</c:v>
                </c:pt>
                <c:pt idx="85">
                  <c:v>1.0523789</c:v>
                </c:pt>
                <c:pt idx="86">
                  <c:v>1.0523865</c:v>
                </c:pt>
                <c:pt idx="87">
                  <c:v>1.052448</c:v>
                </c:pt>
                <c:pt idx="88">
                  <c:v>1.0524895</c:v>
                </c:pt>
                <c:pt idx="89">
                  <c:v>1.0525787</c:v>
                </c:pt>
                <c:pt idx="90">
                  <c:v>1.0524834</c:v>
                </c:pt>
                <c:pt idx="91">
                  <c:v>1.0522468</c:v>
                </c:pt>
                <c:pt idx="92">
                  <c:v>1.0523028</c:v>
                </c:pt>
                <c:pt idx="93">
                  <c:v>1.0520445</c:v>
                </c:pt>
                <c:pt idx="94">
                  <c:v>1.0520326</c:v>
                </c:pt>
                <c:pt idx="95">
                  <c:v>1.0519284</c:v>
                </c:pt>
                <c:pt idx="96">
                  <c:v>1.0519971</c:v>
                </c:pt>
                <c:pt idx="97">
                  <c:v>1.0518842</c:v>
                </c:pt>
                <c:pt idx="98">
                  <c:v>1.0519078</c:v>
                </c:pt>
                <c:pt idx="99">
                  <c:v>1.0518515</c:v>
                </c:pt>
              </c:numCache>
            </c:numRef>
          </c:yVal>
        </c:ser>
        <c:ser>
          <c:idx val="5"/>
          <c:order val="5"/>
          <c:tx>
            <c:v>Batch3_cell_006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Data'!$L$2:$L$101</c:f>
              <c:numCache>
                <c:formatCode>General</c:formatCode>
                <c:ptCount val="100"/>
                <c:pt idx="0">
                  <c:v>1.0620248</c:v>
                </c:pt>
                <c:pt idx="1">
                  <c:v>1.0626124</c:v>
                </c:pt>
                <c:pt idx="2">
                  <c:v>1.0629802</c:v>
                </c:pt>
                <c:pt idx="3">
                  <c:v>1.0630591</c:v>
                </c:pt>
                <c:pt idx="4">
                  <c:v>1.0630716</c:v>
                </c:pt>
                <c:pt idx="5">
                  <c:v>1.0630208</c:v>
                </c:pt>
                <c:pt idx="6">
                  <c:v>1.0629483</c:v>
                </c:pt>
                <c:pt idx="7">
                  <c:v>1.0628687</c:v>
                </c:pt>
                <c:pt idx="8">
                  <c:v>1.0625648</c:v>
                </c:pt>
                <c:pt idx="9">
                  <c:v>1.0624539</c:v>
                </c:pt>
                <c:pt idx="10">
                  <c:v>1.0623018</c:v>
                </c:pt>
                <c:pt idx="11">
                  <c:v>1.0618695</c:v>
                </c:pt>
                <c:pt idx="12">
                  <c:v>1.0616318</c:v>
                </c:pt>
                <c:pt idx="13">
                  <c:v>1.0615309</c:v>
                </c:pt>
                <c:pt idx="14">
                  <c:v>1.0612603</c:v>
                </c:pt>
                <c:pt idx="15">
                  <c:v>1.0609072</c:v>
                </c:pt>
                <c:pt idx="16">
                  <c:v>1.0607761</c:v>
                </c:pt>
                <c:pt idx="17">
                  <c:v>1.0604508</c:v>
                </c:pt>
                <c:pt idx="18">
                  <c:v>1.0602862</c:v>
                </c:pt>
                <c:pt idx="19">
                  <c:v>1.0599411</c:v>
                </c:pt>
                <c:pt idx="20">
                  <c:v>1.0598503</c:v>
                </c:pt>
                <c:pt idx="21">
                  <c:v>1.0595942</c:v>
                </c:pt>
                <c:pt idx="22">
                  <c:v>1.0592424</c:v>
                </c:pt>
                <c:pt idx="23">
                  <c:v>1.0589865</c:v>
                </c:pt>
                <c:pt idx="24">
                  <c:v>1.0587656</c:v>
                </c:pt>
                <c:pt idx="25">
                  <c:v>1.0585668</c:v>
                </c:pt>
                <c:pt idx="26">
                  <c:v>1.0582657</c:v>
                </c:pt>
                <c:pt idx="27">
                  <c:v>1.0583693</c:v>
                </c:pt>
                <c:pt idx="28">
                  <c:v>1.0582081</c:v>
                </c:pt>
                <c:pt idx="29">
                  <c:v>1.0581876</c:v>
                </c:pt>
                <c:pt idx="30">
                  <c:v>1.0579997</c:v>
                </c:pt>
                <c:pt idx="31">
                  <c:v>1.0578076</c:v>
                </c:pt>
                <c:pt idx="32">
                  <c:v>1.0574983</c:v>
                </c:pt>
                <c:pt idx="33">
                  <c:v>1.0573143</c:v>
                </c:pt>
                <c:pt idx="34">
                  <c:v>1.0570542</c:v>
                </c:pt>
                <c:pt idx="35">
                  <c:v>1.0568646</c:v>
                </c:pt>
                <c:pt idx="36">
                  <c:v>1.0565403</c:v>
                </c:pt>
                <c:pt idx="37">
                  <c:v>1.0562652</c:v>
                </c:pt>
                <c:pt idx="38">
                  <c:v>1.056168</c:v>
                </c:pt>
                <c:pt idx="39">
                  <c:v>1.0559384</c:v>
                </c:pt>
                <c:pt idx="40">
                  <c:v>1.0558032</c:v>
                </c:pt>
                <c:pt idx="41">
                  <c:v>1.0557672</c:v>
                </c:pt>
                <c:pt idx="42">
                  <c:v>1.0554632</c:v>
                </c:pt>
                <c:pt idx="43">
                  <c:v>1.0550849</c:v>
                </c:pt>
                <c:pt idx="44">
                  <c:v>1.0547764</c:v>
                </c:pt>
                <c:pt idx="45">
                  <c:v>1.0545297</c:v>
                </c:pt>
                <c:pt idx="46">
                  <c:v>1.0543556</c:v>
                </c:pt>
                <c:pt idx="47">
                  <c:v>1.0542214</c:v>
                </c:pt>
                <c:pt idx="48">
                  <c:v>1.0539025</c:v>
                </c:pt>
                <c:pt idx="49">
                  <c:v>1.0537841</c:v>
                </c:pt>
                <c:pt idx="50">
                  <c:v>1.0538685</c:v>
                </c:pt>
                <c:pt idx="51">
                  <c:v>1.0536891</c:v>
                </c:pt>
                <c:pt idx="52">
                  <c:v>1.0534407</c:v>
                </c:pt>
                <c:pt idx="53">
                  <c:v>1.0530304</c:v>
                </c:pt>
                <c:pt idx="54">
                  <c:v>1.0526658</c:v>
                </c:pt>
                <c:pt idx="55">
                  <c:v>1.0525261</c:v>
                </c:pt>
                <c:pt idx="56">
                  <c:v>1.0525137</c:v>
                </c:pt>
                <c:pt idx="57">
                  <c:v>1.0524204</c:v>
                </c:pt>
                <c:pt idx="58">
                  <c:v>1.0522065</c:v>
                </c:pt>
                <c:pt idx="59">
                  <c:v>1.0520055</c:v>
                </c:pt>
                <c:pt idx="60">
                  <c:v>1.0518051</c:v>
                </c:pt>
                <c:pt idx="61">
                  <c:v>1.0516526</c:v>
                </c:pt>
                <c:pt idx="62">
                  <c:v>1.0513049</c:v>
                </c:pt>
                <c:pt idx="63">
                  <c:v>1.0511122</c:v>
                </c:pt>
                <c:pt idx="64">
                  <c:v>1.0509762</c:v>
                </c:pt>
                <c:pt idx="65">
                  <c:v>1.0509588</c:v>
                </c:pt>
                <c:pt idx="66">
                  <c:v>1.0505836</c:v>
                </c:pt>
                <c:pt idx="67">
                  <c:v>1.050422</c:v>
                </c:pt>
                <c:pt idx="68">
                  <c:v>1.0501648</c:v>
                </c:pt>
                <c:pt idx="69">
                  <c:v>1.0499737</c:v>
                </c:pt>
                <c:pt idx="70">
                  <c:v>1.0497566</c:v>
                </c:pt>
                <c:pt idx="71">
                  <c:v>1.0494341</c:v>
                </c:pt>
                <c:pt idx="72">
                  <c:v>1.0492488</c:v>
                </c:pt>
                <c:pt idx="73">
                  <c:v>1.0492047</c:v>
                </c:pt>
                <c:pt idx="74">
                  <c:v>1.0488254</c:v>
                </c:pt>
                <c:pt idx="75">
                  <c:v>1.0484586</c:v>
                </c:pt>
                <c:pt idx="76">
                  <c:v>1.0484252</c:v>
                </c:pt>
                <c:pt idx="77">
                  <c:v>1.0481374</c:v>
                </c:pt>
                <c:pt idx="78">
                  <c:v>1.0479255</c:v>
                </c:pt>
                <c:pt idx="79">
                  <c:v>1.0477858</c:v>
                </c:pt>
                <c:pt idx="80">
                  <c:v>1.0475196</c:v>
                </c:pt>
                <c:pt idx="81">
                  <c:v>1.0473623</c:v>
                </c:pt>
                <c:pt idx="82">
                  <c:v>1.0472881</c:v>
                </c:pt>
                <c:pt idx="83">
                  <c:v>1.0470761</c:v>
                </c:pt>
                <c:pt idx="84">
                  <c:v>1.0469767</c:v>
                </c:pt>
                <c:pt idx="85">
                  <c:v>1.0467993</c:v>
                </c:pt>
                <c:pt idx="86">
                  <c:v>1.0465215</c:v>
                </c:pt>
                <c:pt idx="87">
                  <c:v>1.0463639</c:v>
                </c:pt>
                <c:pt idx="88">
                  <c:v>1.0461752</c:v>
                </c:pt>
                <c:pt idx="89">
                  <c:v>1.0460863</c:v>
                </c:pt>
                <c:pt idx="90">
                  <c:v>1.04583</c:v>
                </c:pt>
                <c:pt idx="91">
                  <c:v>1.0457288</c:v>
                </c:pt>
                <c:pt idx="92">
                  <c:v>1.0453346</c:v>
                </c:pt>
                <c:pt idx="93">
                  <c:v>1.0452496</c:v>
                </c:pt>
                <c:pt idx="94">
                  <c:v>1.044857</c:v>
                </c:pt>
                <c:pt idx="95">
                  <c:v>1.0446329</c:v>
                </c:pt>
                <c:pt idx="96">
                  <c:v>1.0443782</c:v>
                </c:pt>
                <c:pt idx="97">
                  <c:v>1.0441024</c:v>
                </c:pt>
                <c:pt idx="98">
                  <c:v>1.0439155</c:v>
                </c:pt>
                <c:pt idx="99">
                  <c:v>1.04378</c:v>
                </c:pt>
              </c:numCache>
            </c:numRef>
          </c:yVal>
        </c:ser>
        <c:ser>
          <c:idx val="6"/>
          <c:order val="6"/>
          <c:tx>
            <c:v>Batch3_cell_007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Data'!$N$2:$N$101</c:f>
              <c:numCache>
                <c:formatCode>General</c:formatCode>
                <c:ptCount val="100"/>
                <c:pt idx="0">
                  <c:v>1.0664694</c:v>
                </c:pt>
                <c:pt idx="1">
                  <c:v>1.0675218</c:v>
                </c:pt>
                <c:pt idx="2">
                  <c:v>1.0682656</c:v>
                </c:pt>
                <c:pt idx="3">
                  <c:v>1.0687692</c:v>
                </c:pt>
                <c:pt idx="4">
                  <c:v>1.0689943</c:v>
                </c:pt>
                <c:pt idx="5">
                  <c:v>1.069432</c:v>
                </c:pt>
                <c:pt idx="6">
                  <c:v>1.0698754</c:v>
                </c:pt>
                <c:pt idx="7">
                  <c:v>1.0688691</c:v>
                </c:pt>
                <c:pt idx="8">
                  <c:v>1.0702367</c:v>
                </c:pt>
                <c:pt idx="9">
                  <c:v>1.0702851</c:v>
                </c:pt>
                <c:pt idx="10">
                  <c:v>1.0703733</c:v>
                </c:pt>
                <c:pt idx="11">
                  <c:v>1.0705177</c:v>
                </c:pt>
                <c:pt idx="12">
                  <c:v>1.0705789</c:v>
                </c:pt>
                <c:pt idx="13">
                  <c:v>1.070624</c:v>
                </c:pt>
                <c:pt idx="14">
                  <c:v>1.0706929</c:v>
                </c:pt>
                <c:pt idx="15">
                  <c:v>1.0707315</c:v>
                </c:pt>
                <c:pt idx="16">
                  <c:v>1.0708863</c:v>
                </c:pt>
                <c:pt idx="17">
                  <c:v>1.070919</c:v>
                </c:pt>
                <c:pt idx="18">
                  <c:v>1.0707999</c:v>
                </c:pt>
                <c:pt idx="19">
                  <c:v>1.0696946</c:v>
                </c:pt>
                <c:pt idx="20">
                  <c:v>1.0708239</c:v>
                </c:pt>
                <c:pt idx="21">
                  <c:v>1.0708742</c:v>
                </c:pt>
                <c:pt idx="22">
                  <c:v>1.0708808</c:v>
                </c:pt>
                <c:pt idx="23">
                  <c:v>1.0695053</c:v>
                </c:pt>
                <c:pt idx="24">
                  <c:v>1.0707102</c:v>
                </c:pt>
                <c:pt idx="25">
                  <c:v>1.0706769</c:v>
                </c:pt>
                <c:pt idx="26">
                  <c:v>1.0708857</c:v>
                </c:pt>
                <c:pt idx="27">
                  <c:v>1.0708859</c:v>
                </c:pt>
                <c:pt idx="28">
                  <c:v>1.0683064</c:v>
                </c:pt>
                <c:pt idx="29">
                  <c:v>1.0709022</c:v>
                </c:pt>
                <c:pt idx="30">
                  <c:v>1.0708494</c:v>
                </c:pt>
                <c:pt idx="31">
                  <c:v>1.0708572</c:v>
                </c:pt>
                <c:pt idx="32">
                  <c:v>1.0707285</c:v>
                </c:pt>
                <c:pt idx="33">
                  <c:v>1.0707386</c:v>
                </c:pt>
                <c:pt idx="34">
                  <c:v>1.0707765</c:v>
                </c:pt>
                <c:pt idx="35">
                  <c:v>1.0707047</c:v>
                </c:pt>
                <c:pt idx="36">
                  <c:v>1.0704776</c:v>
                </c:pt>
                <c:pt idx="37">
                  <c:v>1.0705494</c:v>
                </c:pt>
                <c:pt idx="38">
                  <c:v>1.0706857</c:v>
                </c:pt>
                <c:pt idx="39">
                  <c:v>1.0706372</c:v>
                </c:pt>
                <c:pt idx="40">
                  <c:v>1.0705074</c:v>
                </c:pt>
                <c:pt idx="41">
                  <c:v>1.0705273</c:v>
                </c:pt>
                <c:pt idx="42">
                  <c:v>1.0704055</c:v>
                </c:pt>
                <c:pt idx="43">
                  <c:v>1.0704316</c:v>
                </c:pt>
                <c:pt idx="44">
                  <c:v>1.0703412</c:v>
                </c:pt>
                <c:pt idx="45">
                  <c:v>1.0703367</c:v>
                </c:pt>
                <c:pt idx="46">
                  <c:v>1.0703856</c:v>
                </c:pt>
                <c:pt idx="47">
                  <c:v>1.0704813</c:v>
                </c:pt>
                <c:pt idx="48">
                  <c:v>1.070464</c:v>
                </c:pt>
                <c:pt idx="49">
                  <c:v>1.0704235</c:v>
                </c:pt>
                <c:pt idx="50">
                  <c:v>1.0703938</c:v>
                </c:pt>
                <c:pt idx="51">
                  <c:v>1.0692064</c:v>
                </c:pt>
                <c:pt idx="52">
                  <c:v>1.0704437</c:v>
                </c:pt>
                <c:pt idx="53">
                  <c:v>1.0705144</c:v>
                </c:pt>
                <c:pt idx="54">
                  <c:v>1.0705047</c:v>
                </c:pt>
                <c:pt idx="55">
                  <c:v>1.0704857</c:v>
                </c:pt>
                <c:pt idx="56">
                  <c:v>1.0703052</c:v>
                </c:pt>
                <c:pt idx="57">
                  <c:v>1.0703373</c:v>
                </c:pt>
                <c:pt idx="58">
                  <c:v>1.0704552</c:v>
                </c:pt>
                <c:pt idx="59">
                  <c:v>1.0704386</c:v>
                </c:pt>
                <c:pt idx="60">
                  <c:v>1.0705527</c:v>
                </c:pt>
                <c:pt idx="61">
                  <c:v>1.0705324</c:v>
                </c:pt>
                <c:pt idx="62">
                  <c:v>1.0703927</c:v>
                </c:pt>
                <c:pt idx="63">
                  <c:v>1.0703483</c:v>
                </c:pt>
                <c:pt idx="64">
                  <c:v>1.0703211</c:v>
                </c:pt>
                <c:pt idx="65">
                  <c:v>1.0703509</c:v>
                </c:pt>
                <c:pt idx="66">
                  <c:v>1.0702479</c:v>
                </c:pt>
                <c:pt idx="67">
                  <c:v>1.0702336</c:v>
                </c:pt>
                <c:pt idx="68">
                  <c:v>1.0702331</c:v>
                </c:pt>
                <c:pt idx="69">
                  <c:v>1.0701863</c:v>
                </c:pt>
                <c:pt idx="70">
                  <c:v>1.0702238</c:v>
                </c:pt>
                <c:pt idx="71">
                  <c:v>1.070166</c:v>
                </c:pt>
                <c:pt idx="72">
                  <c:v>1.0703917</c:v>
                </c:pt>
                <c:pt idx="73">
                  <c:v>1.0701313</c:v>
                </c:pt>
                <c:pt idx="74">
                  <c:v>1.0701526</c:v>
                </c:pt>
                <c:pt idx="75">
                  <c:v>1.0701083</c:v>
                </c:pt>
                <c:pt idx="76">
                  <c:v>1.070136</c:v>
                </c:pt>
                <c:pt idx="77">
                  <c:v>1.0702369</c:v>
                </c:pt>
                <c:pt idx="78">
                  <c:v>1.0702025</c:v>
                </c:pt>
                <c:pt idx="79">
                  <c:v>1.0700562</c:v>
                </c:pt>
                <c:pt idx="80">
                  <c:v>1.0701401</c:v>
                </c:pt>
                <c:pt idx="81">
                  <c:v>1.0701914</c:v>
                </c:pt>
                <c:pt idx="82">
                  <c:v>1.0700697</c:v>
                </c:pt>
                <c:pt idx="83">
                  <c:v>1.0701433</c:v>
                </c:pt>
                <c:pt idx="84">
                  <c:v>1.0701085</c:v>
                </c:pt>
                <c:pt idx="85">
                  <c:v>1.0686677</c:v>
                </c:pt>
                <c:pt idx="86">
                  <c:v>1.0699632</c:v>
                </c:pt>
                <c:pt idx="87">
                  <c:v>1.0699826</c:v>
                </c:pt>
                <c:pt idx="88">
                  <c:v>1.0698875</c:v>
                </c:pt>
                <c:pt idx="89">
                  <c:v>1.069891</c:v>
                </c:pt>
                <c:pt idx="90">
                  <c:v>1.069844</c:v>
                </c:pt>
                <c:pt idx="91">
                  <c:v>1.0696601</c:v>
                </c:pt>
                <c:pt idx="92">
                  <c:v>1.0698048</c:v>
                </c:pt>
                <c:pt idx="93">
                  <c:v>1.0697942</c:v>
                </c:pt>
                <c:pt idx="94">
                  <c:v>1.0696982</c:v>
                </c:pt>
                <c:pt idx="95">
                  <c:v>1.0697154</c:v>
                </c:pt>
                <c:pt idx="96">
                  <c:v>1.0697757</c:v>
                </c:pt>
                <c:pt idx="97">
                  <c:v>1.0697899</c:v>
                </c:pt>
                <c:pt idx="98">
                  <c:v>1.0698465</c:v>
                </c:pt>
                <c:pt idx="99">
                  <c:v>1.0684743</c:v>
                </c:pt>
              </c:numCache>
            </c:numRef>
          </c:yVal>
        </c:ser>
        <c:ser>
          <c:idx val="7"/>
          <c:order val="7"/>
          <c:tx>
            <c:v>Batch3_cell_008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Data'!$P$2:$P$101</c:f>
              <c:numCache>
                <c:formatCode>General</c:formatCode>
                <c:ptCount val="100"/>
                <c:pt idx="0">
                  <c:v>1.0636606</c:v>
                </c:pt>
                <c:pt idx="1">
                  <c:v>1.0647362</c:v>
                </c:pt>
                <c:pt idx="2">
                  <c:v>1.0656182</c:v>
                </c:pt>
                <c:pt idx="3">
                  <c:v>1.0662173</c:v>
                </c:pt>
                <c:pt idx="4">
                  <c:v>1.0665767</c:v>
                </c:pt>
                <c:pt idx="5">
                  <c:v>1.0669744</c:v>
                </c:pt>
                <c:pt idx="6">
                  <c:v>1.067187</c:v>
                </c:pt>
                <c:pt idx="7">
                  <c:v>1.0675483</c:v>
                </c:pt>
                <c:pt idx="8">
                  <c:v>1.0677196</c:v>
                </c:pt>
                <c:pt idx="9">
                  <c:v>1.0679353</c:v>
                </c:pt>
                <c:pt idx="10">
                  <c:v>1.0680144</c:v>
                </c:pt>
                <c:pt idx="11">
                  <c:v>1.0679934</c:v>
                </c:pt>
                <c:pt idx="12">
                  <c:v>1.0681455</c:v>
                </c:pt>
                <c:pt idx="13">
                  <c:v>1.0681577</c:v>
                </c:pt>
                <c:pt idx="14">
                  <c:v>1.0683548</c:v>
                </c:pt>
                <c:pt idx="15">
                  <c:v>1.0684052</c:v>
                </c:pt>
                <c:pt idx="16">
                  <c:v>1.0683966</c:v>
                </c:pt>
                <c:pt idx="17">
                  <c:v>1.0684268</c:v>
                </c:pt>
                <c:pt idx="18">
                  <c:v>1.0684555</c:v>
                </c:pt>
                <c:pt idx="19">
                  <c:v>1.0683903</c:v>
                </c:pt>
                <c:pt idx="20">
                  <c:v>1.0685091</c:v>
                </c:pt>
                <c:pt idx="21">
                  <c:v>1.0685432</c:v>
                </c:pt>
                <c:pt idx="22">
                  <c:v>1.0685199</c:v>
                </c:pt>
                <c:pt idx="23">
                  <c:v>1.0684477</c:v>
                </c:pt>
                <c:pt idx="24">
                  <c:v>1.0685261</c:v>
                </c:pt>
                <c:pt idx="25">
                  <c:v>1.0684638</c:v>
                </c:pt>
                <c:pt idx="26">
                  <c:v>1.068436</c:v>
                </c:pt>
                <c:pt idx="27">
                  <c:v>1.0683317</c:v>
                </c:pt>
                <c:pt idx="28">
                  <c:v>1.068195</c:v>
                </c:pt>
                <c:pt idx="29">
                  <c:v>1.0684925</c:v>
                </c:pt>
                <c:pt idx="30">
                  <c:v>1.0686032</c:v>
                </c:pt>
                <c:pt idx="31">
                  <c:v>1.0685759</c:v>
                </c:pt>
                <c:pt idx="32">
                  <c:v>1.0685992</c:v>
                </c:pt>
                <c:pt idx="33">
                  <c:v>1.0687144</c:v>
                </c:pt>
                <c:pt idx="34">
                  <c:v>1.0685532</c:v>
                </c:pt>
                <c:pt idx="35">
                  <c:v>1.0686525</c:v>
                </c:pt>
                <c:pt idx="36">
                  <c:v>1.0686617</c:v>
                </c:pt>
                <c:pt idx="37">
                  <c:v>1.0685281</c:v>
                </c:pt>
                <c:pt idx="38">
                  <c:v>1.0684588</c:v>
                </c:pt>
                <c:pt idx="39">
                  <c:v>1.0685894</c:v>
                </c:pt>
                <c:pt idx="40">
                  <c:v>1.0685861</c:v>
                </c:pt>
                <c:pt idx="41">
                  <c:v>1.0685564</c:v>
                </c:pt>
                <c:pt idx="42">
                  <c:v>1.0684845</c:v>
                </c:pt>
                <c:pt idx="43">
                  <c:v>1.068445</c:v>
                </c:pt>
                <c:pt idx="44">
                  <c:v>1.0684531</c:v>
                </c:pt>
                <c:pt idx="45">
                  <c:v>1.068534</c:v>
                </c:pt>
                <c:pt idx="46">
                  <c:v>1.068581</c:v>
                </c:pt>
                <c:pt idx="47">
                  <c:v>1.0686094</c:v>
                </c:pt>
                <c:pt idx="48">
                  <c:v>1.0686371</c:v>
                </c:pt>
                <c:pt idx="49">
                  <c:v>1.0685687</c:v>
                </c:pt>
                <c:pt idx="50">
                  <c:v>1.0686038</c:v>
                </c:pt>
                <c:pt idx="51">
                  <c:v>1.0685227</c:v>
                </c:pt>
                <c:pt idx="52">
                  <c:v>1.0685833</c:v>
                </c:pt>
                <c:pt idx="53">
                  <c:v>1.0685636</c:v>
                </c:pt>
                <c:pt idx="54">
                  <c:v>1.0685092</c:v>
                </c:pt>
                <c:pt idx="55">
                  <c:v>1.0684525</c:v>
                </c:pt>
                <c:pt idx="56">
                  <c:v>1.0684069</c:v>
                </c:pt>
                <c:pt idx="57">
                  <c:v>1.0684903</c:v>
                </c:pt>
                <c:pt idx="58">
                  <c:v>1.0684768</c:v>
                </c:pt>
                <c:pt idx="59">
                  <c:v>1.0684302</c:v>
                </c:pt>
                <c:pt idx="60">
                  <c:v>1.0683568</c:v>
                </c:pt>
                <c:pt idx="61">
                  <c:v>1.0683459</c:v>
                </c:pt>
                <c:pt idx="62">
                  <c:v>1.0683408</c:v>
                </c:pt>
                <c:pt idx="63">
                  <c:v>1.0683722</c:v>
                </c:pt>
                <c:pt idx="64">
                  <c:v>1.0682427</c:v>
                </c:pt>
                <c:pt idx="65">
                  <c:v>1.0681705</c:v>
                </c:pt>
                <c:pt idx="66">
                  <c:v>1.0680616</c:v>
                </c:pt>
                <c:pt idx="67">
                  <c:v>1.0680449</c:v>
                </c:pt>
                <c:pt idx="68">
                  <c:v>1.0680326</c:v>
                </c:pt>
                <c:pt idx="69">
                  <c:v>1.0678819</c:v>
                </c:pt>
                <c:pt idx="70">
                  <c:v>1.0677588</c:v>
                </c:pt>
                <c:pt idx="71">
                  <c:v>1.0679014</c:v>
                </c:pt>
                <c:pt idx="72">
                  <c:v>1.0677652</c:v>
                </c:pt>
                <c:pt idx="73">
                  <c:v>1.0676337</c:v>
                </c:pt>
                <c:pt idx="74">
                  <c:v>1.0679919</c:v>
                </c:pt>
                <c:pt idx="75">
                  <c:v>1.0677494</c:v>
                </c:pt>
                <c:pt idx="76">
                  <c:v>1.0676951</c:v>
                </c:pt>
                <c:pt idx="77">
                  <c:v>1.0678256</c:v>
                </c:pt>
                <c:pt idx="78">
                  <c:v>1.0676397</c:v>
                </c:pt>
                <c:pt idx="79">
                  <c:v>1.0677133</c:v>
                </c:pt>
                <c:pt idx="80">
                  <c:v>1.0677104</c:v>
                </c:pt>
                <c:pt idx="81">
                  <c:v>1.0676539</c:v>
                </c:pt>
                <c:pt idx="82">
                  <c:v>1.0676322</c:v>
                </c:pt>
                <c:pt idx="83">
                  <c:v>1.0676154</c:v>
                </c:pt>
                <c:pt idx="84">
                  <c:v>1.0676601</c:v>
                </c:pt>
                <c:pt idx="85">
                  <c:v>1.0677274</c:v>
                </c:pt>
                <c:pt idx="86">
                  <c:v>1.0677521</c:v>
                </c:pt>
                <c:pt idx="87">
                  <c:v>1.0676652</c:v>
                </c:pt>
                <c:pt idx="88">
                  <c:v>1.0676517</c:v>
                </c:pt>
                <c:pt idx="89">
                  <c:v>1.0674778</c:v>
                </c:pt>
                <c:pt idx="90">
                  <c:v>1.0673678</c:v>
                </c:pt>
                <c:pt idx="91">
                  <c:v>1.0673813</c:v>
                </c:pt>
                <c:pt idx="92">
                  <c:v>1.067345</c:v>
                </c:pt>
                <c:pt idx="93">
                  <c:v>1.0672818</c:v>
                </c:pt>
                <c:pt idx="94">
                  <c:v>1.0673332</c:v>
                </c:pt>
                <c:pt idx="95">
                  <c:v>1.0671659</c:v>
                </c:pt>
                <c:pt idx="96">
                  <c:v>1.0672036</c:v>
                </c:pt>
                <c:pt idx="97">
                  <c:v>1.0671537</c:v>
                </c:pt>
                <c:pt idx="98">
                  <c:v>1.0671253</c:v>
                </c:pt>
                <c:pt idx="99">
                  <c:v>1.067026</c:v>
                </c:pt>
              </c:numCache>
            </c:numRef>
          </c:yVal>
        </c:ser>
        <c:ser>
          <c:idx val="8"/>
          <c:order val="8"/>
          <c:tx>
            <c:v>Batch3_cell_009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Data'!$R$2:$R$101</c:f>
              <c:numCache>
                <c:formatCode>General</c:formatCode>
                <c:ptCount val="100"/>
                <c:pt idx="0">
                  <c:v>1.0683683</c:v>
                </c:pt>
                <c:pt idx="1">
                  <c:v>1.0694826</c:v>
                </c:pt>
                <c:pt idx="2">
                  <c:v>1.0703384</c:v>
                </c:pt>
                <c:pt idx="3">
                  <c:v>1.0709082</c:v>
                </c:pt>
                <c:pt idx="4">
                  <c:v>1.0714244</c:v>
                </c:pt>
                <c:pt idx="5">
                  <c:v>1.0718178</c:v>
                </c:pt>
                <c:pt idx="6">
                  <c:v>1.0721514</c:v>
                </c:pt>
                <c:pt idx="7">
                  <c:v>1.0722935</c:v>
                </c:pt>
                <c:pt idx="8">
                  <c:v>1.0724885</c:v>
                </c:pt>
                <c:pt idx="9">
                  <c:v>1.0727774</c:v>
                </c:pt>
                <c:pt idx="10">
                  <c:v>1.0729177</c:v>
                </c:pt>
                <c:pt idx="11">
                  <c:v>1.0729407</c:v>
                </c:pt>
                <c:pt idx="12">
                  <c:v>1.0729898</c:v>
                </c:pt>
                <c:pt idx="13">
                  <c:v>1.0731136</c:v>
                </c:pt>
                <c:pt idx="14">
                  <c:v>1.0732448</c:v>
                </c:pt>
                <c:pt idx="15">
                  <c:v>1.0733707</c:v>
                </c:pt>
                <c:pt idx="16">
                  <c:v>1.0732634</c:v>
                </c:pt>
                <c:pt idx="17">
                  <c:v>1.0732198</c:v>
                </c:pt>
                <c:pt idx="18">
                  <c:v>1.0732032</c:v>
                </c:pt>
                <c:pt idx="19">
                  <c:v>1.0731698</c:v>
                </c:pt>
                <c:pt idx="20">
                  <c:v>1.0732428</c:v>
                </c:pt>
                <c:pt idx="21">
                  <c:v>1.073287</c:v>
                </c:pt>
                <c:pt idx="22">
                  <c:v>1.0732454</c:v>
                </c:pt>
                <c:pt idx="23">
                  <c:v>1.0732069</c:v>
                </c:pt>
                <c:pt idx="24">
                  <c:v>1.0731597</c:v>
                </c:pt>
                <c:pt idx="25">
                  <c:v>1.0732933</c:v>
                </c:pt>
                <c:pt idx="26">
                  <c:v>1.0732532</c:v>
                </c:pt>
                <c:pt idx="27">
                  <c:v>1.073244</c:v>
                </c:pt>
                <c:pt idx="28">
                  <c:v>1.073355</c:v>
                </c:pt>
                <c:pt idx="29">
                  <c:v>1.0733182</c:v>
                </c:pt>
                <c:pt idx="30">
                  <c:v>1.0733571</c:v>
                </c:pt>
                <c:pt idx="31">
                  <c:v>1.0733409</c:v>
                </c:pt>
                <c:pt idx="32">
                  <c:v>1.0733271</c:v>
                </c:pt>
                <c:pt idx="33">
                  <c:v>1.0732865</c:v>
                </c:pt>
                <c:pt idx="34">
                  <c:v>1.0731511</c:v>
                </c:pt>
                <c:pt idx="35">
                  <c:v>1.0731993</c:v>
                </c:pt>
                <c:pt idx="36">
                  <c:v>1.0732179</c:v>
                </c:pt>
                <c:pt idx="37">
                  <c:v>1.0731657</c:v>
                </c:pt>
                <c:pt idx="38">
                  <c:v>1.0732133</c:v>
                </c:pt>
                <c:pt idx="39">
                  <c:v>1.073257</c:v>
                </c:pt>
                <c:pt idx="40">
                  <c:v>1.0732435</c:v>
                </c:pt>
                <c:pt idx="41">
                  <c:v>1.0732323</c:v>
                </c:pt>
                <c:pt idx="42">
                  <c:v>1.0731165</c:v>
                </c:pt>
                <c:pt idx="43">
                  <c:v>1.0731781</c:v>
                </c:pt>
                <c:pt idx="44">
                  <c:v>1.0732635</c:v>
                </c:pt>
                <c:pt idx="45">
                  <c:v>1.0732911</c:v>
                </c:pt>
                <c:pt idx="46">
                  <c:v>1.0732332</c:v>
                </c:pt>
                <c:pt idx="47">
                  <c:v>1.073333</c:v>
                </c:pt>
                <c:pt idx="48">
                  <c:v>1.0731812</c:v>
                </c:pt>
                <c:pt idx="49">
                  <c:v>1.0730721</c:v>
                </c:pt>
                <c:pt idx="50">
                  <c:v>1.0731695</c:v>
                </c:pt>
                <c:pt idx="51">
                  <c:v>1.0732443</c:v>
                </c:pt>
                <c:pt idx="52">
                  <c:v>1.0732331</c:v>
                </c:pt>
                <c:pt idx="53">
                  <c:v>1.0732443</c:v>
                </c:pt>
                <c:pt idx="54">
                  <c:v>1.0732646</c:v>
                </c:pt>
                <c:pt idx="55">
                  <c:v>1.0731987</c:v>
                </c:pt>
                <c:pt idx="56">
                  <c:v>1.0731769</c:v>
                </c:pt>
                <c:pt idx="57">
                  <c:v>1.0730414</c:v>
                </c:pt>
                <c:pt idx="58">
                  <c:v>1.0730548</c:v>
                </c:pt>
                <c:pt idx="59">
                  <c:v>1.0729394</c:v>
                </c:pt>
                <c:pt idx="60">
                  <c:v>1.0730493</c:v>
                </c:pt>
                <c:pt idx="61">
                  <c:v>1.0729676</c:v>
                </c:pt>
                <c:pt idx="62">
                  <c:v>1.0729675</c:v>
                </c:pt>
                <c:pt idx="63">
                  <c:v>1.0729198</c:v>
                </c:pt>
                <c:pt idx="64">
                  <c:v>1.0730494</c:v>
                </c:pt>
                <c:pt idx="65">
                  <c:v>1.0729229</c:v>
                </c:pt>
                <c:pt idx="66">
                  <c:v>1.0729285</c:v>
                </c:pt>
                <c:pt idx="67">
                  <c:v>1.0728252</c:v>
                </c:pt>
                <c:pt idx="68">
                  <c:v>1.0729223</c:v>
                </c:pt>
                <c:pt idx="69">
                  <c:v>1.072858</c:v>
                </c:pt>
                <c:pt idx="70">
                  <c:v>1.072836</c:v>
                </c:pt>
                <c:pt idx="71">
                  <c:v>1.0728135</c:v>
                </c:pt>
                <c:pt idx="72">
                  <c:v>1.0728329</c:v>
                </c:pt>
                <c:pt idx="73">
                  <c:v>1.0731175</c:v>
                </c:pt>
                <c:pt idx="74">
                  <c:v>1.0728294</c:v>
                </c:pt>
                <c:pt idx="75">
                  <c:v>1.0728097</c:v>
                </c:pt>
                <c:pt idx="76">
                  <c:v>1.072755</c:v>
                </c:pt>
                <c:pt idx="77">
                  <c:v>1.0727719</c:v>
                </c:pt>
                <c:pt idx="78">
                  <c:v>1.0728618</c:v>
                </c:pt>
                <c:pt idx="79">
                  <c:v>1.072798</c:v>
                </c:pt>
                <c:pt idx="80">
                  <c:v>1.0727401</c:v>
                </c:pt>
                <c:pt idx="81">
                  <c:v>1.0727121</c:v>
                </c:pt>
                <c:pt idx="82">
                  <c:v>1.0726277</c:v>
                </c:pt>
                <c:pt idx="83">
                  <c:v>1.0727021</c:v>
                </c:pt>
                <c:pt idx="84">
                  <c:v>1.0727725</c:v>
                </c:pt>
                <c:pt idx="85">
                  <c:v>1.0727814</c:v>
                </c:pt>
                <c:pt idx="86">
                  <c:v>1.0727954</c:v>
                </c:pt>
                <c:pt idx="87">
                  <c:v>1.0726157</c:v>
                </c:pt>
                <c:pt idx="88">
                  <c:v>1.0725528</c:v>
                </c:pt>
                <c:pt idx="89">
                  <c:v>1.0724733</c:v>
                </c:pt>
                <c:pt idx="90">
                  <c:v>1.0725344</c:v>
                </c:pt>
                <c:pt idx="91">
                  <c:v>1.0725106</c:v>
                </c:pt>
                <c:pt idx="92">
                  <c:v>1.0724685</c:v>
                </c:pt>
                <c:pt idx="93">
                  <c:v>1.0723953</c:v>
                </c:pt>
                <c:pt idx="94">
                  <c:v>1.0724339</c:v>
                </c:pt>
                <c:pt idx="95">
                  <c:v>1.07243</c:v>
                </c:pt>
                <c:pt idx="96">
                  <c:v>1.0724487</c:v>
                </c:pt>
                <c:pt idx="97">
                  <c:v>1.0723705</c:v>
                </c:pt>
                <c:pt idx="98">
                  <c:v>1.0724779</c:v>
                </c:pt>
                <c:pt idx="99">
                  <c:v>1.0724456</c:v>
                </c:pt>
              </c:numCache>
            </c:numRef>
          </c:yVal>
        </c:ser>
        <c:ser>
          <c:idx val="9"/>
          <c:order val="9"/>
          <c:tx>
            <c:v>Batch3_cell_010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Data'!$S$2:$S$101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Data'!$T$2:$T$101</c:f>
              <c:numCache>
                <c:formatCode>General</c:formatCode>
                <c:ptCount val="100"/>
                <c:pt idx="0">
                  <c:v>1.0608749</c:v>
                </c:pt>
                <c:pt idx="1">
                  <c:v>1.0617746</c:v>
                </c:pt>
                <c:pt idx="2">
                  <c:v>1.0624784</c:v>
                </c:pt>
                <c:pt idx="3">
                  <c:v>1.0630711</c:v>
                </c:pt>
                <c:pt idx="4">
                  <c:v>1.0632553</c:v>
                </c:pt>
                <c:pt idx="5">
                  <c:v>1.0636628</c:v>
                </c:pt>
                <c:pt idx="6">
                  <c:v>1.0638769</c:v>
                </c:pt>
                <c:pt idx="7">
                  <c:v>1.0639834</c:v>
                </c:pt>
                <c:pt idx="8">
                  <c:v>1.0641594</c:v>
                </c:pt>
                <c:pt idx="9">
                  <c:v>1.0643069</c:v>
                </c:pt>
                <c:pt idx="10">
                  <c:v>1.0642841</c:v>
                </c:pt>
                <c:pt idx="11">
                  <c:v>1.0644095</c:v>
                </c:pt>
                <c:pt idx="12">
                  <c:v>1.0643651</c:v>
                </c:pt>
                <c:pt idx="13">
                  <c:v>1.0644456</c:v>
                </c:pt>
                <c:pt idx="14">
                  <c:v>1.0645781</c:v>
                </c:pt>
                <c:pt idx="15">
                  <c:v>1.0647088</c:v>
                </c:pt>
                <c:pt idx="16">
                  <c:v>1.0647665</c:v>
                </c:pt>
                <c:pt idx="17">
                  <c:v>1.0648082</c:v>
                </c:pt>
                <c:pt idx="18">
                  <c:v>1.0634618</c:v>
                </c:pt>
                <c:pt idx="19">
                  <c:v>1.0647759</c:v>
                </c:pt>
                <c:pt idx="20">
                  <c:v>1.0648688</c:v>
                </c:pt>
                <c:pt idx="21">
                  <c:v>1.0648835</c:v>
                </c:pt>
                <c:pt idx="22">
                  <c:v>1.0649921</c:v>
                </c:pt>
                <c:pt idx="23">
                  <c:v>1.06481</c:v>
                </c:pt>
                <c:pt idx="24">
                  <c:v>1.0647819</c:v>
                </c:pt>
                <c:pt idx="25">
                  <c:v>1.0648519</c:v>
                </c:pt>
                <c:pt idx="26">
                  <c:v>1.0648059</c:v>
                </c:pt>
                <c:pt idx="27">
                  <c:v>1.0648488</c:v>
                </c:pt>
                <c:pt idx="28">
                  <c:v>1.0648974</c:v>
                </c:pt>
                <c:pt idx="29">
                  <c:v>1.0648808</c:v>
                </c:pt>
                <c:pt idx="30">
                  <c:v>1.0647142</c:v>
                </c:pt>
                <c:pt idx="31">
                  <c:v>1.0648876</c:v>
                </c:pt>
                <c:pt idx="32">
                  <c:v>1.0649424</c:v>
                </c:pt>
                <c:pt idx="33">
                  <c:v>1.0648934</c:v>
                </c:pt>
                <c:pt idx="34">
                  <c:v>1.0648178</c:v>
                </c:pt>
                <c:pt idx="35">
                  <c:v>1.0649281</c:v>
                </c:pt>
                <c:pt idx="36">
                  <c:v>1.0637193</c:v>
                </c:pt>
                <c:pt idx="37">
                  <c:v>1.064988</c:v>
                </c:pt>
                <c:pt idx="38">
                  <c:v>1.0649545</c:v>
                </c:pt>
                <c:pt idx="39">
                  <c:v>1.0649499</c:v>
                </c:pt>
                <c:pt idx="40">
                  <c:v>1.0648996</c:v>
                </c:pt>
                <c:pt idx="41">
                  <c:v>1.0648764</c:v>
                </c:pt>
                <c:pt idx="42">
                  <c:v>1.0648347</c:v>
                </c:pt>
                <c:pt idx="43">
                  <c:v>1.0648953</c:v>
                </c:pt>
                <c:pt idx="44">
                  <c:v>1.0650008</c:v>
                </c:pt>
                <c:pt idx="45">
                  <c:v>1.0649983</c:v>
                </c:pt>
                <c:pt idx="46">
                  <c:v>1.0648937</c:v>
                </c:pt>
                <c:pt idx="47">
                  <c:v>1.0649238</c:v>
                </c:pt>
                <c:pt idx="48">
                  <c:v>1.0646554</c:v>
                </c:pt>
                <c:pt idx="49">
                  <c:v>1.0649273</c:v>
                </c:pt>
                <c:pt idx="50">
                  <c:v>1.0648276</c:v>
                </c:pt>
                <c:pt idx="51">
                  <c:v>1.0649716</c:v>
                </c:pt>
                <c:pt idx="52">
                  <c:v>1.0649356</c:v>
                </c:pt>
                <c:pt idx="53">
                  <c:v>1.0649266</c:v>
                </c:pt>
                <c:pt idx="54">
                  <c:v>1.06488</c:v>
                </c:pt>
                <c:pt idx="55">
                  <c:v>1.064896</c:v>
                </c:pt>
                <c:pt idx="56">
                  <c:v>1.0636146</c:v>
                </c:pt>
                <c:pt idx="57">
                  <c:v>1.0646927</c:v>
                </c:pt>
                <c:pt idx="58">
                  <c:v>1.0647954</c:v>
                </c:pt>
                <c:pt idx="59">
                  <c:v>1.0647553</c:v>
                </c:pt>
                <c:pt idx="60">
                  <c:v>1.0648208</c:v>
                </c:pt>
                <c:pt idx="61">
                  <c:v>1.0647546</c:v>
                </c:pt>
                <c:pt idx="62">
                  <c:v>1.0647739</c:v>
                </c:pt>
                <c:pt idx="63">
                  <c:v>1.0646684</c:v>
                </c:pt>
                <c:pt idx="64">
                  <c:v>1.0646757</c:v>
                </c:pt>
                <c:pt idx="65">
                  <c:v>1.0646313</c:v>
                </c:pt>
                <c:pt idx="66">
                  <c:v>1.0644046</c:v>
                </c:pt>
                <c:pt idx="67">
                  <c:v>1.0643446</c:v>
                </c:pt>
                <c:pt idx="68">
                  <c:v>1.0631335</c:v>
                </c:pt>
                <c:pt idx="69">
                  <c:v>1.0643581</c:v>
                </c:pt>
                <c:pt idx="70">
                  <c:v>1.06437</c:v>
                </c:pt>
                <c:pt idx="71">
                  <c:v>1.0643342</c:v>
                </c:pt>
                <c:pt idx="72">
                  <c:v>1.0643635</c:v>
                </c:pt>
                <c:pt idx="73">
                  <c:v>1.0644875</c:v>
                </c:pt>
                <c:pt idx="74">
                  <c:v>1.0642827</c:v>
                </c:pt>
                <c:pt idx="75">
                  <c:v>1.0642272</c:v>
                </c:pt>
                <c:pt idx="76">
                  <c:v>1.0640022</c:v>
                </c:pt>
                <c:pt idx="77">
                  <c:v>1.0640528</c:v>
                </c:pt>
                <c:pt idx="78">
                  <c:v>1.0642042</c:v>
                </c:pt>
                <c:pt idx="79">
                  <c:v>1.0641586</c:v>
                </c:pt>
                <c:pt idx="80">
                  <c:v>1.0641588</c:v>
                </c:pt>
                <c:pt idx="81">
                  <c:v>1.064165</c:v>
                </c:pt>
                <c:pt idx="82">
                  <c:v>1.0641843</c:v>
                </c:pt>
                <c:pt idx="83">
                  <c:v>1.0641795</c:v>
                </c:pt>
                <c:pt idx="84">
                  <c:v>1.0642558</c:v>
                </c:pt>
                <c:pt idx="85">
                  <c:v>1.0641924</c:v>
                </c:pt>
                <c:pt idx="86">
                  <c:v>1.0640389</c:v>
                </c:pt>
                <c:pt idx="87">
                  <c:v>1.0641135</c:v>
                </c:pt>
                <c:pt idx="88">
                  <c:v>1.0640713</c:v>
                </c:pt>
                <c:pt idx="89">
                  <c:v>1.0640678</c:v>
                </c:pt>
                <c:pt idx="90">
                  <c:v>1.0640931</c:v>
                </c:pt>
                <c:pt idx="91">
                  <c:v>1.0640529</c:v>
                </c:pt>
                <c:pt idx="92">
                  <c:v>1.0639633</c:v>
                </c:pt>
                <c:pt idx="93">
                  <c:v>1.0638726</c:v>
                </c:pt>
                <c:pt idx="94">
                  <c:v>1.0637963</c:v>
                </c:pt>
                <c:pt idx="95">
                  <c:v>1.0637579</c:v>
                </c:pt>
                <c:pt idx="96">
                  <c:v>1.0637569</c:v>
                </c:pt>
                <c:pt idx="97">
                  <c:v>1.0638149</c:v>
                </c:pt>
                <c:pt idx="98">
                  <c:v>1.0637165</c:v>
                </c:pt>
                <c:pt idx="99">
                  <c:v>1.0623909</c:v>
                </c:pt>
              </c:numCache>
            </c:numRef>
          </c:yVal>
        </c:ser>
        <c:ser>
          <c:idx val="10"/>
          <c:order val="10"/>
          <c:tx>
            <c:v>Batch3_cell_011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Data'!$U$2:$U$101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Data'!$V$2:$V$101</c:f>
              <c:numCache>
                <c:formatCode>General</c:formatCode>
                <c:ptCount val="100"/>
                <c:pt idx="0">
                  <c:v>1.0673251</c:v>
                </c:pt>
                <c:pt idx="1">
                  <c:v>1.0680679</c:v>
                </c:pt>
                <c:pt idx="2">
                  <c:v>1.0686512</c:v>
                </c:pt>
                <c:pt idx="3">
                  <c:v>1.0690908</c:v>
                </c:pt>
                <c:pt idx="4">
                  <c:v>1.0695097</c:v>
                </c:pt>
                <c:pt idx="5">
                  <c:v>1.0697372</c:v>
                </c:pt>
                <c:pt idx="6">
                  <c:v>1.070027</c:v>
                </c:pt>
                <c:pt idx="7">
                  <c:v>1.0690362</c:v>
                </c:pt>
                <c:pt idx="8">
                  <c:v>1.0705024</c:v>
                </c:pt>
                <c:pt idx="9">
                  <c:v>1.0706047</c:v>
                </c:pt>
                <c:pt idx="10">
                  <c:v>1.0706613</c:v>
                </c:pt>
                <c:pt idx="11">
                  <c:v>1.0704181</c:v>
                </c:pt>
                <c:pt idx="12">
                  <c:v>1.0704712</c:v>
                </c:pt>
                <c:pt idx="13">
                  <c:v>1.0705544</c:v>
                </c:pt>
                <c:pt idx="14">
                  <c:v>1.0705639</c:v>
                </c:pt>
                <c:pt idx="15">
                  <c:v>1.0707361</c:v>
                </c:pt>
                <c:pt idx="16">
                  <c:v>1.0707296</c:v>
                </c:pt>
                <c:pt idx="17">
                  <c:v>1.0707607</c:v>
                </c:pt>
                <c:pt idx="18">
                  <c:v>1.0707055</c:v>
                </c:pt>
                <c:pt idx="19">
                  <c:v>1.0706683</c:v>
                </c:pt>
                <c:pt idx="20">
                  <c:v>1.0706711</c:v>
                </c:pt>
                <c:pt idx="21">
                  <c:v>1.0706277</c:v>
                </c:pt>
                <c:pt idx="22">
                  <c:v>1.0705918</c:v>
                </c:pt>
                <c:pt idx="23">
                  <c:v>1.0705801</c:v>
                </c:pt>
                <c:pt idx="24">
                  <c:v>1.0705342</c:v>
                </c:pt>
                <c:pt idx="25">
                  <c:v>1.070559</c:v>
                </c:pt>
                <c:pt idx="26">
                  <c:v>1.0705616</c:v>
                </c:pt>
                <c:pt idx="27">
                  <c:v>1.0705761</c:v>
                </c:pt>
                <c:pt idx="28">
                  <c:v>1.0706364</c:v>
                </c:pt>
                <c:pt idx="29">
                  <c:v>1.0705856</c:v>
                </c:pt>
                <c:pt idx="30">
                  <c:v>1.0705861</c:v>
                </c:pt>
                <c:pt idx="31">
                  <c:v>1.0705066</c:v>
                </c:pt>
                <c:pt idx="32">
                  <c:v>1.0705005</c:v>
                </c:pt>
                <c:pt idx="33">
                  <c:v>1.070603</c:v>
                </c:pt>
                <c:pt idx="34">
                  <c:v>1.0705688</c:v>
                </c:pt>
                <c:pt idx="35">
                  <c:v>1.0704516</c:v>
                </c:pt>
                <c:pt idx="36">
                  <c:v>1.0704551</c:v>
                </c:pt>
                <c:pt idx="37">
                  <c:v>1.0704347</c:v>
                </c:pt>
                <c:pt idx="38">
                  <c:v>1.0704385</c:v>
                </c:pt>
                <c:pt idx="39">
                  <c:v>1.0703977</c:v>
                </c:pt>
                <c:pt idx="40">
                  <c:v>1.0703399</c:v>
                </c:pt>
                <c:pt idx="41">
                  <c:v>1.0703086</c:v>
                </c:pt>
                <c:pt idx="42">
                  <c:v>1.0702537</c:v>
                </c:pt>
                <c:pt idx="43">
                  <c:v>1.0701889</c:v>
                </c:pt>
                <c:pt idx="44">
                  <c:v>1.0703039</c:v>
                </c:pt>
                <c:pt idx="45">
                  <c:v>1.0703425</c:v>
                </c:pt>
                <c:pt idx="46">
                  <c:v>1.0702895</c:v>
                </c:pt>
                <c:pt idx="47">
                  <c:v>1.0702072</c:v>
                </c:pt>
                <c:pt idx="48">
                  <c:v>1.0702119</c:v>
                </c:pt>
                <c:pt idx="49">
                  <c:v>1.0702467</c:v>
                </c:pt>
                <c:pt idx="50">
                  <c:v>1.0702596</c:v>
                </c:pt>
                <c:pt idx="51">
                  <c:v>1.0702225</c:v>
                </c:pt>
                <c:pt idx="52">
                  <c:v>1.0701998</c:v>
                </c:pt>
                <c:pt idx="53">
                  <c:v>1.0701648</c:v>
                </c:pt>
                <c:pt idx="54">
                  <c:v>1.0701308</c:v>
                </c:pt>
                <c:pt idx="55">
                  <c:v>1.0700663</c:v>
                </c:pt>
                <c:pt idx="56">
                  <c:v>1.0700768</c:v>
                </c:pt>
                <c:pt idx="57">
                  <c:v>1.0700758</c:v>
                </c:pt>
                <c:pt idx="58">
                  <c:v>1.0700166</c:v>
                </c:pt>
                <c:pt idx="59">
                  <c:v>1.0699824</c:v>
                </c:pt>
                <c:pt idx="60">
                  <c:v>1.0699836</c:v>
                </c:pt>
                <c:pt idx="61">
                  <c:v>1.0698494</c:v>
                </c:pt>
                <c:pt idx="62">
                  <c:v>1.0698774</c:v>
                </c:pt>
                <c:pt idx="63">
                  <c:v>1.0697865</c:v>
                </c:pt>
                <c:pt idx="64">
                  <c:v>1.0697767</c:v>
                </c:pt>
                <c:pt idx="65">
                  <c:v>1.0696595</c:v>
                </c:pt>
                <c:pt idx="66">
                  <c:v>1.0696206</c:v>
                </c:pt>
                <c:pt idx="67">
                  <c:v>1.0696295</c:v>
                </c:pt>
                <c:pt idx="68">
                  <c:v>1.0696925</c:v>
                </c:pt>
                <c:pt idx="69">
                  <c:v>1.0695763</c:v>
                </c:pt>
                <c:pt idx="70">
                  <c:v>1.069546</c:v>
                </c:pt>
                <c:pt idx="71">
                  <c:v>1.0695083</c:v>
                </c:pt>
                <c:pt idx="72">
                  <c:v>1.0694807</c:v>
                </c:pt>
                <c:pt idx="73">
                  <c:v>1.069755</c:v>
                </c:pt>
                <c:pt idx="74">
                  <c:v>1.0693966</c:v>
                </c:pt>
                <c:pt idx="75">
                  <c:v>1.0692534</c:v>
                </c:pt>
                <c:pt idx="76">
                  <c:v>1.0692121</c:v>
                </c:pt>
                <c:pt idx="77">
                  <c:v>1.069227</c:v>
                </c:pt>
                <c:pt idx="78">
                  <c:v>1.0692158</c:v>
                </c:pt>
                <c:pt idx="79">
                  <c:v>1.0692379</c:v>
                </c:pt>
                <c:pt idx="80">
                  <c:v>1.0691044</c:v>
                </c:pt>
                <c:pt idx="81">
                  <c:v>1.0690614</c:v>
                </c:pt>
                <c:pt idx="82">
                  <c:v>1.0691013</c:v>
                </c:pt>
                <c:pt idx="83">
                  <c:v>1.0690815</c:v>
                </c:pt>
                <c:pt idx="84">
                  <c:v>1.0691803</c:v>
                </c:pt>
                <c:pt idx="85">
                  <c:v>1.0691074</c:v>
                </c:pt>
                <c:pt idx="86">
                  <c:v>1.0690063</c:v>
                </c:pt>
                <c:pt idx="87">
                  <c:v>1.0689678</c:v>
                </c:pt>
                <c:pt idx="88">
                  <c:v>1.0688282</c:v>
                </c:pt>
                <c:pt idx="89">
                  <c:v>1.068763</c:v>
                </c:pt>
                <c:pt idx="90">
                  <c:v>1.0686929</c:v>
                </c:pt>
                <c:pt idx="91">
                  <c:v>1.0686871</c:v>
                </c:pt>
                <c:pt idx="92">
                  <c:v>1.0685586</c:v>
                </c:pt>
                <c:pt idx="93">
                  <c:v>1.0686289</c:v>
                </c:pt>
                <c:pt idx="94">
                  <c:v>1.0685267</c:v>
                </c:pt>
                <c:pt idx="95">
                  <c:v>1.0684707</c:v>
                </c:pt>
                <c:pt idx="96">
                  <c:v>1.0684577</c:v>
                </c:pt>
                <c:pt idx="97">
                  <c:v>1.0684443</c:v>
                </c:pt>
                <c:pt idx="98">
                  <c:v>1.0684358</c:v>
                </c:pt>
                <c:pt idx="99">
                  <c:v>1.0682998</c:v>
                </c:pt>
              </c:numCache>
            </c:numRef>
          </c:yVal>
        </c:ser>
        <c:ser>
          <c:idx val="11"/>
          <c:order val="11"/>
          <c:tx>
            <c:v>Batch3_cell_012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Data'!$W$2:$W$101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Data'!$X$2:$X$101</c:f>
              <c:numCache>
                <c:formatCode>General</c:formatCode>
                <c:ptCount val="100"/>
                <c:pt idx="0">
                  <c:v>1.0731678</c:v>
                </c:pt>
                <c:pt idx="1">
                  <c:v>1.0741653</c:v>
                </c:pt>
                <c:pt idx="2">
                  <c:v>1.0748765</c:v>
                </c:pt>
                <c:pt idx="3">
                  <c:v>1.0754544</c:v>
                </c:pt>
                <c:pt idx="4">
                  <c:v>1.0758239</c:v>
                </c:pt>
                <c:pt idx="5">
                  <c:v>1.076032</c:v>
                </c:pt>
                <c:pt idx="6">
                  <c:v>1.0760335</c:v>
                </c:pt>
                <c:pt idx="7">
                  <c:v>1.075101</c:v>
                </c:pt>
                <c:pt idx="8">
                  <c:v>1.0765018</c:v>
                </c:pt>
                <c:pt idx="9">
                  <c:v>1.0765386</c:v>
                </c:pt>
                <c:pt idx="10">
                  <c:v>1.0765332</c:v>
                </c:pt>
                <c:pt idx="11">
                  <c:v>1.076515</c:v>
                </c:pt>
                <c:pt idx="12">
                  <c:v>1.0767156</c:v>
                </c:pt>
                <c:pt idx="13">
                  <c:v>1.0765821</c:v>
                </c:pt>
                <c:pt idx="14">
                  <c:v>1.0766661</c:v>
                </c:pt>
                <c:pt idx="15">
                  <c:v>1.0767251</c:v>
                </c:pt>
                <c:pt idx="16">
                  <c:v>1.0768569</c:v>
                </c:pt>
                <c:pt idx="17">
                  <c:v>1.0768059</c:v>
                </c:pt>
                <c:pt idx="18">
                  <c:v>1.0768418</c:v>
                </c:pt>
                <c:pt idx="19">
                  <c:v>1.0768691</c:v>
                </c:pt>
                <c:pt idx="20">
                  <c:v>1.0768663</c:v>
                </c:pt>
                <c:pt idx="21">
                  <c:v>1.0768197</c:v>
                </c:pt>
                <c:pt idx="22">
                  <c:v>1.0768452</c:v>
                </c:pt>
                <c:pt idx="23">
                  <c:v>1.0767515</c:v>
                </c:pt>
                <c:pt idx="24">
                  <c:v>1.0767441</c:v>
                </c:pt>
                <c:pt idx="25">
                  <c:v>1.0768077</c:v>
                </c:pt>
                <c:pt idx="26">
                  <c:v>1.0768757</c:v>
                </c:pt>
                <c:pt idx="27">
                  <c:v>1.0769049</c:v>
                </c:pt>
                <c:pt idx="28">
                  <c:v>1.076943</c:v>
                </c:pt>
                <c:pt idx="29">
                  <c:v>1.0769298</c:v>
                </c:pt>
                <c:pt idx="30">
                  <c:v>1.0769316</c:v>
                </c:pt>
                <c:pt idx="31">
                  <c:v>1.0768931</c:v>
                </c:pt>
                <c:pt idx="32">
                  <c:v>1.0768956</c:v>
                </c:pt>
                <c:pt idx="33">
                  <c:v>1.076942</c:v>
                </c:pt>
                <c:pt idx="34">
                  <c:v>1.0769018</c:v>
                </c:pt>
                <c:pt idx="35">
                  <c:v>1.076857</c:v>
                </c:pt>
                <c:pt idx="36">
                  <c:v>1.0767919</c:v>
                </c:pt>
                <c:pt idx="37">
                  <c:v>1.0768</c:v>
                </c:pt>
                <c:pt idx="38">
                  <c:v>1.0767915</c:v>
                </c:pt>
                <c:pt idx="39">
                  <c:v>1.0767853</c:v>
                </c:pt>
                <c:pt idx="40">
                  <c:v>1.0766987</c:v>
                </c:pt>
                <c:pt idx="41">
                  <c:v>1.076704</c:v>
                </c:pt>
                <c:pt idx="42">
                  <c:v>1.0765955</c:v>
                </c:pt>
                <c:pt idx="43">
                  <c:v>1.076633</c:v>
                </c:pt>
                <c:pt idx="44">
                  <c:v>1.0766354</c:v>
                </c:pt>
                <c:pt idx="45">
                  <c:v>1.076617</c:v>
                </c:pt>
                <c:pt idx="46">
                  <c:v>1.0765876</c:v>
                </c:pt>
                <c:pt idx="47">
                  <c:v>1.0766407</c:v>
                </c:pt>
                <c:pt idx="48">
                  <c:v>1.0766814</c:v>
                </c:pt>
                <c:pt idx="49">
                  <c:v>1.0766423</c:v>
                </c:pt>
                <c:pt idx="50">
                  <c:v>1.0766205</c:v>
                </c:pt>
                <c:pt idx="51">
                  <c:v>1.0766505</c:v>
                </c:pt>
                <c:pt idx="52">
                  <c:v>1.0767165</c:v>
                </c:pt>
                <c:pt idx="53">
                  <c:v>1.0766686</c:v>
                </c:pt>
                <c:pt idx="54">
                  <c:v>1.0765686</c:v>
                </c:pt>
                <c:pt idx="55">
                  <c:v>1.0765697</c:v>
                </c:pt>
                <c:pt idx="56">
                  <c:v>1.076519</c:v>
                </c:pt>
                <c:pt idx="57">
                  <c:v>1.076466</c:v>
                </c:pt>
                <c:pt idx="58">
                  <c:v>1.07652</c:v>
                </c:pt>
                <c:pt idx="59">
                  <c:v>1.0764216</c:v>
                </c:pt>
                <c:pt idx="60">
                  <c:v>1.0764202</c:v>
                </c:pt>
                <c:pt idx="61">
                  <c:v>1.0763376</c:v>
                </c:pt>
                <c:pt idx="62">
                  <c:v>1.076327</c:v>
                </c:pt>
                <c:pt idx="63">
                  <c:v>1.0763391</c:v>
                </c:pt>
                <c:pt idx="64">
                  <c:v>1.0763148</c:v>
                </c:pt>
                <c:pt idx="65">
                  <c:v>1.0763218</c:v>
                </c:pt>
                <c:pt idx="66">
                  <c:v>1.0762373</c:v>
                </c:pt>
                <c:pt idx="67">
                  <c:v>1.0761939</c:v>
                </c:pt>
                <c:pt idx="68">
                  <c:v>1.0762135</c:v>
                </c:pt>
                <c:pt idx="69">
                  <c:v>1.0761877</c:v>
                </c:pt>
                <c:pt idx="70">
                  <c:v>1.0761691</c:v>
                </c:pt>
                <c:pt idx="71">
                  <c:v>1.0761577</c:v>
                </c:pt>
                <c:pt idx="72">
                  <c:v>1.0761313</c:v>
                </c:pt>
                <c:pt idx="73">
                  <c:v>1.0763284</c:v>
                </c:pt>
                <c:pt idx="74">
                  <c:v>1.0761139</c:v>
                </c:pt>
                <c:pt idx="75">
                  <c:v>1.0760754</c:v>
                </c:pt>
                <c:pt idx="76">
                  <c:v>1.0760517</c:v>
                </c:pt>
                <c:pt idx="77">
                  <c:v>1.0760043</c:v>
                </c:pt>
                <c:pt idx="78">
                  <c:v>1.0761323</c:v>
                </c:pt>
                <c:pt idx="79">
                  <c:v>1.0760988</c:v>
                </c:pt>
                <c:pt idx="80">
                  <c:v>1.0759724</c:v>
                </c:pt>
                <c:pt idx="81">
                  <c:v>1.07596</c:v>
                </c:pt>
                <c:pt idx="82">
                  <c:v>1.0760008</c:v>
                </c:pt>
                <c:pt idx="83">
                  <c:v>1.075958</c:v>
                </c:pt>
                <c:pt idx="84">
                  <c:v>1.0760354</c:v>
                </c:pt>
                <c:pt idx="85">
                  <c:v>1.0760472</c:v>
                </c:pt>
                <c:pt idx="86">
                  <c:v>1.0759763</c:v>
                </c:pt>
                <c:pt idx="87">
                  <c:v>1.0759332</c:v>
                </c:pt>
                <c:pt idx="88">
                  <c:v>1.0758567</c:v>
                </c:pt>
                <c:pt idx="89">
                  <c:v>1.0757703</c:v>
                </c:pt>
                <c:pt idx="90">
                  <c:v>1.0757636</c:v>
                </c:pt>
                <c:pt idx="91">
                  <c:v>1.075734</c:v>
                </c:pt>
                <c:pt idx="92">
                  <c:v>1.0756928</c:v>
                </c:pt>
                <c:pt idx="93">
                  <c:v>1.0757594</c:v>
                </c:pt>
                <c:pt idx="94">
                  <c:v>1.0756766</c:v>
                </c:pt>
                <c:pt idx="95">
                  <c:v>1.0756992</c:v>
                </c:pt>
                <c:pt idx="96">
                  <c:v>1.0755974</c:v>
                </c:pt>
                <c:pt idx="97">
                  <c:v>1.0756246</c:v>
                </c:pt>
                <c:pt idx="98">
                  <c:v>1.0755825</c:v>
                </c:pt>
                <c:pt idx="99">
                  <c:v>1.0755343</c:v>
                </c:pt>
              </c:numCache>
            </c:numRef>
          </c:yVal>
        </c:ser>
        <c:ser>
          <c:idx val="12"/>
          <c:order val="12"/>
          <c:tx>
            <c:v>Batch3_cell_013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Data'!$Y$2:$Y$101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Data'!$Z$2:$Z$101</c:f>
              <c:numCache>
                <c:formatCode>General</c:formatCode>
                <c:ptCount val="100"/>
                <c:pt idx="0">
                  <c:v>1.0642039</c:v>
                </c:pt>
                <c:pt idx="1">
                  <c:v>1.065558</c:v>
                </c:pt>
                <c:pt idx="2">
                  <c:v>1.0665193</c:v>
                </c:pt>
                <c:pt idx="3">
                  <c:v>1.0671138</c:v>
                </c:pt>
                <c:pt idx="4">
                  <c:v>1.0675212</c:v>
                </c:pt>
                <c:pt idx="5">
                  <c:v>1.0678976</c:v>
                </c:pt>
                <c:pt idx="6">
                  <c:v>1.0682578</c:v>
                </c:pt>
                <c:pt idx="7">
                  <c:v>1.068422</c:v>
                </c:pt>
                <c:pt idx="8">
                  <c:v>1.0687017</c:v>
                </c:pt>
                <c:pt idx="9">
                  <c:v>1.0689164</c:v>
                </c:pt>
                <c:pt idx="10">
                  <c:v>1.0690556</c:v>
                </c:pt>
                <c:pt idx="11">
                  <c:v>1.0691273</c:v>
                </c:pt>
                <c:pt idx="12">
                  <c:v>1.0692623</c:v>
                </c:pt>
                <c:pt idx="13">
                  <c:v>1.0692809</c:v>
                </c:pt>
                <c:pt idx="14">
                  <c:v>1.0694506</c:v>
                </c:pt>
                <c:pt idx="15">
                  <c:v>1.0694902</c:v>
                </c:pt>
                <c:pt idx="16">
                  <c:v>1.0695294</c:v>
                </c:pt>
                <c:pt idx="17">
                  <c:v>1.0694581</c:v>
                </c:pt>
                <c:pt idx="18">
                  <c:v>1.0695611</c:v>
                </c:pt>
                <c:pt idx="19">
                  <c:v>1.0695937</c:v>
                </c:pt>
                <c:pt idx="20">
                  <c:v>1.0695506</c:v>
                </c:pt>
                <c:pt idx="21">
                  <c:v>1.0695869</c:v>
                </c:pt>
                <c:pt idx="22">
                  <c:v>1.0695587</c:v>
                </c:pt>
                <c:pt idx="23">
                  <c:v>1.0695783</c:v>
                </c:pt>
                <c:pt idx="24">
                  <c:v>1.0695274</c:v>
                </c:pt>
                <c:pt idx="25">
                  <c:v>1.0694554</c:v>
                </c:pt>
                <c:pt idx="26">
                  <c:v>1.0694423</c:v>
                </c:pt>
                <c:pt idx="27">
                  <c:v>1.0694727</c:v>
                </c:pt>
                <c:pt idx="28">
                  <c:v>1.0694932</c:v>
                </c:pt>
                <c:pt idx="29">
                  <c:v>1.0695565</c:v>
                </c:pt>
                <c:pt idx="30">
                  <c:v>1.0695388</c:v>
                </c:pt>
                <c:pt idx="31">
                  <c:v>1.0696447</c:v>
                </c:pt>
                <c:pt idx="32">
                  <c:v>1.0695554</c:v>
                </c:pt>
                <c:pt idx="33">
                  <c:v>1.0694629</c:v>
                </c:pt>
                <c:pt idx="34">
                  <c:v>1.069507</c:v>
                </c:pt>
                <c:pt idx="35">
                  <c:v>1.0694659</c:v>
                </c:pt>
                <c:pt idx="36">
                  <c:v>1.0694711</c:v>
                </c:pt>
                <c:pt idx="37">
                  <c:v>1.0693597</c:v>
                </c:pt>
                <c:pt idx="38">
                  <c:v>1.0693616</c:v>
                </c:pt>
                <c:pt idx="39">
                  <c:v>1.0693696</c:v>
                </c:pt>
                <c:pt idx="40">
                  <c:v>1.0693408</c:v>
                </c:pt>
                <c:pt idx="41">
                  <c:v>1.0693163</c:v>
                </c:pt>
                <c:pt idx="42">
                  <c:v>1.0692276</c:v>
                </c:pt>
                <c:pt idx="43">
                  <c:v>1.0692418</c:v>
                </c:pt>
                <c:pt idx="44">
                  <c:v>1.0692797</c:v>
                </c:pt>
                <c:pt idx="45">
                  <c:v>1.069266</c:v>
                </c:pt>
                <c:pt idx="46">
                  <c:v>1.0692818</c:v>
                </c:pt>
                <c:pt idx="47">
                  <c:v>1.0693506</c:v>
                </c:pt>
                <c:pt idx="48">
                  <c:v>1.0693117</c:v>
                </c:pt>
                <c:pt idx="49">
                  <c:v>1.0693101</c:v>
                </c:pt>
                <c:pt idx="50">
                  <c:v>1.0693367</c:v>
                </c:pt>
                <c:pt idx="51">
                  <c:v>1.0691956</c:v>
                </c:pt>
                <c:pt idx="52">
                  <c:v>1.0680228</c:v>
                </c:pt>
                <c:pt idx="53">
                  <c:v>1.069235</c:v>
                </c:pt>
                <c:pt idx="54">
                  <c:v>1.0692399</c:v>
                </c:pt>
                <c:pt idx="55">
                  <c:v>1.0691832</c:v>
                </c:pt>
                <c:pt idx="56">
                  <c:v>1.0691625</c:v>
                </c:pt>
                <c:pt idx="57">
                  <c:v>1.0690585</c:v>
                </c:pt>
                <c:pt idx="58">
                  <c:v>1.0690074</c:v>
                </c:pt>
                <c:pt idx="59">
                  <c:v>1.0689275</c:v>
                </c:pt>
                <c:pt idx="60">
                  <c:v>1.0689522</c:v>
                </c:pt>
                <c:pt idx="61">
                  <c:v>1.0688741</c:v>
                </c:pt>
                <c:pt idx="62">
                  <c:v>1.0688875</c:v>
                </c:pt>
                <c:pt idx="63">
                  <c:v>1.068786</c:v>
                </c:pt>
                <c:pt idx="64">
                  <c:v>1.0687428</c:v>
                </c:pt>
                <c:pt idx="65">
                  <c:v>1.0687408</c:v>
                </c:pt>
                <c:pt idx="66">
                  <c:v>1.0686909</c:v>
                </c:pt>
                <c:pt idx="67">
                  <c:v>1.0686376</c:v>
                </c:pt>
                <c:pt idx="68">
                  <c:v>1.0686016</c:v>
                </c:pt>
                <c:pt idx="69">
                  <c:v>1.0685672</c:v>
                </c:pt>
                <c:pt idx="70">
                  <c:v>1.0685049</c:v>
                </c:pt>
                <c:pt idx="71">
                  <c:v>1.0685654</c:v>
                </c:pt>
                <c:pt idx="72">
                  <c:v>1.0684677</c:v>
                </c:pt>
                <c:pt idx="73">
                  <c:v>1.0685124</c:v>
                </c:pt>
                <c:pt idx="74">
                  <c:v>1.0682956</c:v>
                </c:pt>
                <c:pt idx="75">
                  <c:v>1.0682991</c:v>
                </c:pt>
                <c:pt idx="76">
                  <c:v>1.0682384</c:v>
                </c:pt>
                <c:pt idx="77">
                  <c:v>1.0682019</c:v>
                </c:pt>
                <c:pt idx="78">
                  <c:v>1.068285</c:v>
                </c:pt>
                <c:pt idx="79">
                  <c:v>1.0682936</c:v>
                </c:pt>
                <c:pt idx="80">
                  <c:v>1.0681142</c:v>
                </c:pt>
                <c:pt idx="81">
                  <c:v>1.0680968</c:v>
                </c:pt>
                <c:pt idx="82">
                  <c:v>1.0680918</c:v>
                </c:pt>
                <c:pt idx="83">
                  <c:v>1.0680935</c:v>
                </c:pt>
                <c:pt idx="84">
                  <c:v>1.068146</c:v>
                </c:pt>
                <c:pt idx="85">
                  <c:v>1.0681244</c:v>
                </c:pt>
                <c:pt idx="86">
                  <c:v>1.0681385</c:v>
                </c:pt>
                <c:pt idx="87">
                  <c:v>1.0680126</c:v>
                </c:pt>
                <c:pt idx="88">
                  <c:v>1.0678766</c:v>
                </c:pt>
                <c:pt idx="89">
                  <c:v>1.0678071</c:v>
                </c:pt>
                <c:pt idx="90">
                  <c:v>1.0677813</c:v>
                </c:pt>
                <c:pt idx="91">
                  <c:v>1.0676669</c:v>
                </c:pt>
                <c:pt idx="92">
                  <c:v>1.0676038</c:v>
                </c:pt>
                <c:pt idx="93">
                  <c:v>1.0675944</c:v>
                </c:pt>
                <c:pt idx="94">
                  <c:v>1.0674835</c:v>
                </c:pt>
                <c:pt idx="95">
                  <c:v>1.0674298</c:v>
                </c:pt>
                <c:pt idx="96">
                  <c:v>1.0674598</c:v>
                </c:pt>
                <c:pt idx="97">
                  <c:v>1.0673695</c:v>
                </c:pt>
                <c:pt idx="98">
                  <c:v>1.0673372</c:v>
                </c:pt>
                <c:pt idx="99">
                  <c:v>1.067306</c:v>
                </c:pt>
              </c:numCache>
            </c:numRef>
          </c:yVal>
        </c:ser>
        <c:ser>
          <c:idx val="13"/>
          <c:order val="13"/>
          <c:tx>
            <c:v>Batch3_cell_014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Data'!$AA$2:$AA$101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Data'!$AB$2:$AB$101</c:f>
              <c:numCache>
                <c:formatCode>General</c:formatCode>
                <c:ptCount val="100"/>
                <c:pt idx="0">
                  <c:v>1.0716274</c:v>
                </c:pt>
                <c:pt idx="1">
                  <c:v>1.0727056</c:v>
                </c:pt>
                <c:pt idx="2">
                  <c:v>1.0742604</c:v>
                </c:pt>
                <c:pt idx="3">
                  <c:v>1.0748252</c:v>
                </c:pt>
                <c:pt idx="4">
                  <c:v>1.0753649</c:v>
                </c:pt>
                <c:pt idx="5">
                  <c:v>1.0755136</c:v>
                </c:pt>
                <c:pt idx="6">
                  <c:v>1.0759243</c:v>
                </c:pt>
                <c:pt idx="7">
                  <c:v>1.0749184</c:v>
                </c:pt>
                <c:pt idx="8">
                  <c:v>1.0762545</c:v>
                </c:pt>
                <c:pt idx="9">
                  <c:v>1.0763183</c:v>
                </c:pt>
                <c:pt idx="10">
                  <c:v>1.076596</c:v>
                </c:pt>
                <c:pt idx="11">
                  <c:v>1.0766684</c:v>
                </c:pt>
                <c:pt idx="12">
                  <c:v>1.0768582</c:v>
                </c:pt>
                <c:pt idx="13">
                  <c:v>1.0767781</c:v>
                </c:pt>
                <c:pt idx="14">
                  <c:v>1.0770531</c:v>
                </c:pt>
                <c:pt idx="15">
                  <c:v>1.0771286</c:v>
                </c:pt>
                <c:pt idx="16">
                  <c:v>1.0772234</c:v>
                </c:pt>
                <c:pt idx="17">
                  <c:v>1.0772539</c:v>
                </c:pt>
                <c:pt idx="18">
                  <c:v>1.0772191</c:v>
                </c:pt>
                <c:pt idx="19">
                  <c:v>1.0771823</c:v>
                </c:pt>
                <c:pt idx="20">
                  <c:v>1.0772381</c:v>
                </c:pt>
                <c:pt idx="21">
                  <c:v>1.0773416</c:v>
                </c:pt>
                <c:pt idx="22">
                  <c:v>1.077486</c:v>
                </c:pt>
                <c:pt idx="23">
                  <c:v>1.0774468</c:v>
                </c:pt>
                <c:pt idx="24">
                  <c:v>1.0774803</c:v>
                </c:pt>
                <c:pt idx="25">
                  <c:v>1.0775471</c:v>
                </c:pt>
                <c:pt idx="26">
                  <c:v>1.0775098</c:v>
                </c:pt>
                <c:pt idx="27">
                  <c:v>1.0774307</c:v>
                </c:pt>
                <c:pt idx="28">
                  <c:v>1.0774046</c:v>
                </c:pt>
                <c:pt idx="29">
                  <c:v>1.0775383</c:v>
                </c:pt>
                <c:pt idx="30">
                  <c:v>1.0775329</c:v>
                </c:pt>
                <c:pt idx="31">
                  <c:v>1.0776217</c:v>
                </c:pt>
                <c:pt idx="32">
                  <c:v>1.0775641</c:v>
                </c:pt>
                <c:pt idx="33">
                  <c:v>1.0776267</c:v>
                </c:pt>
                <c:pt idx="34">
                  <c:v>1.0776503</c:v>
                </c:pt>
                <c:pt idx="35">
                  <c:v>1.0775311</c:v>
                </c:pt>
                <c:pt idx="36">
                  <c:v>1.0774757</c:v>
                </c:pt>
                <c:pt idx="37">
                  <c:v>1.0774846</c:v>
                </c:pt>
                <c:pt idx="38">
                  <c:v>1.0774661</c:v>
                </c:pt>
                <c:pt idx="39">
                  <c:v>1.0774063</c:v>
                </c:pt>
                <c:pt idx="40">
                  <c:v>1.0774078</c:v>
                </c:pt>
                <c:pt idx="41">
                  <c:v>1.0774834</c:v>
                </c:pt>
                <c:pt idx="42">
                  <c:v>1.0774307</c:v>
                </c:pt>
                <c:pt idx="43">
                  <c:v>1.0774895</c:v>
                </c:pt>
                <c:pt idx="44">
                  <c:v>1.0775976</c:v>
                </c:pt>
                <c:pt idx="45">
                  <c:v>1.0775081</c:v>
                </c:pt>
                <c:pt idx="46">
                  <c:v>1.0775838</c:v>
                </c:pt>
                <c:pt idx="47">
                  <c:v>1.0776561</c:v>
                </c:pt>
                <c:pt idx="48">
                  <c:v>1.0777442</c:v>
                </c:pt>
                <c:pt idx="49">
                  <c:v>1.0777076</c:v>
                </c:pt>
                <c:pt idx="50">
                  <c:v>1.0776124</c:v>
                </c:pt>
                <c:pt idx="51">
                  <c:v>1.0775708</c:v>
                </c:pt>
                <c:pt idx="52">
                  <c:v>1.0777078</c:v>
                </c:pt>
                <c:pt idx="53">
                  <c:v>1.077657</c:v>
                </c:pt>
                <c:pt idx="54">
                  <c:v>1.0776132</c:v>
                </c:pt>
                <c:pt idx="55">
                  <c:v>1.0775719</c:v>
                </c:pt>
                <c:pt idx="56">
                  <c:v>1.0774771</c:v>
                </c:pt>
                <c:pt idx="57">
                  <c:v>1.0775783</c:v>
                </c:pt>
                <c:pt idx="58">
                  <c:v>1.0775231</c:v>
                </c:pt>
                <c:pt idx="59">
                  <c:v>1.0774873</c:v>
                </c:pt>
                <c:pt idx="60">
                  <c:v>1.0774695</c:v>
                </c:pt>
                <c:pt idx="61">
                  <c:v>1.0774274</c:v>
                </c:pt>
                <c:pt idx="62">
                  <c:v>1.0773369</c:v>
                </c:pt>
                <c:pt idx="63">
                  <c:v>1.0773134</c:v>
                </c:pt>
                <c:pt idx="64">
                  <c:v>1.0772436</c:v>
                </c:pt>
                <c:pt idx="65">
                  <c:v>1.0772983</c:v>
                </c:pt>
                <c:pt idx="66">
                  <c:v>1.0772123</c:v>
                </c:pt>
                <c:pt idx="67">
                  <c:v>1.0771399</c:v>
                </c:pt>
                <c:pt idx="68">
                  <c:v>1.0770776</c:v>
                </c:pt>
                <c:pt idx="69">
                  <c:v>1.0771441</c:v>
                </c:pt>
                <c:pt idx="70">
                  <c:v>1.0771581</c:v>
                </c:pt>
                <c:pt idx="71">
                  <c:v>1.0770562</c:v>
                </c:pt>
                <c:pt idx="72">
                  <c:v>1.0772322</c:v>
                </c:pt>
                <c:pt idx="73">
                  <c:v>1.077125</c:v>
                </c:pt>
                <c:pt idx="74">
                  <c:v>1.0771011</c:v>
                </c:pt>
                <c:pt idx="75">
                  <c:v>1.0769846</c:v>
                </c:pt>
                <c:pt idx="76">
                  <c:v>1.0770153</c:v>
                </c:pt>
                <c:pt idx="77">
                  <c:v>1.0771013</c:v>
                </c:pt>
                <c:pt idx="78">
                  <c:v>1.0770459</c:v>
                </c:pt>
                <c:pt idx="79">
                  <c:v>1.0770247</c:v>
                </c:pt>
                <c:pt idx="80">
                  <c:v>1.0770501</c:v>
                </c:pt>
                <c:pt idx="81">
                  <c:v>1.0770682</c:v>
                </c:pt>
                <c:pt idx="82">
                  <c:v>1.0770643</c:v>
                </c:pt>
                <c:pt idx="83">
                  <c:v>1.0770295</c:v>
                </c:pt>
                <c:pt idx="84">
                  <c:v>1.077064</c:v>
                </c:pt>
                <c:pt idx="85">
                  <c:v>1.0769718</c:v>
                </c:pt>
                <c:pt idx="86">
                  <c:v>1.0767695</c:v>
                </c:pt>
                <c:pt idx="87">
                  <c:v>1.0767556</c:v>
                </c:pt>
                <c:pt idx="88">
                  <c:v>1.0766917</c:v>
                </c:pt>
                <c:pt idx="89">
                  <c:v>1.0764735</c:v>
                </c:pt>
                <c:pt idx="90">
                  <c:v>1.0765765</c:v>
                </c:pt>
                <c:pt idx="91">
                  <c:v>1.0765674</c:v>
                </c:pt>
                <c:pt idx="92">
                  <c:v>1.0764903</c:v>
                </c:pt>
                <c:pt idx="93">
                  <c:v>1.0764502</c:v>
                </c:pt>
                <c:pt idx="94">
                  <c:v>1.076544</c:v>
                </c:pt>
                <c:pt idx="95">
                  <c:v>1.0764893</c:v>
                </c:pt>
                <c:pt idx="96">
                  <c:v>1.0765162</c:v>
                </c:pt>
                <c:pt idx="97">
                  <c:v>1.0764287</c:v>
                </c:pt>
                <c:pt idx="98">
                  <c:v>1.0764279</c:v>
                </c:pt>
                <c:pt idx="99">
                  <c:v>1.0763919</c:v>
                </c:pt>
              </c:numCache>
            </c:numRef>
          </c:yVal>
        </c:ser>
        <c:ser>
          <c:idx val="14"/>
          <c:order val="14"/>
          <c:tx>
            <c:v>Batch3_cell_015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Data'!$AC$2:$AC$101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Data'!$AD$2:$AD$101</c:f>
              <c:numCache>
                <c:formatCode>General</c:formatCode>
                <c:ptCount val="100"/>
                <c:pt idx="0">
                  <c:v>1.0677625</c:v>
                </c:pt>
                <c:pt idx="1">
                  <c:v>1.0684187</c:v>
                </c:pt>
                <c:pt idx="2">
                  <c:v>1.0689965</c:v>
                </c:pt>
                <c:pt idx="3">
                  <c:v>1.0695444</c:v>
                </c:pt>
                <c:pt idx="4">
                  <c:v>1.0701469</c:v>
                </c:pt>
                <c:pt idx="5">
                  <c:v>1.070362</c:v>
                </c:pt>
                <c:pt idx="6">
                  <c:v>1.07057</c:v>
                </c:pt>
                <c:pt idx="7">
                  <c:v>1.0694724</c:v>
                </c:pt>
                <c:pt idx="8">
                  <c:v>1.0708585</c:v>
                </c:pt>
                <c:pt idx="9">
                  <c:v>1.0709045</c:v>
                </c:pt>
                <c:pt idx="10">
                  <c:v>1.0710021</c:v>
                </c:pt>
                <c:pt idx="11">
                  <c:v>1.0710075</c:v>
                </c:pt>
                <c:pt idx="12">
                  <c:v>1.0709617</c:v>
                </c:pt>
                <c:pt idx="13">
                  <c:v>1.0710546</c:v>
                </c:pt>
                <c:pt idx="14">
                  <c:v>1.0711702</c:v>
                </c:pt>
                <c:pt idx="15">
                  <c:v>1.0712322</c:v>
                </c:pt>
                <c:pt idx="16">
                  <c:v>1.0711849</c:v>
                </c:pt>
                <c:pt idx="17">
                  <c:v>1.0711514</c:v>
                </c:pt>
                <c:pt idx="18">
                  <c:v>1.0711079</c:v>
                </c:pt>
                <c:pt idx="19">
                  <c:v>1.0710675</c:v>
                </c:pt>
                <c:pt idx="20">
                  <c:v>1.0710218</c:v>
                </c:pt>
                <c:pt idx="21">
                  <c:v>1.0711449</c:v>
                </c:pt>
                <c:pt idx="22">
                  <c:v>1.0711592</c:v>
                </c:pt>
                <c:pt idx="23">
                  <c:v>1.0711793</c:v>
                </c:pt>
                <c:pt idx="24">
                  <c:v>1.071059</c:v>
                </c:pt>
                <c:pt idx="25">
                  <c:v>1.0710634</c:v>
                </c:pt>
                <c:pt idx="26">
                  <c:v>1.0711384</c:v>
                </c:pt>
                <c:pt idx="27">
                  <c:v>1.0711924</c:v>
                </c:pt>
                <c:pt idx="28">
                  <c:v>1.0711606</c:v>
                </c:pt>
                <c:pt idx="29">
                  <c:v>1.0712774</c:v>
                </c:pt>
                <c:pt idx="30">
                  <c:v>1.0712079</c:v>
                </c:pt>
                <c:pt idx="31">
                  <c:v>1.0712347</c:v>
                </c:pt>
                <c:pt idx="32">
                  <c:v>1.071156</c:v>
                </c:pt>
                <c:pt idx="33">
                  <c:v>1.071129</c:v>
                </c:pt>
                <c:pt idx="34">
                  <c:v>1.0711654</c:v>
                </c:pt>
                <c:pt idx="35">
                  <c:v>1.0712452</c:v>
                </c:pt>
                <c:pt idx="36">
                  <c:v>1.0711614</c:v>
                </c:pt>
                <c:pt idx="37">
                  <c:v>1.0711459</c:v>
                </c:pt>
                <c:pt idx="38">
                  <c:v>1.0710136</c:v>
                </c:pt>
                <c:pt idx="39">
                  <c:v>1.0709356</c:v>
                </c:pt>
                <c:pt idx="40">
                  <c:v>1.0709635</c:v>
                </c:pt>
                <c:pt idx="41">
                  <c:v>1.0710064</c:v>
                </c:pt>
                <c:pt idx="42">
                  <c:v>1.0708954</c:v>
                </c:pt>
                <c:pt idx="43">
                  <c:v>1.0708562</c:v>
                </c:pt>
                <c:pt idx="44">
                  <c:v>1.0710185</c:v>
                </c:pt>
                <c:pt idx="45">
                  <c:v>1.0709656</c:v>
                </c:pt>
                <c:pt idx="46">
                  <c:v>1.0709157</c:v>
                </c:pt>
                <c:pt idx="47">
                  <c:v>1.070948</c:v>
                </c:pt>
                <c:pt idx="48">
                  <c:v>1.0708909</c:v>
                </c:pt>
                <c:pt idx="49">
                  <c:v>1.0710367</c:v>
                </c:pt>
                <c:pt idx="50">
                  <c:v>1.0709792</c:v>
                </c:pt>
                <c:pt idx="51">
                  <c:v>1.0710239</c:v>
                </c:pt>
                <c:pt idx="52">
                  <c:v>1.0708886</c:v>
                </c:pt>
                <c:pt idx="53">
                  <c:v>1.0708721</c:v>
                </c:pt>
                <c:pt idx="54">
                  <c:v>1.0708457</c:v>
                </c:pt>
                <c:pt idx="55">
                  <c:v>1.0708469</c:v>
                </c:pt>
                <c:pt idx="56">
                  <c:v>1.0708714</c:v>
                </c:pt>
                <c:pt idx="57">
                  <c:v>1.0708077</c:v>
                </c:pt>
                <c:pt idx="58">
                  <c:v>1.0708045</c:v>
                </c:pt>
                <c:pt idx="59">
                  <c:v>1.0708133</c:v>
                </c:pt>
                <c:pt idx="60">
                  <c:v>1.0707915</c:v>
                </c:pt>
                <c:pt idx="61">
                  <c:v>1.0707539</c:v>
                </c:pt>
                <c:pt idx="62">
                  <c:v>1.0707461</c:v>
                </c:pt>
                <c:pt idx="63">
                  <c:v>1.0706885</c:v>
                </c:pt>
                <c:pt idx="64">
                  <c:v>1.0706326</c:v>
                </c:pt>
                <c:pt idx="65">
                  <c:v>1.0705847</c:v>
                </c:pt>
                <c:pt idx="66">
                  <c:v>1.0704955</c:v>
                </c:pt>
                <c:pt idx="67">
                  <c:v>1.0704526</c:v>
                </c:pt>
                <c:pt idx="68">
                  <c:v>1.0703689</c:v>
                </c:pt>
                <c:pt idx="69">
                  <c:v>1.0703287</c:v>
                </c:pt>
                <c:pt idx="70">
                  <c:v>1.070333</c:v>
                </c:pt>
                <c:pt idx="71">
                  <c:v>1.0703154</c:v>
                </c:pt>
                <c:pt idx="72">
                  <c:v>1.0702927</c:v>
                </c:pt>
                <c:pt idx="73">
                  <c:v>1.0705907</c:v>
                </c:pt>
                <c:pt idx="74">
                  <c:v>1.0702964</c:v>
                </c:pt>
                <c:pt idx="75">
                  <c:v>1.0701382</c:v>
                </c:pt>
                <c:pt idx="76">
                  <c:v>1.0701331</c:v>
                </c:pt>
                <c:pt idx="77">
                  <c:v>1.0701123</c:v>
                </c:pt>
                <c:pt idx="78">
                  <c:v>1.0702209</c:v>
                </c:pt>
                <c:pt idx="79">
                  <c:v>1.0701374</c:v>
                </c:pt>
                <c:pt idx="80">
                  <c:v>1.0700635</c:v>
                </c:pt>
                <c:pt idx="81">
                  <c:v>1.0699997</c:v>
                </c:pt>
                <c:pt idx="82">
                  <c:v>1.0700557</c:v>
                </c:pt>
                <c:pt idx="83">
                  <c:v>1.0700451</c:v>
                </c:pt>
                <c:pt idx="84">
                  <c:v>1.0701188</c:v>
                </c:pt>
                <c:pt idx="85">
                  <c:v>1.0700258</c:v>
                </c:pt>
                <c:pt idx="86">
                  <c:v>1.0700299</c:v>
                </c:pt>
                <c:pt idx="87">
                  <c:v>1.0699638</c:v>
                </c:pt>
                <c:pt idx="88">
                  <c:v>1.0699168</c:v>
                </c:pt>
                <c:pt idx="89">
                  <c:v>1.0697405</c:v>
                </c:pt>
                <c:pt idx="90">
                  <c:v>1.0697353</c:v>
                </c:pt>
                <c:pt idx="91">
                  <c:v>1.0697106</c:v>
                </c:pt>
                <c:pt idx="92">
                  <c:v>1.0697016</c:v>
                </c:pt>
                <c:pt idx="93">
                  <c:v>1.0696282</c:v>
                </c:pt>
                <c:pt idx="94">
                  <c:v>1.0696263</c:v>
                </c:pt>
                <c:pt idx="95">
                  <c:v>1.0695676</c:v>
                </c:pt>
                <c:pt idx="96">
                  <c:v>1.0694952</c:v>
                </c:pt>
                <c:pt idx="97">
                  <c:v>1.0682734</c:v>
                </c:pt>
                <c:pt idx="98">
                  <c:v>1.0694</c:v>
                </c:pt>
                <c:pt idx="99">
                  <c:v>1.0693594</c:v>
                </c:pt>
              </c:numCache>
            </c:numRef>
          </c:yVal>
        </c:ser>
        <c:ser>
          <c:idx val="15"/>
          <c:order val="15"/>
          <c:tx>
            <c:v>Batch3_cell_016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Data'!$AE$2:$AE$101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Data'!$AF$2:$AF$101</c:f>
              <c:numCache>
                <c:formatCode>General</c:formatCode>
                <c:ptCount val="100"/>
                <c:pt idx="0">
                  <c:v>1.0605524</c:v>
                </c:pt>
                <c:pt idx="1">
                  <c:v>1.061009</c:v>
                </c:pt>
                <c:pt idx="2">
                  <c:v>1.0615807</c:v>
                </c:pt>
                <c:pt idx="3">
                  <c:v>1.0621419</c:v>
                </c:pt>
                <c:pt idx="4">
                  <c:v>1.062538</c:v>
                </c:pt>
                <c:pt idx="5">
                  <c:v>1.0630152</c:v>
                </c:pt>
                <c:pt idx="6">
                  <c:v>1.0631005</c:v>
                </c:pt>
                <c:pt idx="7">
                  <c:v>1.063458</c:v>
                </c:pt>
                <c:pt idx="8">
                  <c:v>1.0634702</c:v>
                </c:pt>
                <c:pt idx="9">
                  <c:v>1.0635999</c:v>
                </c:pt>
                <c:pt idx="10">
                  <c:v>1.0636877</c:v>
                </c:pt>
                <c:pt idx="11">
                  <c:v>1.0637645</c:v>
                </c:pt>
                <c:pt idx="12">
                  <c:v>1.0638813</c:v>
                </c:pt>
                <c:pt idx="13">
                  <c:v>1.0627195</c:v>
                </c:pt>
                <c:pt idx="14">
                  <c:v>1.0637622</c:v>
                </c:pt>
                <c:pt idx="15">
                  <c:v>1.0640984</c:v>
                </c:pt>
                <c:pt idx="16">
                  <c:v>1.0641338</c:v>
                </c:pt>
                <c:pt idx="17">
                  <c:v>1.0642991</c:v>
                </c:pt>
                <c:pt idx="18">
                  <c:v>1.0642332</c:v>
                </c:pt>
                <c:pt idx="19">
                  <c:v>1.0642147</c:v>
                </c:pt>
                <c:pt idx="20">
                  <c:v>1.0642722</c:v>
                </c:pt>
                <c:pt idx="21">
                  <c:v>1.0642347</c:v>
                </c:pt>
                <c:pt idx="22">
                  <c:v>1.0641971</c:v>
                </c:pt>
                <c:pt idx="23">
                  <c:v>1.0641969</c:v>
                </c:pt>
                <c:pt idx="24">
                  <c:v>1.0642351</c:v>
                </c:pt>
                <c:pt idx="25">
                  <c:v>1.0641246</c:v>
                </c:pt>
                <c:pt idx="26">
                  <c:v>1.0641861</c:v>
                </c:pt>
                <c:pt idx="27">
                  <c:v>1.0642244</c:v>
                </c:pt>
                <c:pt idx="28">
                  <c:v>1.0643399</c:v>
                </c:pt>
                <c:pt idx="29">
                  <c:v>1.0642911</c:v>
                </c:pt>
                <c:pt idx="30">
                  <c:v>1.0642676</c:v>
                </c:pt>
                <c:pt idx="31">
                  <c:v>1.0642618</c:v>
                </c:pt>
                <c:pt idx="32">
                  <c:v>1.0642335</c:v>
                </c:pt>
                <c:pt idx="33">
                  <c:v>1.0642939</c:v>
                </c:pt>
                <c:pt idx="34">
                  <c:v>1.0643141</c:v>
                </c:pt>
                <c:pt idx="35">
                  <c:v>1.0641706</c:v>
                </c:pt>
                <c:pt idx="36">
                  <c:v>1.0640795</c:v>
                </c:pt>
                <c:pt idx="37">
                  <c:v>1.0642149</c:v>
                </c:pt>
                <c:pt idx="38">
                  <c:v>1.064086</c:v>
                </c:pt>
                <c:pt idx="39">
                  <c:v>1.0640118</c:v>
                </c:pt>
                <c:pt idx="40">
                  <c:v>1.0639462</c:v>
                </c:pt>
                <c:pt idx="41">
                  <c:v>1.0639709</c:v>
                </c:pt>
                <c:pt idx="42">
                  <c:v>1.0638887</c:v>
                </c:pt>
                <c:pt idx="43">
                  <c:v>1.0639378</c:v>
                </c:pt>
                <c:pt idx="44">
                  <c:v>1.0640181</c:v>
                </c:pt>
                <c:pt idx="45">
                  <c:v>1.0639173</c:v>
                </c:pt>
                <c:pt idx="46">
                  <c:v>1.0639238</c:v>
                </c:pt>
                <c:pt idx="47">
                  <c:v>1.0638722</c:v>
                </c:pt>
                <c:pt idx="48">
                  <c:v>1.0640119</c:v>
                </c:pt>
                <c:pt idx="49">
                  <c:v>1.0639572</c:v>
                </c:pt>
                <c:pt idx="50">
                  <c:v>1.0640136</c:v>
                </c:pt>
                <c:pt idx="51">
                  <c:v>1.0640305</c:v>
                </c:pt>
                <c:pt idx="52">
                  <c:v>1.0639306</c:v>
                </c:pt>
                <c:pt idx="53">
                  <c:v>1.0640757</c:v>
                </c:pt>
                <c:pt idx="54">
                  <c:v>1.0640832</c:v>
                </c:pt>
                <c:pt idx="55">
                  <c:v>1.0636433</c:v>
                </c:pt>
                <c:pt idx="56">
                  <c:v>1.0638677</c:v>
                </c:pt>
                <c:pt idx="57">
                  <c:v>1.06394</c:v>
                </c:pt>
                <c:pt idx="58">
                  <c:v>1.0639231</c:v>
                </c:pt>
                <c:pt idx="59">
                  <c:v>1.0638411</c:v>
                </c:pt>
                <c:pt idx="60">
                  <c:v>1.0636972</c:v>
                </c:pt>
                <c:pt idx="61">
                  <c:v>1.0637619</c:v>
                </c:pt>
                <c:pt idx="62">
                  <c:v>1.0636748</c:v>
                </c:pt>
                <c:pt idx="63">
                  <c:v>1.0636816</c:v>
                </c:pt>
                <c:pt idx="64">
                  <c:v>1.0636306</c:v>
                </c:pt>
                <c:pt idx="65">
                  <c:v>1.0636868</c:v>
                </c:pt>
                <c:pt idx="66">
                  <c:v>1.0635359</c:v>
                </c:pt>
                <c:pt idx="67">
                  <c:v>1.0634865</c:v>
                </c:pt>
                <c:pt idx="68">
                  <c:v>1.0633763</c:v>
                </c:pt>
                <c:pt idx="69">
                  <c:v>1.0632633</c:v>
                </c:pt>
                <c:pt idx="70">
                  <c:v>1.0630499</c:v>
                </c:pt>
                <c:pt idx="71">
                  <c:v>1.0632532</c:v>
                </c:pt>
                <c:pt idx="72">
                  <c:v>1.0632708</c:v>
                </c:pt>
                <c:pt idx="73">
                  <c:v>1.0632596</c:v>
                </c:pt>
                <c:pt idx="74">
                  <c:v>1.0632361</c:v>
                </c:pt>
                <c:pt idx="75">
                  <c:v>1.0631202</c:v>
                </c:pt>
                <c:pt idx="76">
                  <c:v>1.0631616</c:v>
                </c:pt>
                <c:pt idx="77">
                  <c:v>1.0631847</c:v>
                </c:pt>
                <c:pt idx="78">
                  <c:v>1.0631121</c:v>
                </c:pt>
                <c:pt idx="79">
                  <c:v>1.0619085</c:v>
                </c:pt>
                <c:pt idx="80">
                  <c:v>1.0631151</c:v>
                </c:pt>
                <c:pt idx="81">
                  <c:v>1.0631211</c:v>
                </c:pt>
                <c:pt idx="82">
                  <c:v>1.062959</c:v>
                </c:pt>
                <c:pt idx="83">
                  <c:v>1.0630981</c:v>
                </c:pt>
                <c:pt idx="84">
                  <c:v>1.0630003</c:v>
                </c:pt>
                <c:pt idx="85">
                  <c:v>1.0629928</c:v>
                </c:pt>
                <c:pt idx="86">
                  <c:v>1.0629843</c:v>
                </c:pt>
                <c:pt idx="87">
                  <c:v>1.0618393</c:v>
                </c:pt>
                <c:pt idx="88">
                  <c:v>1.0631179</c:v>
                </c:pt>
                <c:pt idx="89">
                  <c:v>1.0630504</c:v>
                </c:pt>
                <c:pt idx="90">
                  <c:v>1.0629723</c:v>
                </c:pt>
                <c:pt idx="91">
                  <c:v>1.0630271</c:v>
                </c:pt>
                <c:pt idx="92">
                  <c:v>1.0629089</c:v>
                </c:pt>
                <c:pt idx="93">
                  <c:v>1.0628186</c:v>
                </c:pt>
                <c:pt idx="94">
                  <c:v>1.062728</c:v>
                </c:pt>
                <c:pt idx="95">
                  <c:v>1.0625627</c:v>
                </c:pt>
                <c:pt idx="96">
                  <c:v>1.0614377</c:v>
                </c:pt>
                <c:pt idx="97">
                  <c:v>1.0624641</c:v>
                </c:pt>
                <c:pt idx="98">
                  <c:v>1.062533</c:v>
                </c:pt>
                <c:pt idx="99">
                  <c:v>1.0625579</c:v>
                </c:pt>
              </c:numCache>
            </c:numRef>
          </c:yVal>
        </c:ser>
        <c:ser>
          <c:idx val="16"/>
          <c:order val="16"/>
          <c:tx>
            <c:v>Batch3_cell_017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Data'!$AG$2:$AG$101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Data'!$AH$2:$AH$101</c:f>
              <c:numCache>
                <c:formatCode>General</c:formatCode>
                <c:ptCount val="100"/>
                <c:pt idx="0">
                  <c:v>1.0653081</c:v>
                </c:pt>
                <c:pt idx="1">
                  <c:v>1.0664514</c:v>
                </c:pt>
                <c:pt idx="2">
                  <c:v>1.0671474</c:v>
                </c:pt>
                <c:pt idx="3">
                  <c:v>1.0678582</c:v>
                </c:pt>
                <c:pt idx="4">
                  <c:v>1.0681428</c:v>
                </c:pt>
                <c:pt idx="5">
                  <c:v>1.0684953</c:v>
                </c:pt>
                <c:pt idx="6">
                  <c:v>1.0686727</c:v>
                </c:pt>
                <c:pt idx="7">
                  <c:v>1.0687368</c:v>
                </c:pt>
                <c:pt idx="8">
                  <c:v>1.068858</c:v>
                </c:pt>
                <c:pt idx="9">
                  <c:v>1.0689212</c:v>
                </c:pt>
                <c:pt idx="10">
                  <c:v>1.0689521</c:v>
                </c:pt>
                <c:pt idx="11">
                  <c:v>1.0689653</c:v>
                </c:pt>
                <c:pt idx="12">
                  <c:v>1.0689611</c:v>
                </c:pt>
                <c:pt idx="13">
                  <c:v>1.069051</c:v>
                </c:pt>
                <c:pt idx="14">
                  <c:v>1.0690017</c:v>
                </c:pt>
                <c:pt idx="15">
                  <c:v>1.0580338</c:v>
                </c:pt>
                <c:pt idx="16">
                  <c:v>1.0613343</c:v>
                </c:pt>
                <c:pt idx="17">
                  <c:v>1.0630597</c:v>
                </c:pt>
                <c:pt idx="18">
                  <c:v>1.0644616</c:v>
                </c:pt>
                <c:pt idx="19">
                  <c:v>1.0652725</c:v>
                </c:pt>
                <c:pt idx="20">
                  <c:v>1.0659051</c:v>
                </c:pt>
                <c:pt idx="21">
                  <c:v>1.0663387</c:v>
                </c:pt>
                <c:pt idx="22">
                  <c:v>1.0666648</c:v>
                </c:pt>
                <c:pt idx="23">
                  <c:v>1.0670063</c:v>
                </c:pt>
                <c:pt idx="24">
                  <c:v>1.067179</c:v>
                </c:pt>
                <c:pt idx="25">
                  <c:v>1.0672332</c:v>
                </c:pt>
                <c:pt idx="26">
                  <c:v>1.067427</c:v>
                </c:pt>
                <c:pt idx="27">
                  <c:v>1.0674955</c:v>
                </c:pt>
                <c:pt idx="28">
                  <c:v>1.0676289</c:v>
                </c:pt>
                <c:pt idx="29">
                  <c:v>1.0675672</c:v>
                </c:pt>
                <c:pt idx="30">
                  <c:v>1.0676953</c:v>
                </c:pt>
                <c:pt idx="31">
                  <c:v>1.0676428</c:v>
                </c:pt>
                <c:pt idx="32">
                  <c:v>1.0675848</c:v>
                </c:pt>
                <c:pt idx="33">
                  <c:v>1.0676248</c:v>
                </c:pt>
                <c:pt idx="34">
                  <c:v>1.0676492</c:v>
                </c:pt>
                <c:pt idx="35">
                  <c:v>1.0676069</c:v>
                </c:pt>
                <c:pt idx="36">
                  <c:v>1.067543</c:v>
                </c:pt>
                <c:pt idx="37">
                  <c:v>1.067602</c:v>
                </c:pt>
                <c:pt idx="38">
                  <c:v>1.0676504</c:v>
                </c:pt>
                <c:pt idx="39">
                  <c:v>1.0676116</c:v>
                </c:pt>
                <c:pt idx="40">
                  <c:v>1.0676246</c:v>
                </c:pt>
                <c:pt idx="41">
                  <c:v>1.067564</c:v>
                </c:pt>
                <c:pt idx="42">
                  <c:v>1.0675288</c:v>
                </c:pt>
                <c:pt idx="43">
                  <c:v>1.06745</c:v>
                </c:pt>
                <c:pt idx="44">
                  <c:v>1.067521</c:v>
                </c:pt>
                <c:pt idx="45">
                  <c:v>1.067471</c:v>
                </c:pt>
                <c:pt idx="46">
                  <c:v>1.0673953</c:v>
                </c:pt>
                <c:pt idx="47">
                  <c:v>1.0674866</c:v>
                </c:pt>
                <c:pt idx="48">
                  <c:v>1.0674756</c:v>
                </c:pt>
                <c:pt idx="49">
                  <c:v>1.0674373</c:v>
                </c:pt>
                <c:pt idx="50">
                  <c:v>1.0675404</c:v>
                </c:pt>
                <c:pt idx="51">
                  <c:v>1.0674133</c:v>
                </c:pt>
                <c:pt idx="52">
                  <c:v>1.0673637</c:v>
                </c:pt>
                <c:pt idx="53">
                  <c:v>1.0673496</c:v>
                </c:pt>
                <c:pt idx="54">
                  <c:v>1.0673915</c:v>
                </c:pt>
                <c:pt idx="55">
                  <c:v>1.0673414</c:v>
                </c:pt>
                <c:pt idx="56">
                  <c:v>1.0672938</c:v>
                </c:pt>
                <c:pt idx="57">
                  <c:v>1.0673079</c:v>
                </c:pt>
                <c:pt idx="58">
                  <c:v>1.0673238</c:v>
                </c:pt>
                <c:pt idx="59">
                  <c:v>1.0672925</c:v>
                </c:pt>
                <c:pt idx="60">
                  <c:v>1.0660403</c:v>
                </c:pt>
                <c:pt idx="61">
                  <c:v>1.0674574</c:v>
                </c:pt>
                <c:pt idx="62">
                  <c:v>1.0673417</c:v>
                </c:pt>
                <c:pt idx="63">
                  <c:v>1.0673678</c:v>
                </c:pt>
                <c:pt idx="64">
                  <c:v>1.0672884</c:v>
                </c:pt>
                <c:pt idx="65">
                  <c:v>1.0672227</c:v>
                </c:pt>
                <c:pt idx="66">
                  <c:v>1.067166</c:v>
                </c:pt>
                <c:pt idx="67">
                  <c:v>1.0670605</c:v>
                </c:pt>
                <c:pt idx="68">
                  <c:v>1.0670279</c:v>
                </c:pt>
                <c:pt idx="69">
                  <c:v>1.0670121</c:v>
                </c:pt>
                <c:pt idx="70">
                  <c:v>1.066905</c:v>
                </c:pt>
                <c:pt idx="71">
                  <c:v>1.0668216</c:v>
                </c:pt>
                <c:pt idx="72">
                  <c:v>1.0668557</c:v>
                </c:pt>
                <c:pt idx="73">
                  <c:v>1.0668447</c:v>
                </c:pt>
                <c:pt idx="74">
                  <c:v>1.066898</c:v>
                </c:pt>
                <c:pt idx="75">
                  <c:v>1.0668824</c:v>
                </c:pt>
                <c:pt idx="76">
                  <c:v>1.0668155</c:v>
                </c:pt>
                <c:pt idx="77">
                  <c:v>1.0667804</c:v>
                </c:pt>
                <c:pt idx="78">
                  <c:v>1.0667894</c:v>
                </c:pt>
                <c:pt idx="79">
                  <c:v>1.066754</c:v>
                </c:pt>
                <c:pt idx="80">
                  <c:v>1.0666528</c:v>
                </c:pt>
                <c:pt idx="81">
                  <c:v>1.0666646</c:v>
                </c:pt>
                <c:pt idx="82">
                  <c:v>1.0666554</c:v>
                </c:pt>
                <c:pt idx="83">
                  <c:v>1.0666171</c:v>
                </c:pt>
                <c:pt idx="84">
                  <c:v>1.0666037</c:v>
                </c:pt>
                <c:pt idx="85">
                  <c:v>1.0666323</c:v>
                </c:pt>
                <c:pt idx="86">
                  <c:v>1.0667119</c:v>
                </c:pt>
                <c:pt idx="87">
                  <c:v>1.066689</c:v>
                </c:pt>
                <c:pt idx="88">
                  <c:v>1.0666127</c:v>
                </c:pt>
                <c:pt idx="89">
                  <c:v>1.0667094</c:v>
                </c:pt>
                <c:pt idx="90">
                  <c:v>1.066664</c:v>
                </c:pt>
                <c:pt idx="91">
                  <c:v>1.0667083</c:v>
                </c:pt>
                <c:pt idx="92">
                  <c:v>1.0665789</c:v>
                </c:pt>
                <c:pt idx="93">
                  <c:v>1.0667057</c:v>
                </c:pt>
                <c:pt idx="94">
                  <c:v>1.0667152</c:v>
                </c:pt>
                <c:pt idx="95">
                  <c:v>1.0666556</c:v>
                </c:pt>
                <c:pt idx="96">
                  <c:v>1.0666499</c:v>
                </c:pt>
                <c:pt idx="97">
                  <c:v>1.0665723</c:v>
                </c:pt>
                <c:pt idx="98">
                  <c:v>1.0665386</c:v>
                </c:pt>
                <c:pt idx="99">
                  <c:v>1.0664585</c:v>
                </c:pt>
              </c:numCache>
            </c:numRef>
          </c:yVal>
        </c:ser>
        <c:ser>
          <c:idx val="17"/>
          <c:order val="17"/>
          <c:tx>
            <c:v>Batch3_cell_018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Data'!$AI$2:$AI$101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Data'!$AJ$2:$AJ$101</c:f>
              <c:numCache>
                <c:formatCode>General</c:formatCode>
                <c:ptCount val="100"/>
                <c:pt idx="0">
                  <c:v>1.0674672</c:v>
                </c:pt>
                <c:pt idx="1">
                  <c:v>1.0680237</c:v>
                </c:pt>
                <c:pt idx="2">
                  <c:v>1.0685793</c:v>
                </c:pt>
                <c:pt idx="3">
                  <c:v>1.0689354</c:v>
                </c:pt>
                <c:pt idx="4">
                  <c:v>1.0693455</c:v>
                </c:pt>
                <c:pt idx="5">
                  <c:v>1.0696205</c:v>
                </c:pt>
                <c:pt idx="6">
                  <c:v>1.0696751</c:v>
                </c:pt>
                <c:pt idx="7">
                  <c:v>1.0698929</c:v>
                </c:pt>
                <c:pt idx="8">
                  <c:v>1.0698838</c:v>
                </c:pt>
                <c:pt idx="9">
                  <c:v>1.0700043</c:v>
                </c:pt>
                <c:pt idx="10">
                  <c:v>1.0700951</c:v>
                </c:pt>
                <c:pt idx="11">
                  <c:v>1.0700941</c:v>
                </c:pt>
                <c:pt idx="12">
                  <c:v>1.069919</c:v>
                </c:pt>
                <c:pt idx="13">
                  <c:v>1.0700039</c:v>
                </c:pt>
                <c:pt idx="14">
                  <c:v>1.0700382</c:v>
                </c:pt>
                <c:pt idx="15">
                  <c:v>1.0701538</c:v>
                </c:pt>
                <c:pt idx="16">
                  <c:v>1.0701317</c:v>
                </c:pt>
                <c:pt idx="17">
                  <c:v>1.070087</c:v>
                </c:pt>
                <c:pt idx="18">
                  <c:v>1.0699753</c:v>
                </c:pt>
                <c:pt idx="19">
                  <c:v>1.0699589</c:v>
                </c:pt>
                <c:pt idx="20">
                  <c:v>1.0699668</c:v>
                </c:pt>
                <c:pt idx="21">
                  <c:v>1.0698708</c:v>
                </c:pt>
                <c:pt idx="22">
                  <c:v>1.0698978</c:v>
                </c:pt>
                <c:pt idx="23">
                  <c:v>1.0699441</c:v>
                </c:pt>
                <c:pt idx="24">
                  <c:v>1.0699619</c:v>
                </c:pt>
                <c:pt idx="25">
                  <c:v>1.0698812</c:v>
                </c:pt>
                <c:pt idx="26">
                  <c:v>1.0698273</c:v>
                </c:pt>
                <c:pt idx="27">
                  <c:v>1.0698293</c:v>
                </c:pt>
                <c:pt idx="28">
                  <c:v>1.0697821</c:v>
                </c:pt>
                <c:pt idx="29">
                  <c:v>1.0697418</c:v>
                </c:pt>
                <c:pt idx="30">
                  <c:v>1.0697533</c:v>
                </c:pt>
                <c:pt idx="31">
                  <c:v>1.0696769</c:v>
                </c:pt>
                <c:pt idx="32">
                  <c:v>1.0698216</c:v>
                </c:pt>
                <c:pt idx="33">
                  <c:v>1.0697374</c:v>
                </c:pt>
                <c:pt idx="34">
                  <c:v>1.0697888</c:v>
                </c:pt>
                <c:pt idx="35">
                  <c:v>1.0697498</c:v>
                </c:pt>
                <c:pt idx="36">
                  <c:v>1.0696473</c:v>
                </c:pt>
                <c:pt idx="37">
                  <c:v>1.0695271</c:v>
                </c:pt>
                <c:pt idx="38">
                  <c:v>1.0694948</c:v>
                </c:pt>
                <c:pt idx="39">
                  <c:v>1.0694091</c:v>
                </c:pt>
                <c:pt idx="40">
                  <c:v>1.0693816</c:v>
                </c:pt>
                <c:pt idx="41">
                  <c:v>1.0693229</c:v>
                </c:pt>
                <c:pt idx="42">
                  <c:v>1.0692316</c:v>
                </c:pt>
                <c:pt idx="43">
                  <c:v>1.0692697</c:v>
                </c:pt>
                <c:pt idx="44">
                  <c:v>1.0693073</c:v>
                </c:pt>
                <c:pt idx="45">
                  <c:v>1.069416</c:v>
                </c:pt>
                <c:pt idx="46">
                  <c:v>1.069294</c:v>
                </c:pt>
                <c:pt idx="47">
                  <c:v>1.0692222</c:v>
                </c:pt>
                <c:pt idx="48">
                  <c:v>1.069284</c:v>
                </c:pt>
                <c:pt idx="49">
                  <c:v>1.0691702</c:v>
                </c:pt>
                <c:pt idx="50">
                  <c:v>1.0691738</c:v>
                </c:pt>
                <c:pt idx="51">
                  <c:v>1.0691544</c:v>
                </c:pt>
                <c:pt idx="52">
                  <c:v>1.0691272</c:v>
                </c:pt>
                <c:pt idx="53">
                  <c:v>1.0691222</c:v>
                </c:pt>
                <c:pt idx="54">
                  <c:v>1.0690737</c:v>
                </c:pt>
                <c:pt idx="55">
                  <c:v>1.0678836</c:v>
                </c:pt>
                <c:pt idx="56">
                  <c:v>1.0689392</c:v>
                </c:pt>
                <c:pt idx="57">
                  <c:v>1.0689887</c:v>
                </c:pt>
                <c:pt idx="58">
                  <c:v>1.0689923</c:v>
                </c:pt>
                <c:pt idx="59">
                  <c:v>1.06892</c:v>
                </c:pt>
                <c:pt idx="60">
                  <c:v>1.0688683</c:v>
                </c:pt>
                <c:pt idx="61">
                  <c:v>1.0687774</c:v>
                </c:pt>
                <c:pt idx="62">
                  <c:v>1.0687411</c:v>
                </c:pt>
                <c:pt idx="63">
                  <c:v>1.068627</c:v>
                </c:pt>
                <c:pt idx="64">
                  <c:v>1.068688</c:v>
                </c:pt>
                <c:pt idx="65">
                  <c:v>1.0686526</c:v>
                </c:pt>
                <c:pt idx="66">
                  <c:v>1.0685195</c:v>
                </c:pt>
                <c:pt idx="67">
                  <c:v>1.0684851</c:v>
                </c:pt>
                <c:pt idx="68">
                  <c:v>1.0683932</c:v>
                </c:pt>
                <c:pt idx="69">
                  <c:v>1.0683494</c:v>
                </c:pt>
                <c:pt idx="70">
                  <c:v>1.0682582</c:v>
                </c:pt>
                <c:pt idx="71">
                  <c:v>1.0681285</c:v>
                </c:pt>
                <c:pt idx="72">
                  <c:v>1.0681102</c:v>
                </c:pt>
                <c:pt idx="73">
                  <c:v>1.0680262</c:v>
                </c:pt>
                <c:pt idx="74">
                  <c:v>1.0680413</c:v>
                </c:pt>
                <c:pt idx="75">
                  <c:v>1.0680302</c:v>
                </c:pt>
                <c:pt idx="76">
                  <c:v>1.0679628</c:v>
                </c:pt>
                <c:pt idx="77">
                  <c:v>1.0679216</c:v>
                </c:pt>
                <c:pt idx="78">
                  <c:v>1.0678931</c:v>
                </c:pt>
                <c:pt idx="79">
                  <c:v>1.067803</c:v>
                </c:pt>
                <c:pt idx="80">
                  <c:v>1.0678184</c:v>
                </c:pt>
                <c:pt idx="81">
                  <c:v>1.0677536</c:v>
                </c:pt>
                <c:pt idx="82">
                  <c:v>1.0677949</c:v>
                </c:pt>
                <c:pt idx="83">
                  <c:v>1.0678054</c:v>
                </c:pt>
                <c:pt idx="84">
                  <c:v>1.0677069</c:v>
                </c:pt>
                <c:pt idx="85">
                  <c:v>1.0676972</c:v>
                </c:pt>
                <c:pt idx="86">
                  <c:v>1.0677425</c:v>
                </c:pt>
                <c:pt idx="87">
                  <c:v>1.0665783</c:v>
                </c:pt>
                <c:pt idx="88">
                  <c:v>1.0677541</c:v>
                </c:pt>
                <c:pt idx="89">
                  <c:v>1.0676641</c:v>
                </c:pt>
                <c:pt idx="90">
                  <c:v>1.0677224</c:v>
                </c:pt>
                <c:pt idx="91">
                  <c:v>1.0675687</c:v>
                </c:pt>
                <c:pt idx="92">
                  <c:v>1.0675011</c:v>
                </c:pt>
                <c:pt idx="93">
                  <c:v>1.0674195</c:v>
                </c:pt>
                <c:pt idx="94">
                  <c:v>1.0673003</c:v>
                </c:pt>
                <c:pt idx="95">
                  <c:v>1.0673039</c:v>
                </c:pt>
                <c:pt idx="96">
                  <c:v>1.0673014</c:v>
                </c:pt>
                <c:pt idx="97">
                  <c:v>1.0672015</c:v>
                </c:pt>
                <c:pt idx="98">
                  <c:v>1.0671083</c:v>
                </c:pt>
                <c:pt idx="99">
                  <c:v>1.0670015</c:v>
                </c:pt>
              </c:numCache>
            </c:numRef>
          </c:yVal>
        </c:ser>
        <c:ser>
          <c:idx val="18"/>
          <c:order val="18"/>
          <c:tx>
            <c:v>Batch3_cell_019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Data'!$AK$2:$AK$101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Data'!$AL$2:$AL$101</c:f>
              <c:numCache>
                <c:formatCode>General</c:formatCode>
                <c:ptCount val="100"/>
                <c:pt idx="0">
                  <c:v>1.0706265</c:v>
                </c:pt>
                <c:pt idx="1">
                  <c:v>1.0719248</c:v>
                </c:pt>
                <c:pt idx="2">
                  <c:v>1.0726638</c:v>
                </c:pt>
                <c:pt idx="3">
                  <c:v>1.0731335</c:v>
                </c:pt>
                <c:pt idx="4">
                  <c:v>1.0733607</c:v>
                </c:pt>
                <c:pt idx="5">
                  <c:v>1.0734339</c:v>
                </c:pt>
                <c:pt idx="6">
                  <c:v>1.0736682</c:v>
                </c:pt>
                <c:pt idx="7">
                  <c:v>1.0738199</c:v>
                </c:pt>
                <c:pt idx="8">
                  <c:v>1.0738692</c:v>
                </c:pt>
                <c:pt idx="9">
                  <c:v>1.0738823</c:v>
                </c:pt>
                <c:pt idx="10">
                  <c:v>1.0738292</c:v>
                </c:pt>
                <c:pt idx="11">
                  <c:v>1.0738997</c:v>
                </c:pt>
                <c:pt idx="12">
                  <c:v>1.073773</c:v>
                </c:pt>
                <c:pt idx="13">
                  <c:v>1.0737964</c:v>
                </c:pt>
                <c:pt idx="14">
                  <c:v>1.0738672</c:v>
                </c:pt>
                <c:pt idx="15">
                  <c:v>1.0738759</c:v>
                </c:pt>
                <c:pt idx="16">
                  <c:v>1.0738484</c:v>
                </c:pt>
                <c:pt idx="17">
                  <c:v>1.0738573</c:v>
                </c:pt>
                <c:pt idx="18">
                  <c:v>1.0738146</c:v>
                </c:pt>
                <c:pt idx="19">
                  <c:v>1.0737954</c:v>
                </c:pt>
                <c:pt idx="20">
                  <c:v>1.0738093</c:v>
                </c:pt>
                <c:pt idx="21">
                  <c:v>1.0738391</c:v>
                </c:pt>
                <c:pt idx="22">
                  <c:v>1.0738101</c:v>
                </c:pt>
                <c:pt idx="23">
                  <c:v>1.0737613</c:v>
                </c:pt>
                <c:pt idx="24">
                  <c:v>1.0736942</c:v>
                </c:pt>
                <c:pt idx="25">
                  <c:v>1.0738056</c:v>
                </c:pt>
                <c:pt idx="26">
                  <c:v>1.0737469</c:v>
                </c:pt>
                <c:pt idx="27">
                  <c:v>1.0737698</c:v>
                </c:pt>
                <c:pt idx="28">
                  <c:v>1.0737832</c:v>
                </c:pt>
                <c:pt idx="29">
                  <c:v>1.0737315</c:v>
                </c:pt>
                <c:pt idx="30">
                  <c:v>1.0736849</c:v>
                </c:pt>
                <c:pt idx="31">
                  <c:v>1.0737016</c:v>
                </c:pt>
                <c:pt idx="32">
                  <c:v>1.0736015</c:v>
                </c:pt>
                <c:pt idx="33">
                  <c:v>1.073608</c:v>
                </c:pt>
                <c:pt idx="34">
                  <c:v>1.0735124</c:v>
                </c:pt>
                <c:pt idx="35">
                  <c:v>1.0733732</c:v>
                </c:pt>
                <c:pt idx="36">
                  <c:v>1.0733746</c:v>
                </c:pt>
                <c:pt idx="37">
                  <c:v>1.0734925</c:v>
                </c:pt>
                <c:pt idx="38">
                  <c:v>1.073298</c:v>
                </c:pt>
                <c:pt idx="39">
                  <c:v>1.0732528</c:v>
                </c:pt>
                <c:pt idx="40">
                  <c:v>1.0732316</c:v>
                </c:pt>
                <c:pt idx="41">
                  <c:v>1.0731461</c:v>
                </c:pt>
                <c:pt idx="42">
                  <c:v>1.0730708</c:v>
                </c:pt>
                <c:pt idx="43">
                  <c:v>1.0730159</c:v>
                </c:pt>
                <c:pt idx="44">
                  <c:v>1.072965</c:v>
                </c:pt>
                <c:pt idx="45">
                  <c:v>1.0729911</c:v>
                </c:pt>
                <c:pt idx="46">
                  <c:v>1.0729796</c:v>
                </c:pt>
                <c:pt idx="47">
                  <c:v>1.0729764</c:v>
                </c:pt>
                <c:pt idx="48">
                  <c:v>1.0730726</c:v>
                </c:pt>
                <c:pt idx="49">
                  <c:v>1.0730777</c:v>
                </c:pt>
                <c:pt idx="50">
                  <c:v>1.0730015</c:v>
                </c:pt>
                <c:pt idx="51">
                  <c:v>1.0730537</c:v>
                </c:pt>
                <c:pt idx="52">
                  <c:v>1.0729729</c:v>
                </c:pt>
                <c:pt idx="53">
                  <c:v>1.072937</c:v>
                </c:pt>
                <c:pt idx="54">
                  <c:v>1.0729454</c:v>
                </c:pt>
                <c:pt idx="55">
                  <c:v>1.0728325</c:v>
                </c:pt>
                <c:pt idx="56">
                  <c:v>1.0728376</c:v>
                </c:pt>
                <c:pt idx="57">
                  <c:v>1.072765</c:v>
                </c:pt>
                <c:pt idx="58">
                  <c:v>1.0726606</c:v>
                </c:pt>
                <c:pt idx="59">
                  <c:v>1.0726686</c:v>
                </c:pt>
                <c:pt idx="60">
                  <c:v>1.0726424</c:v>
                </c:pt>
                <c:pt idx="61">
                  <c:v>1.0725216</c:v>
                </c:pt>
                <c:pt idx="62">
                  <c:v>1.0724547</c:v>
                </c:pt>
                <c:pt idx="63">
                  <c:v>1.0724227</c:v>
                </c:pt>
                <c:pt idx="64">
                  <c:v>1.0724913</c:v>
                </c:pt>
                <c:pt idx="65">
                  <c:v>1.0723714</c:v>
                </c:pt>
                <c:pt idx="66">
                  <c:v>1.0722812</c:v>
                </c:pt>
                <c:pt idx="67">
                  <c:v>1.0721852</c:v>
                </c:pt>
                <c:pt idx="68">
                  <c:v>1.0721433</c:v>
                </c:pt>
                <c:pt idx="69">
                  <c:v>1.0720334</c:v>
                </c:pt>
                <c:pt idx="70">
                  <c:v>1.0720447</c:v>
                </c:pt>
                <c:pt idx="71">
                  <c:v>1.0720614</c:v>
                </c:pt>
                <c:pt idx="72">
                  <c:v>1.0719411</c:v>
                </c:pt>
                <c:pt idx="73">
                  <c:v>1.071857</c:v>
                </c:pt>
                <c:pt idx="74">
                  <c:v>1.0719305</c:v>
                </c:pt>
                <c:pt idx="75">
                  <c:v>1.0717785</c:v>
                </c:pt>
                <c:pt idx="76">
                  <c:v>1.0717287</c:v>
                </c:pt>
                <c:pt idx="77">
                  <c:v>1.0717896</c:v>
                </c:pt>
                <c:pt idx="78">
                  <c:v>1.0716535</c:v>
                </c:pt>
                <c:pt idx="79">
                  <c:v>1.0716771</c:v>
                </c:pt>
                <c:pt idx="80">
                  <c:v>1.0716394</c:v>
                </c:pt>
                <c:pt idx="81">
                  <c:v>1.0716343</c:v>
                </c:pt>
                <c:pt idx="82">
                  <c:v>1.07163</c:v>
                </c:pt>
                <c:pt idx="83">
                  <c:v>1.0716078</c:v>
                </c:pt>
                <c:pt idx="84">
                  <c:v>1.0715122</c:v>
                </c:pt>
                <c:pt idx="85">
                  <c:v>1.0714833</c:v>
                </c:pt>
                <c:pt idx="86">
                  <c:v>1.0714902</c:v>
                </c:pt>
                <c:pt idx="87">
                  <c:v>1.0715384</c:v>
                </c:pt>
                <c:pt idx="88">
                  <c:v>1.0715836</c:v>
                </c:pt>
                <c:pt idx="89">
                  <c:v>1.0716212</c:v>
                </c:pt>
                <c:pt idx="90">
                  <c:v>1.0716027</c:v>
                </c:pt>
                <c:pt idx="91">
                  <c:v>1.0714499</c:v>
                </c:pt>
                <c:pt idx="92">
                  <c:v>1.0713599</c:v>
                </c:pt>
                <c:pt idx="93">
                  <c:v>1.071209</c:v>
                </c:pt>
                <c:pt idx="94">
                  <c:v>1.0711972</c:v>
                </c:pt>
                <c:pt idx="95">
                  <c:v>1.0710456</c:v>
                </c:pt>
                <c:pt idx="96">
                  <c:v>1.071039</c:v>
                </c:pt>
                <c:pt idx="97">
                  <c:v>1.0709579</c:v>
                </c:pt>
                <c:pt idx="98">
                  <c:v>1.0709301</c:v>
                </c:pt>
                <c:pt idx="99">
                  <c:v>1.0708553</c:v>
                </c:pt>
              </c:numCache>
            </c:numRef>
          </c:yVal>
        </c:ser>
        <c:ser>
          <c:idx val="19"/>
          <c:order val="19"/>
          <c:tx>
            <c:v>Batch3_cell_020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Data'!$AM$2:$AM$101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Data'!$AN$2:$AN$101</c:f>
              <c:numCache>
                <c:formatCode>General</c:formatCode>
                <c:ptCount val="100"/>
                <c:pt idx="0">
                  <c:v>1.063777</c:v>
                </c:pt>
                <c:pt idx="1">
                  <c:v>1.0650502</c:v>
                </c:pt>
                <c:pt idx="2">
                  <c:v>1.065752</c:v>
                </c:pt>
                <c:pt idx="3">
                  <c:v>1.066355</c:v>
                </c:pt>
                <c:pt idx="4">
                  <c:v>1.0665587</c:v>
                </c:pt>
                <c:pt idx="5">
                  <c:v>1.0668859</c:v>
                </c:pt>
                <c:pt idx="6">
                  <c:v>1.0670462</c:v>
                </c:pt>
                <c:pt idx="7">
                  <c:v>1.0673007</c:v>
                </c:pt>
                <c:pt idx="8">
                  <c:v>1.0673895</c:v>
                </c:pt>
                <c:pt idx="9">
                  <c:v>1.0675322</c:v>
                </c:pt>
                <c:pt idx="10">
                  <c:v>1.0676036</c:v>
                </c:pt>
                <c:pt idx="11">
                  <c:v>1.0675582</c:v>
                </c:pt>
                <c:pt idx="12">
                  <c:v>1.0676333</c:v>
                </c:pt>
                <c:pt idx="13">
                  <c:v>1.0677133</c:v>
                </c:pt>
                <c:pt idx="14">
                  <c:v>1.0678315</c:v>
                </c:pt>
                <c:pt idx="15">
                  <c:v>1.0679266</c:v>
                </c:pt>
                <c:pt idx="16">
                  <c:v>1.0679874</c:v>
                </c:pt>
                <c:pt idx="17">
                  <c:v>1.0680083</c:v>
                </c:pt>
                <c:pt idx="18">
                  <c:v>1.0679822</c:v>
                </c:pt>
                <c:pt idx="19">
                  <c:v>1.0679505</c:v>
                </c:pt>
                <c:pt idx="20">
                  <c:v>1.0680176</c:v>
                </c:pt>
                <c:pt idx="21">
                  <c:v>1.0679859</c:v>
                </c:pt>
                <c:pt idx="22">
                  <c:v>1.0680346</c:v>
                </c:pt>
                <c:pt idx="23">
                  <c:v>1.0680013</c:v>
                </c:pt>
                <c:pt idx="24">
                  <c:v>1.0680106</c:v>
                </c:pt>
                <c:pt idx="25">
                  <c:v>1.0679696</c:v>
                </c:pt>
                <c:pt idx="26">
                  <c:v>1.0679426</c:v>
                </c:pt>
                <c:pt idx="27">
                  <c:v>1.0679771</c:v>
                </c:pt>
                <c:pt idx="28">
                  <c:v>1.0680169</c:v>
                </c:pt>
                <c:pt idx="29">
                  <c:v>1.0679865</c:v>
                </c:pt>
                <c:pt idx="30">
                  <c:v>1.068059</c:v>
                </c:pt>
                <c:pt idx="31">
                  <c:v>1.0680482</c:v>
                </c:pt>
                <c:pt idx="32">
                  <c:v>1.0681109</c:v>
                </c:pt>
                <c:pt idx="33">
                  <c:v>1.0680823</c:v>
                </c:pt>
                <c:pt idx="34">
                  <c:v>1.0680426</c:v>
                </c:pt>
                <c:pt idx="35">
                  <c:v>1.0679861</c:v>
                </c:pt>
                <c:pt idx="36">
                  <c:v>1.0679315</c:v>
                </c:pt>
                <c:pt idx="37">
                  <c:v>1.0679085</c:v>
                </c:pt>
                <c:pt idx="38">
                  <c:v>1.0678796</c:v>
                </c:pt>
                <c:pt idx="39">
                  <c:v>1.0679001</c:v>
                </c:pt>
                <c:pt idx="40">
                  <c:v>1.0679255</c:v>
                </c:pt>
                <c:pt idx="41">
                  <c:v>1.0678222</c:v>
                </c:pt>
                <c:pt idx="42">
                  <c:v>1.0677673</c:v>
                </c:pt>
                <c:pt idx="43">
                  <c:v>1.067739</c:v>
                </c:pt>
                <c:pt idx="44">
                  <c:v>1.0677729</c:v>
                </c:pt>
                <c:pt idx="45">
                  <c:v>1.0678387</c:v>
                </c:pt>
                <c:pt idx="46">
                  <c:v>1.06785</c:v>
                </c:pt>
                <c:pt idx="47">
                  <c:v>1.0678066</c:v>
                </c:pt>
                <c:pt idx="48">
                  <c:v>1.0677624</c:v>
                </c:pt>
                <c:pt idx="49">
                  <c:v>1.0677623</c:v>
                </c:pt>
                <c:pt idx="50">
                  <c:v>1.0678195</c:v>
                </c:pt>
                <c:pt idx="51">
                  <c:v>1.0678132</c:v>
                </c:pt>
                <c:pt idx="52">
                  <c:v>1.0678291</c:v>
                </c:pt>
                <c:pt idx="53">
                  <c:v>1.0677959</c:v>
                </c:pt>
                <c:pt idx="54">
                  <c:v>1.0678114</c:v>
                </c:pt>
                <c:pt idx="55">
                  <c:v>1.0678129</c:v>
                </c:pt>
                <c:pt idx="56">
                  <c:v>1.067795</c:v>
                </c:pt>
                <c:pt idx="57">
                  <c:v>1.0676023</c:v>
                </c:pt>
                <c:pt idx="58">
                  <c:v>1.0676433</c:v>
                </c:pt>
                <c:pt idx="59">
                  <c:v>1.0675874</c:v>
                </c:pt>
                <c:pt idx="60">
                  <c:v>1.0675663</c:v>
                </c:pt>
                <c:pt idx="61">
                  <c:v>1.0676422</c:v>
                </c:pt>
                <c:pt idx="62">
                  <c:v>1.0676295</c:v>
                </c:pt>
                <c:pt idx="63">
                  <c:v>1.0675592</c:v>
                </c:pt>
                <c:pt idx="64">
                  <c:v>1.0674949</c:v>
                </c:pt>
                <c:pt idx="65">
                  <c:v>1.067502</c:v>
                </c:pt>
                <c:pt idx="66">
                  <c:v>1.0674942</c:v>
                </c:pt>
                <c:pt idx="67">
                  <c:v>1.0674529</c:v>
                </c:pt>
                <c:pt idx="68">
                  <c:v>1.0673673</c:v>
                </c:pt>
                <c:pt idx="69">
                  <c:v>1.0673575</c:v>
                </c:pt>
                <c:pt idx="70">
                  <c:v>1.0673512</c:v>
                </c:pt>
                <c:pt idx="71">
                  <c:v>1.0672475</c:v>
                </c:pt>
                <c:pt idx="72">
                  <c:v>1.067245</c:v>
                </c:pt>
                <c:pt idx="73">
                  <c:v>1.0672034</c:v>
                </c:pt>
                <c:pt idx="74">
                  <c:v>1.0675331</c:v>
                </c:pt>
                <c:pt idx="75">
                  <c:v>1.0671766</c:v>
                </c:pt>
                <c:pt idx="76">
                  <c:v>1.0671432</c:v>
                </c:pt>
                <c:pt idx="77">
                  <c:v>1.0670931</c:v>
                </c:pt>
                <c:pt idx="78">
                  <c:v>1.067136</c:v>
                </c:pt>
                <c:pt idx="79">
                  <c:v>1.0670671</c:v>
                </c:pt>
                <c:pt idx="80">
                  <c:v>1.0670099</c:v>
                </c:pt>
                <c:pt idx="81">
                  <c:v>1.0670369</c:v>
                </c:pt>
                <c:pt idx="82">
                  <c:v>1.067011</c:v>
                </c:pt>
                <c:pt idx="83">
                  <c:v>1.0669609</c:v>
                </c:pt>
                <c:pt idx="84">
                  <c:v>1.0670202</c:v>
                </c:pt>
                <c:pt idx="85">
                  <c:v>1.0670849</c:v>
                </c:pt>
                <c:pt idx="86">
                  <c:v>1.0670785</c:v>
                </c:pt>
                <c:pt idx="87">
                  <c:v>1.0670785</c:v>
                </c:pt>
                <c:pt idx="88">
                  <c:v>1.0669712</c:v>
                </c:pt>
                <c:pt idx="89">
                  <c:v>1.066873</c:v>
                </c:pt>
                <c:pt idx="90">
                  <c:v>1.0668215</c:v>
                </c:pt>
                <c:pt idx="91">
                  <c:v>1.066802</c:v>
                </c:pt>
                <c:pt idx="92">
                  <c:v>1.0668062</c:v>
                </c:pt>
                <c:pt idx="93">
                  <c:v>1.0667355</c:v>
                </c:pt>
                <c:pt idx="94">
                  <c:v>1.066642</c:v>
                </c:pt>
                <c:pt idx="95">
                  <c:v>1.0666676</c:v>
                </c:pt>
                <c:pt idx="96">
                  <c:v>1.0665992</c:v>
                </c:pt>
                <c:pt idx="97">
                  <c:v>1.0665662</c:v>
                </c:pt>
                <c:pt idx="98">
                  <c:v>1.0665587</c:v>
                </c:pt>
                <c:pt idx="99">
                  <c:v>1.0664401</c:v>
                </c:pt>
              </c:numCache>
            </c:numRef>
          </c:yVal>
        </c:ser>
        <c:ser>
          <c:idx val="20"/>
          <c:order val="20"/>
          <c:tx>
            <c:v>Batch3_cell_021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Data'!$AO$2:$AO$101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Data'!$AP$2:$AP$101</c:f>
              <c:numCache>
                <c:formatCode>General</c:formatCode>
                <c:ptCount val="100"/>
                <c:pt idx="0">
                  <c:v>1.0678786</c:v>
                </c:pt>
                <c:pt idx="1">
                  <c:v>1.0678563</c:v>
                </c:pt>
                <c:pt idx="2">
                  <c:v>1.0680218</c:v>
                </c:pt>
                <c:pt idx="3">
                  <c:v>1.0681052</c:v>
                </c:pt>
                <c:pt idx="4">
                  <c:v>1.0682704</c:v>
                </c:pt>
                <c:pt idx="5">
                  <c:v>1.068392</c:v>
                </c:pt>
                <c:pt idx="6">
                  <c:v>1.0686967</c:v>
                </c:pt>
                <c:pt idx="7">
                  <c:v>1.0685678</c:v>
                </c:pt>
                <c:pt idx="8">
                  <c:v>1.0686046</c:v>
                </c:pt>
                <c:pt idx="9">
                  <c:v>1.0686178</c:v>
                </c:pt>
                <c:pt idx="10">
                  <c:v>1.0685649</c:v>
                </c:pt>
                <c:pt idx="11">
                  <c:v>1.0683353</c:v>
                </c:pt>
                <c:pt idx="12">
                  <c:v>1.0681915</c:v>
                </c:pt>
                <c:pt idx="13">
                  <c:v>1.0681823</c:v>
                </c:pt>
                <c:pt idx="14">
                  <c:v>1.0681145</c:v>
                </c:pt>
                <c:pt idx="15">
                  <c:v>1.0678563</c:v>
                </c:pt>
                <c:pt idx="16">
                  <c:v>1.0677009</c:v>
                </c:pt>
                <c:pt idx="17">
                  <c:v>1.0675895</c:v>
                </c:pt>
                <c:pt idx="18">
                  <c:v>1.0674167</c:v>
                </c:pt>
                <c:pt idx="19">
                  <c:v>1.0673078</c:v>
                </c:pt>
                <c:pt idx="20">
                  <c:v>1.0671793</c:v>
                </c:pt>
                <c:pt idx="21">
                  <c:v>1.0668911</c:v>
                </c:pt>
                <c:pt idx="22">
                  <c:v>1.0667832</c:v>
                </c:pt>
                <c:pt idx="23">
                  <c:v>1.0665414</c:v>
                </c:pt>
                <c:pt idx="24">
                  <c:v>1.0652237</c:v>
                </c:pt>
                <c:pt idx="25">
                  <c:v>1.0662822</c:v>
                </c:pt>
                <c:pt idx="26">
                  <c:v>1.0659752</c:v>
                </c:pt>
                <c:pt idx="27">
                  <c:v>1.0658994</c:v>
                </c:pt>
                <c:pt idx="28">
                  <c:v>1.0657502</c:v>
                </c:pt>
                <c:pt idx="29">
                  <c:v>1.0655273</c:v>
                </c:pt>
                <c:pt idx="30">
                  <c:v>1.0653883</c:v>
                </c:pt>
                <c:pt idx="31">
                  <c:v>1.0652066</c:v>
                </c:pt>
                <c:pt idx="32">
                  <c:v>1.0652069</c:v>
                </c:pt>
                <c:pt idx="33">
                  <c:v>1.0649753</c:v>
                </c:pt>
                <c:pt idx="34">
                  <c:v>1.064907</c:v>
                </c:pt>
                <c:pt idx="35">
                  <c:v>1.0646479</c:v>
                </c:pt>
                <c:pt idx="36">
                  <c:v>1.0645862</c:v>
                </c:pt>
                <c:pt idx="37">
                  <c:v>1.0644101</c:v>
                </c:pt>
                <c:pt idx="38">
                  <c:v>1.0641602</c:v>
                </c:pt>
                <c:pt idx="39">
                  <c:v>1.0639905</c:v>
                </c:pt>
                <c:pt idx="40">
                  <c:v>1.0638076</c:v>
                </c:pt>
                <c:pt idx="41">
                  <c:v>1.0636654</c:v>
                </c:pt>
                <c:pt idx="42">
                  <c:v>1.0634789</c:v>
                </c:pt>
                <c:pt idx="43">
                  <c:v>1.0632704</c:v>
                </c:pt>
                <c:pt idx="44">
                  <c:v>1.0629807</c:v>
                </c:pt>
                <c:pt idx="45">
                  <c:v>1.0628786</c:v>
                </c:pt>
                <c:pt idx="46">
                  <c:v>1.0627115</c:v>
                </c:pt>
                <c:pt idx="47">
                  <c:v>1.062589</c:v>
                </c:pt>
                <c:pt idx="48">
                  <c:v>1.0625277</c:v>
                </c:pt>
                <c:pt idx="49">
                  <c:v>1.0623268</c:v>
                </c:pt>
                <c:pt idx="50">
                  <c:v>1.0622308</c:v>
                </c:pt>
                <c:pt idx="51">
                  <c:v>1.0621474</c:v>
                </c:pt>
                <c:pt idx="52">
                  <c:v>1.0619019</c:v>
                </c:pt>
                <c:pt idx="53">
                  <c:v>1.0618309</c:v>
                </c:pt>
                <c:pt idx="54">
                  <c:v>1.0615698</c:v>
                </c:pt>
                <c:pt idx="55">
                  <c:v>1.0614442</c:v>
                </c:pt>
                <c:pt idx="56">
                  <c:v>1.0612661</c:v>
                </c:pt>
                <c:pt idx="57">
                  <c:v>1.0610088</c:v>
                </c:pt>
                <c:pt idx="58">
                  <c:v>1.06081</c:v>
                </c:pt>
                <c:pt idx="59">
                  <c:v>1.0605961</c:v>
                </c:pt>
                <c:pt idx="60">
                  <c:v>1.0604985</c:v>
                </c:pt>
                <c:pt idx="61">
                  <c:v>1.0603185</c:v>
                </c:pt>
                <c:pt idx="62">
                  <c:v>1.0601721</c:v>
                </c:pt>
                <c:pt idx="63">
                  <c:v>1.0599415</c:v>
                </c:pt>
                <c:pt idx="64">
                  <c:v>1.0597229</c:v>
                </c:pt>
                <c:pt idx="65">
                  <c:v>1.059707</c:v>
                </c:pt>
                <c:pt idx="66">
                  <c:v>1.0594282</c:v>
                </c:pt>
                <c:pt idx="67">
                  <c:v>1.0592607</c:v>
                </c:pt>
                <c:pt idx="68">
                  <c:v>1.0590392</c:v>
                </c:pt>
                <c:pt idx="69">
                  <c:v>1.0588466</c:v>
                </c:pt>
                <c:pt idx="70">
                  <c:v>1.0587101</c:v>
                </c:pt>
                <c:pt idx="71">
                  <c:v>1.0586686</c:v>
                </c:pt>
                <c:pt idx="72">
                  <c:v>1.0584106</c:v>
                </c:pt>
                <c:pt idx="73">
                  <c:v>1.0581977</c:v>
                </c:pt>
                <c:pt idx="74">
                  <c:v>1.0579935</c:v>
                </c:pt>
                <c:pt idx="75">
                  <c:v>1.0578697</c:v>
                </c:pt>
                <c:pt idx="76">
                  <c:v>1.0577171</c:v>
                </c:pt>
                <c:pt idx="77">
                  <c:v>1.0575242</c:v>
                </c:pt>
                <c:pt idx="78">
                  <c:v>1.0573313</c:v>
                </c:pt>
                <c:pt idx="79">
                  <c:v>1.0571979</c:v>
                </c:pt>
                <c:pt idx="80">
                  <c:v>1.0570331</c:v>
                </c:pt>
                <c:pt idx="81">
                  <c:v>1.0567827</c:v>
                </c:pt>
                <c:pt idx="82">
                  <c:v>1.0567137</c:v>
                </c:pt>
                <c:pt idx="83">
                  <c:v>1.0565193</c:v>
                </c:pt>
                <c:pt idx="84">
                  <c:v>1.0563747</c:v>
                </c:pt>
                <c:pt idx="85">
                  <c:v>1.0562176</c:v>
                </c:pt>
                <c:pt idx="86">
                  <c:v>1.0560709</c:v>
                </c:pt>
                <c:pt idx="87">
                  <c:v>1.0558716</c:v>
                </c:pt>
                <c:pt idx="88">
                  <c:v>1.0557185</c:v>
                </c:pt>
                <c:pt idx="89">
                  <c:v>1.0555393</c:v>
                </c:pt>
                <c:pt idx="90">
                  <c:v>1.0555295</c:v>
                </c:pt>
                <c:pt idx="91">
                  <c:v>1.0554793</c:v>
                </c:pt>
                <c:pt idx="92">
                  <c:v>1.055274</c:v>
                </c:pt>
                <c:pt idx="93">
                  <c:v>1.0550185</c:v>
                </c:pt>
                <c:pt idx="94">
                  <c:v>1.0548487</c:v>
                </c:pt>
                <c:pt idx="95">
                  <c:v>1.054635</c:v>
                </c:pt>
                <c:pt idx="96">
                  <c:v>1.0544841</c:v>
                </c:pt>
                <c:pt idx="97">
                  <c:v>1.0542849</c:v>
                </c:pt>
                <c:pt idx="98">
                  <c:v>1.054091</c:v>
                </c:pt>
                <c:pt idx="99">
                  <c:v>1.0538316</c:v>
                </c:pt>
              </c:numCache>
            </c:numRef>
          </c:yVal>
        </c:ser>
        <c:ser>
          <c:idx val="21"/>
          <c:order val="21"/>
          <c:tx>
            <c:v>Batch3_cell_022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Data'!$AQ$2:$AQ$101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Data'!$AR$2:$AR$101</c:f>
              <c:numCache>
                <c:formatCode>General</c:formatCode>
                <c:ptCount val="100"/>
                <c:pt idx="0">
                  <c:v>1.0551282</c:v>
                </c:pt>
                <c:pt idx="1">
                  <c:v>1.0562643</c:v>
                </c:pt>
                <c:pt idx="2">
                  <c:v>1.0569252</c:v>
                </c:pt>
                <c:pt idx="3">
                  <c:v>1.0575157</c:v>
                </c:pt>
                <c:pt idx="4">
                  <c:v>1.0577407</c:v>
                </c:pt>
                <c:pt idx="5">
                  <c:v>1.0580798</c:v>
                </c:pt>
                <c:pt idx="6">
                  <c:v>1.0583824</c:v>
                </c:pt>
                <c:pt idx="7">
                  <c:v>1.0583642</c:v>
                </c:pt>
                <c:pt idx="8">
                  <c:v>1.0584478</c:v>
                </c:pt>
                <c:pt idx="9">
                  <c:v>1.0585029</c:v>
                </c:pt>
                <c:pt idx="10">
                  <c:v>1.0586069</c:v>
                </c:pt>
                <c:pt idx="11">
                  <c:v>1.0586909</c:v>
                </c:pt>
                <c:pt idx="12">
                  <c:v>1.0587474</c:v>
                </c:pt>
                <c:pt idx="13">
                  <c:v>1.0589116</c:v>
                </c:pt>
                <c:pt idx="14">
                  <c:v>1.0589092</c:v>
                </c:pt>
                <c:pt idx="15">
                  <c:v>1.0590302</c:v>
                </c:pt>
                <c:pt idx="16">
                  <c:v>1.0591089</c:v>
                </c:pt>
                <c:pt idx="17">
                  <c:v>1.0591078</c:v>
                </c:pt>
                <c:pt idx="18">
                  <c:v>1.0589751</c:v>
                </c:pt>
                <c:pt idx="19">
                  <c:v>1.0590943</c:v>
                </c:pt>
                <c:pt idx="20">
                  <c:v>1.0589721</c:v>
                </c:pt>
                <c:pt idx="21">
                  <c:v>1.0590429</c:v>
                </c:pt>
                <c:pt idx="22">
                  <c:v>1.0588944</c:v>
                </c:pt>
                <c:pt idx="23">
                  <c:v>1.058872</c:v>
                </c:pt>
                <c:pt idx="24">
                  <c:v>1.0588807</c:v>
                </c:pt>
                <c:pt idx="25">
                  <c:v>1.0588521</c:v>
                </c:pt>
                <c:pt idx="26">
                  <c:v>1.0587996</c:v>
                </c:pt>
                <c:pt idx="27">
                  <c:v>1.0587567</c:v>
                </c:pt>
                <c:pt idx="28">
                  <c:v>1.0588921</c:v>
                </c:pt>
                <c:pt idx="29">
                  <c:v>1.0589013</c:v>
                </c:pt>
                <c:pt idx="30">
                  <c:v>1.0589336</c:v>
                </c:pt>
                <c:pt idx="31">
                  <c:v>1.0589311</c:v>
                </c:pt>
                <c:pt idx="32">
                  <c:v>1.0588744</c:v>
                </c:pt>
                <c:pt idx="33">
                  <c:v>1.0588168</c:v>
                </c:pt>
                <c:pt idx="34">
                  <c:v>1.0589594</c:v>
                </c:pt>
                <c:pt idx="35">
                  <c:v>1.0587823</c:v>
                </c:pt>
                <c:pt idx="36">
                  <c:v>1.05889</c:v>
                </c:pt>
                <c:pt idx="37">
                  <c:v>1.0587131</c:v>
                </c:pt>
                <c:pt idx="38">
                  <c:v>1.0587451</c:v>
                </c:pt>
                <c:pt idx="39">
                  <c:v>1.0586054</c:v>
                </c:pt>
                <c:pt idx="40">
                  <c:v>1.0586156</c:v>
                </c:pt>
                <c:pt idx="41">
                  <c:v>1.0585594</c:v>
                </c:pt>
                <c:pt idx="42">
                  <c:v>1.058548</c:v>
                </c:pt>
                <c:pt idx="43">
                  <c:v>1.0584965</c:v>
                </c:pt>
                <c:pt idx="44">
                  <c:v>1.0584453</c:v>
                </c:pt>
                <c:pt idx="45">
                  <c:v>1.058463</c:v>
                </c:pt>
                <c:pt idx="46">
                  <c:v>1.0584556</c:v>
                </c:pt>
                <c:pt idx="47">
                  <c:v>1.058471</c:v>
                </c:pt>
                <c:pt idx="48">
                  <c:v>1.0584902</c:v>
                </c:pt>
                <c:pt idx="49">
                  <c:v>1.0585248</c:v>
                </c:pt>
                <c:pt idx="50">
                  <c:v>1.0585029</c:v>
                </c:pt>
                <c:pt idx="51">
                  <c:v>1.0584759</c:v>
                </c:pt>
                <c:pt idx="52">
                  <c:v>1.0585449</c:v>
                </c:pt>
                <c:pt idx="53">
                  <c:v>1.0585146</c:v>
                </c:pt>
                <c:pt idx="54">
                  <c:v>1.0585428</c:v>
                </c:pt>
                <c:pt idx="55">
                  <c:v>1.0584837</c:v>
                </c:pt>
                <c:pt idx="56">
                  <c:v>1.0584475</c:v>
                </c:pt>
                <c:pt idx="57">
                  <c:v>1.0583757</c:v>
                </c:pt>
                <c:pt idx="58">
                  <c:v>1.0583556</c:v>
                </c:pt>
                <c:pt idx="59">
                  <c:v>1.0583403</c:v>
                </c:pt>
                <c:pt idx="60">
                  <c:v>1.0582483</c:v>
                </c:pt>
                <c:pt idx="61">
                  <c:v>1.0582196</c:v>
                </c:pt>
                <c:pt idx="62">
                  <c:v>1.0580896</c:v>
                </c:pt>
                <c:pt idx="63">
                  <c:v>1.0579897</c:v>
                </c:pt>
                <c:pt idx="64">
                  <c:v>1.0579447</c:v>
                </c:pt>
                <c:pt idx="65">
                  <c:v>1.0579267</c:v>
                </c:pt>
                <c:pt idx="66">
                  <c:v>1.0579786</c:v>
                </c:pt>
                <c:pt idx="67">
                  <c:v>1.0579523</c:v>
                </c:pt>
                <c:pt idx="68">
                  <c:v>1.0578095</c:v>
                </c:pt>
                <c:pt idx="69">
                  <c:v>1.0578893</c:v>
                </c:pt>
                <c:pt idx="70">
                  <c:v>1.0577022</c:v>
                </c:pt>
                <c:pt idx="71">
                  <c:v>1.0576533</c:v>
                </c:pt>
                <c:pt idx="72">
                  <c:v>1.057632</c:v>
                </c:pt>
                <c:pt idx="73">
                  <c:v>1.0576385</c:v>
                </c:pt>
                <c:pt idx="74">
                  <c:v>1.057584</c:v>
                </c:pt>
                <c:pt idx="75">
                  <c:v>1.0575273</c:v>
                </c:pt>
                <c:pt idx="76">
                  <c:v>1.0575579</c:v>
                </c:pt>
                <c:pt idx="77">
                  <c:v>1.0574734</c:v>
                </c:pt>
                <c:pt idx="78">
                  <c:v>1.0574803</c:v>
                </c:pt>
                <c:pt idx="79">
                  <c:v>1.0574551</c:v>
                </c:pt>
                <c:pt idx="80">
                  <c:v>1.0573901</c:v>
                </c:pt>
                <c:pt idx="81">
                  <c:v>1.0574043</c:v>
                </c:pt>
                <c:pt idx="82">
                  <c:v>1.0574121</c:v>
                </c:pt>
                <c:pt idx="83">
                  <c:v>1.0573117</c:v>
                </c:pt>
                <c:pt idx="84">
                  <c:v>1.0573677</c:v>
                </c:pt>
                <c:pt idx="85">
                  <c:v>1.057344</c:v>
                </c:pt>
                <c:pt idx="86">
                  <c:v>1.0573024</c:v>
                </c:pt>
                <c:pt idx="87">
                  <c:v>1.0572929</c:v>
                </c:pt>
                <c:pt idx="88">
                  <c:v>1.0572981</c:v>
                </c:pt>
                <c:pt idx="89">
                  <c:v>1.0573485</c:v>
                </c:pt>
                <c:pt idx="90">
                  <c:v>1.0573351</c:v>
                </c:pt>
                <c:pt idx="91">
                  <c:v>1.0574234</c:v>
                </c:pt>
                <c:pt idx="92">
                  <c:v>1.0573493</c:v>
                </c:pt>
                <c:pt idx="93">
                  <c:v>1.0573331</c:v>
                </c:pt>
                <c:pt idx="94">
                  <c:v>1.0572226</c:v>
                </c:pt>
                <c:pt idx="95">
                  <c:v>1.0571611</c:v>
                </c:pt>
                <c:pt idx="96">
                  <c:v>1.0570966</c:v>
                </c:pt>
                <c:pt idx="97">
                  <c:v>1.0570813</c:v>
                </c:pt>
                <c:pt idx="98">
                  <c:v>1.0570325</c:v>
                </c:pt>
                <c:pt idx="99">
                  <c:v>1.0569046</c:v>
                </c:pt>
              </c:numCache>
            </c:numRef>
          </c:yVal>
        </c:ser>
        <c:ser>
          <c:idx val="22"/>
          <c:order val="22"/>
          <c:tx>
            <c:v>Batch3_cell_024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Data'!$AS$2:$AS$101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Data'!$AT$2:$AT$101</c:f>
              <c:numCache>
                <c:formatCode>General</c:formatCode>
                <c:ptCount val="100"/>
                <c:pt idx="0">
                  <c:v>1.0451531</c:v>
                </c:pt>
                <c:pt idx="1">
                  <c:v>1.0462732</c:v>
                </c:pt>
                <c:pt idx="2">
                  <c:v>1.0472243</c:v>
                </c:pt>
                <c:pt idx="3">
                  <c:v>1.0480354</c:v>
                </c:pt>
                <c:pt idx="4">
                  <c:v>1.0485005</c:v>
                </c:pt>
                <c:pt idx="5">
                  <c:v>1.0489757</c:v>
                </c:pt>
                <c:pt idx="6">
                  <c:v>1.0493212</c:v>
                </c:pt>
                <c:pt idx="7">
                  <c:v>1.0496308</c:v>
                </c:pt>
                <c:pt idx="8">
                  <c:v>1.0499588</c:v>
                </c:pt>
                <c:pt idx="9">
                  <c:v>1.0499612</c:v>
                </c:pt>
                <c:pt idx="10">
                  <c:v>1.0500613</c:v>
                </c:pt>
                <c:pt idx="11">
                  <c:v>1.0501567</c:v>
                </c:pt>
                <c:pt idx="12">
                  <c:v>1.050017</c:v>
                </c:pt>
                <c:pt idx="13">
                  <c:v>1.0502694</c:v>
                </c:pt>
                <c:pt idx="14">
                  <c:v>1.0500481</c:v>
                </c:pt>
                <c:pt idx="15">
                  <c:v>1.050331</c:v>
                </c:pt>
                <c:pt idx="16">
                  <c:v>1.0502356</c:v>
                </c:pt>
                <c:pt idx="17">
                  <c:v>1.0503628</c:v>
                </c:pt>
                <c:pt idx="18">
                  <c:v>1.0504011</c:v>
                </c:pt>
                <c:pt idx="19">
                  <c:v>1.0503913</c:v>
                </c:pt>
                <c:pt idx="20">
                  <c:v>1.0504469</c:v>
                </c:pt>
                <c:pt idx="21">
                  <c:v>1.0505558</c:v>
                </c:pt>
                <c:pt idx="22">
                  <c:v>1.0505773</c:v>
                </c:pt>
                <c:pt idx="23">
                  <c:v>1.0506248</c:v>
                </c:pt>
                <c:pt idx="24">
                  <c:v>1.0505224</c:v>
                </c:pt>
                <c:pt idx="25">
                  <c:v>1.0505047</c:v>
                </c:pt>
                <c:pt idx="26">
                  <c:v>1.0504947</c:v>
                </c:pt>
                <c:pt idx="27">
                  <c:v>1.0504878</c:v>
                </c:pt>
                <c:pt idx="28">
                  <c:v>1.0503314</c:v>
                </c:pt>
                <c:pt idx="29">
                  <c:v>1.0505327</c:v>
                </c:pt>
                <c:pt idx="30">
                  <c:v>1.0504519</c:v>
                </c:pt>
                <c:pt idx="31">
                  <c:v>1.0505646</c:v>
                </c:pt>
                <c:pt idx="32">
                  <c:v>1.0506554</c:v>
                </c:pt>
                <c:pt idx="33">
                  <c:v>1.05083</c:v>
                </c:pt>
                <c:pt idx="34">
                  <c:v>1.0507379</c:v>
                </c:pt>
                <c:pt idx="35">
                  <c:v>1.0508314</c:v>
                </c:pt>
                <c:pt idx="36">
                  <c:v>1.0510526</c:v>
                </c:pt>
                <c:pt idx="37">
                  <c:v>1.0510288</c:v>
                </c:pt>
                <c:pt idx="38">
                  <c:v>1.050912</c:v>
                </c:pt>
                <c:pt idx="39">
                  <c:v>1.0510163</c:v>
                </c:pt>
                <c:pt idx="40">
                  <c:v>1.0509326</c:v>
                </c:pt>
                <c:pt idx="41">
                  <c:v>1.0511289</c:v>
                </c:pt>
                <c:pt idx="42">
                  <c:v>1.0510294</c:v>
                </c:pt>
                <c:pt idx="43">
                  <c:v>1.0509675</c:v>
                </c:pt>
                <c:pt idx="44">
                  <c:v>1.0508642</c:v>
                </c:pt>
                <c:pt idx="45">
                  <c:v>1.0508164</c:v>
                </c:pt>
                <c:pt idx="46">
                  <c:v>1.050985</c:v>
                </c:pt>
                <c:pt idx="47">
                  <c:v>1.050983</c:v>
                </c:pt>
                <c:pt idx="48">
                  <c:v>1.0509394</c:v>
                </c:pt>
                <c:pt idx="49">
                  <c:v>1.0508856</c:v>
                </c:pt>
                <c:pt idx="50">
                  <c:v>1.0508926</c:v>
                </c:pt>
                <c:pt idx="51">
                  <c:v>1.0508176</c:v>
                </c:pt>
                <c:pt idx="52">
                  <c:v>1.0506972</c:v>
                </c:pt>
                <c:pt idx="53">
                  <c:v>1.0508476</c:v>
                </c:pt>
                <c:pt idx="54">
                  <c:v>1.0506618</c:v>
                </c:pt>
                <c:pt idx="55">
                  <c:v>1.0508817</c:v>
                </c:pt>
                <c:pt idx="56">
                  <c:v>1.0508116</c:v>
                </c:pt>
                <c:pt idx="57">
                  <c:v>1.0509826</c:v>
                </c:pt>
                <c:pt idx="58">
                  <c:v>1.0509937</c:v>
                </c:pt>
                <c:pt idx="59">
                  <c:v>1.0509284</c:v>
                </c:pt>
                <c:pt idx="60">
                  <c:v>1.0509654</c:v>
                </c:pt>
                <c:pt idx="61">
                  <c:v>1.0509025</c:v>
                </c:pt>
                <c:pt idx="62">
                  <c:v>1.0509551</c:v>
                </c:pt>
                <c:pt idx="63">
                  <c:v>1.0509547</c:v>
                </c:pt>
                <c:pt idx="64">
                  <c:v>1.050931</c:v>
                </c:pt>
                <c:pt idx="65">
                  <c:v>1.0509614</c:v>
                </c:pt>
                <c:pt idx="66">
                  <c:v>1.050755</c:v>
                </c:pt>
                <c:pt idx="67">
                  <c:v>1.0507619</c:v>
                </c:pt>
                <c:pt idx="68">
                  <c:v>1.0507965</c:v>
                </c:pt>
                <c:pt idx="69">
                  <c:v>1.0507456</c:v>
                </c:pt>
                <c:pt idx="70">
                  <c:v>1.0507637</c:v>
                </c:pt>
                <c:pt idx="71">
                  <c:v>1.050765</c:v>
                </c:pt>
                <c:pt idx="72">
                  <c:v>1.05068</c:v>
                </c:pt>
                <c:pt idx="73">
                  <c:v>1.0507071</c:v>
                </c:pt>
                <c:pt idx="74">
                  <c:v>1.0506223</c:v>
                </c:pt>
                <c:pt idx="75">
                  <c:v>1.0505668</c:v>
                </c:pt>
                <c:pt idx="76">
                  <c:v>1.0506308</c:v>
                </c:pt>
                <c:pt idx="77">
                  <c:v>1.0507888</c:v>
                </c:pt>
                <c:pt idx="78">
                  <c:v>1.0507329</c:v>
                </c:pt>
                <c:pt idx="79">
                  <c:v>1.0505954</c:v>
                </c:pt>
                <c:pt idx="80">
                  <c:v>1.0505154</c:v>
                </c:pt>
                <c:pt idx="81">
                  <c:v>1.0504793</c:v>
                </c:pt>
                <c:pt idx="82">
                  <c:v>1.050573</c:v>
                </c:pt>
                <c:pt idx="83">
                  <c:v>1.0494744</c:v>
                </c:pt>
                <c:pt idx="84">
                  <c:v>1.0504917</c:v>
                </c:pt>
                <c:pt idx="85">
                  <c:v>1.0504795</c:v>
                </c:pt>
                <c:pt idx="86">
                  <c:v>1.050411</c:v>
                </c:pt>
                <c:pt idx="87">
                  <c:v>1.0504463</c:v>
                </c:pt>
                <c:pt idx="88">
                  <c:v>1.050487</c:v>
                </c:pt>
                <c:pt idx="89">
                  <c:v>1.0504754</c:v>
                </c:pt>
                <c:pt idx="90">
                  <c:v>1.0505174</c:v>
                </c:pt>
                <c:pt idx="91">
                  <c:v>1.0505538</c:v>
                </c:pt>
                <c:pt idx="92">
                  <c:v>1.0504483</c:v>
                </c:pt>
                <c:pt idx="93">
                  <c:v>1.0503871</c:v>
                </c:pt>
                <c:pt idx="94">
                  <c:v>1.0502656</c:v>
                </c:pt>
                <c:pt idx="95">
                  <c:v>1.0502148</c:v>
                </c:pt>
                <c:pt idx="96">
                  <c:v>1.0501618</c:v>
                </c:pt>
                <c:pt idx="97">
                  <c:v>1.0500886</c:v>
                </c:pt>
                <c:pt idx="98">
                  <c:v>1.0501817</c:v>
                </c:pt>
                <c:pt idx="99">
                  <c:v>1.050084</c:v>
                </c:pt>
              </c:numCache>
            </c:numRef>
          </c:yVal>
        </c:ser>
        <c:ser>
          <c:idx val="23"/>
          <c:order val="23"/>
          <c:tx>
            <c:v>Batch3_cell_025</c:v>
          </c:tx>
          <c:spPr>
            <a:ln xmlns:a="http://schemas.openxmlformats.org/drawingml/2006/main" w="22860">
              <a:solidFill>
                <a:srgbClr val="009B96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Data'!$AU$2:$AU$101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Data'!$AV$2:$AV$101</c:f>
              <c:numCache>
                <c:formatCode>General</c:formatCode>
                <c:ptCount val="100"/>
                <c:pt idx="0">
                  <c:v>1.0600799</c:v>
                </c:pt>
                <c:pt idx="1">
                  <c:v>1.0611302</c:v>
                </c:pt>
                <c:pt idx="2">
                  <c:v>1.061978</c:v>
                </c:pt>
                <c:pt idx="3">
                  <c:v>1.0625266</c:v>
                </c:pt>
                <c:pt idx="4">
                  <c:v>1.0629901</c:v>
                </c:pt>
                <c:pt idx="5">
                  <c:v>1.0633529</c:v>
                </c:pt>
                <c:pt idx="6">
                  <c:v>1.0637853</c:v>
                </c:pt>
                <c:pt idx="7">
                  <c:v>1.0639347</c:v>
                </c:pt>
                <c:pt idx="8">
                  <c:v>1.0642015</c:v>
                </c:pt>
                <c:pt idx="9">
                  <c:v>1.0642061</c:v>
                </c:pt>
                <c:pt idx="10">
                  <c:v>1.064286</c:v>
                </c:pt>
                <c:pt idx="11">
                  <c:v>1.0645087</c:v>
                </c:pt>
                <c:pt idx="12">
                  <c:v>1.0643713</c:v>
                </c:pt>
                <c:pt idx="13">
                  <c:v>1.0645527</c:v>
                </c:pt>
                <c:pt idx="14">
                  <c:v>1.064658</c:v>
                </c:pt>
                <c:pt idx="15">
                  <c:v>1.0646185</c:v>
                </c:pt>
                <c:pt idx="16">
                  <c:v>1.0646714</c:v>
                </c:pt>
                <c:pt idx="17">
                  <c:v>1.0648559</c:v>
                </c:pt>
                <c:pt idx="18">
                  <c:v>1.0649663</c:v>
                </c:pt>
                <c:pt idx="19">
                  <c:v>1.0650194</c:v>
                </c:pt>
                <c:pt idx="20">
                  <c:v>1.0652157</c:v>
                </c:pt>
                <c:pt idx="21">
                  <c:v>1.065119</c:v>
                </c:pt>
                <c:pt idx="22">
                  <c:v>1.0651004</c:v>
                </c:pt>
                <c:pt idx="23">
                  <c:v>1.0650233</c:v>
                </c:pt>
                <c:pt idx="24">
                  <c:v>1.0649706</c:v>
                </c:pt>
                <c:pt idx="25">
                  <c:v>1.0650537</c:v>
                </c:pt>
                <c:pt idx="26">
                  <c:v>1.0649934</c:v>
                </c:pt>
                <c:pt idx="27">
                  <c:v>1.0649289</c:v>
                </c:pt>
                <c:pt idx="28">
                  <c:v>1.0650964</c:v>
                </c:pt>
                <c:pt idx="29">
                  <c:v>1.0651294</c:v>
                </c:pt>
                <c:pt idx="30">
                  <c:v>1.065145</c:v>
                </c:pt>
                <c:pt idx="31">
                  <c:v>1.0654312</c:v>
                </c:pt>
                <c:pt idx="32">
                  <c:v>1.0654136</c:v>
                </c:pt>
                <c:pt idx="33">
                  <c:v>1.0653347</c:v>
                </c:pt>
                <c:pt idx="34">
                  <c:v>1.0654174</c:v>
                </c:pt>
                <c:pt idx="35">
                  <c:v>1.0653454</c:v>
                </c:pt>
                <c:pt idx="36">
                  <c:v>1.0654705</c:v>
                </c:pt>
                <c:pt idx="37">
                  <c:v>1.0653867</c:v>
                </c:pt>
                <c:pt idx="38">
                  <c:v>1.0653226</c:v>
                </c:pt>
                <c:pt idx="39">
                  <c:v>1.0653566</c:v>
                </c:pt>
                <c:pt idx="40">
                  <c:v>1.0654352</c:v>
                </c:pt>
                <c:pt idx="41">
                  <c:v>1.0653696</c:v>
                </c:pt>
                <c:pt idx="42">
                  <c:v>1.0653808</c:v>
                </c:pt>
                <c:pt idx="43">
                  <c:v>1.0652796</c:v>
                </c:pt>
                <c:pt idx="44">
                  <c:v>1.0652081</c:v>
                </c:pt>
                <c:pt idx="45">
                  <c:v>1.0652072</c:v>
                </c:pt>
                <c:pt idx="46">
                  <c:v>1.0653449</c:v>
                </c:pt>
                <c:pt idx="47">
                  <c:v>1.0651942</c:v>
                </c:pt>
                <c:pt idx="48">
                  <c:v>1.0650712</c:v>
                </c:pt>
                <c:pt idx="49">
                  <c:v>1.0652844</c:v>
                </c:pt>
                <c:pt idx="50">
                  <c:v>1.0651304</c:v>
                </c:pt>
                <c:pt idx="51">
                  <c:v>1.0640403</c:v>
                </c:pt>
                <c:pt idx="52">
                  <c:v>1.0652058</c:v>
                </c:pt>
                <c:pt idx="53">
                  <c:v>1.0651286</c:v>
                </c:pt>
                <c:pt idx="54">
                  <c:v>1.0651395</c:v>
                </c:pt>
                <c:pt idx="55">
                  <c:v>1.0653754</c:v>
                </c:pt>
                <c:pt idx="56">
                  <c:v>1.0653776</c:v>
                </c:pt>
                <c:pt idx="57">
                  <c:v>1.0653876</c:v>
                </c:pt>
                <c:pt idx="58">
                  <c:v>1.0653242</c:v>
                </c:pt>
                <c:pt idx="59">
                  <c:v>1.0653995</c:v>
                </c:pt>
                <c:pt idx="60">
                  <c:v>1.0652648</c:v>
                </c:pt>
                <c:pt idx="61">
                  <c:v>1.0653014</c:v>
                </c:pt>
                <c:pt idx="62">
                  <c:v>1.0653417</c:v>
                </c:pt>
                <c:pt idx="63">
                  <c:v>1.0652512</c:v>
                </c:pt>
                <c:pt idx="64">
                  <c:v>1.0651141</c:v>
                </c:pt>
                <c:pt idx="65">
                  <c:v>1.0650654</c:v>
                </c:pt>
                <c:pt idx="66">
                  <c:v>1.0650743</c:v>
                </c:pt>
                <c:pt idx="67">
                  <c:v>1.0650635</c:v>
                </c:pt>
                <c:pt idx="68">
                  <c:v>1.0651133</c:v>
                </c:pt>
                <c:pt idx="69">
                  <c:v>1.065116</c:v>
                </c:pt>
                <c:pt idx="70">
                  <c:v>1.0650475</c:v>
                </c:pt>
                <c:pt idx="71">
                  <c:v>1.065039</c:v>
                </c:pt>
                <c:pt idx="72">
                  <c:v>1.0650002</c:v>
                </c:pt>
                <c:pt idx="73">
                  <c:v>1.0649576</c:v>
                </c:pt>
                <c:pt idx="74">
                  <c:v>1.064936</c:v>
                </c:pt>
                <c:pt idx="75">
                  <c:v>1.0650611</c:v>
                </c:pt>
                <c:pt idx="76">
                  <c:v>1.06494</c:v>
                </c:pt>
                <c:pt idx="77">
                  <c:v>1.0648098</c:v>
                </c:pt>
                <c:pt idx="78">
                  <c:v>1.0648338</c:v>
                </c:pt>
                <c:pt idx="79">
                  <c:v>1.0648214</c:v>
                </c:pt>
                <c:pt idx="80">
                  <c:v>1.0649087</c:v>
                </c:pt>
                <c:pt idx="81">
                  <c:v>1.0636927</c:v>
                </c:pt>
                <c:pt idx="82">
                  <c:v>1.0648698</c:v>
                </c:pt>
                <c:pt idx="83">
                  <c:v>1.0648148</c:v>
                </c:pt>
                <c:pt idx="84">
                  <c:v>1.0647529</c:v>
                </c:pt>
                <c:pt idx="85">
                  <c:v>1.0647461</c:v>
                </c:pt>
                <c:pt idx="86">
                  <c:v>1.0649803</c:v>
                </c:pt>
                <c:pt idx="87">
                  <c:v>1.0649673</c:v>
                </c:pt>
                <c:pt idx="88">
                  <c:v>1.0649257</c:v>
                </c:pt>
                <c:pt idx="89">
                  <c:v>1.0648923</c:v>
                </c:pt>
                <c:pt idx="90">
                  <c:v>1.064803</c:v>
                </c:pt>
                <c:pt idx="91">
                  <c:v>1.0647339</c:v>
                </c:pt>
                <c:pt idx="92">
                  <c:v>1.0647504</c:v>
                </c:pt>
                <c:pt idx="93">
                  <c:v>1.0646355</c:v>
                </c:pt>
                <c:pt idx="94">
                  <c:v>1.0645796</c:v>
                </c:pt>
                <c:pt idx="95">
                  <c:v>1.0644963</c:v>
                </c:pt>
                <c:pt idx="96">
                  <c:v>1.0644842</c:v>
                </c:pt>
                <c:pt idx="97">
                  <c:v>1.0644677</c:v>
                </c:pt>
                <c:pt idx="98">
                  <c:v>1.0642562</c:v>
                </c:pt>
                <c:pt idx="99">
                  <c:v>1.0643663</c:v>
                </c:pt>
              </c:numCache>
            </c:numRef>
          </c:yVal>
        </c:ser>
        <c:ser>
          <c:idx val="24"/>
          <c:order val="24"/>
          <c:tx>
            <c:v>Batch3_cell_026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Data'!$AW$2:$AW$101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Data'!$AX$2:$AX$101</c:f>
              <c:numCache>
                <c:formatCode>General</c:formatCode>
                <c:ptCount val="100"/>
                <c:pt idx="0">
                  <c:v>1.0709693</c:v>
                </c:pt>
                <c:pt idx="1">
                  <c:v>1.0720186</c:v>
                </c:pt>
                <c:pt idx="2">
                  <c:v>1.0725763</c:v>
                </c:pt>
                <c:pt idx="3">
                  <c:v>1.0730283</c:v>
                </c:pt>
                <c:pt idx="4">
                  <c:v>1.0737659</c:v>
                </c:pt>
                <c:pt idx="5">
                  <c:v>1.0741377</c:v>
                </c:pt>
                <c:pt idx="6">
                  <c:v>1.0745056</c:v>
                </c:pt>
                <c:pt idx="7">
                  <c:v>1.0747789</c:v>
                </c:pt>
                <c:pt idx="8">
                  <c:v>1.0748756</c:v>
                </c:pt>
                <c:pt idx="9">
                  <c:v>1.0749502</c:v>
                </c:pt>
                <c:pt idx="10">
                  <c:v>1.075145</c:v>
                </c:pt>
                <c:pt idx="11">
                  <c:v>1.0751888</c:v>
                </c:pt>
                <c:pt idx="12">
                  <c:v>1.0752844</c:v>
                </c:pt>
                <c:pt idx="13">
                  <c:v>1.0751407</c:v>
                </c:pt>
                <c:pt idx="14">
                  <c:v>1.0753924</c:v>
                </c:pt>
                <c:pt idx="15">
                  <c:v>1.0753336</c:v>
                </c:pt>
                <c:pt idx="16">
                  <c:v>1.0754038</c:v>
                </c:pt>
                <c:pt idx="17">
                  <c:v>1.0754076</c:v>
                </c:pt>
                <c:pt idx="18">
                  <c:v>1.075509</c:v>
                </c:pt>
                <c:pt idx="19">
                  <c:v>1.0754929</c:v>
                </c:pt>
                <c:pt idx="20">
                  <c:v>1.0755256</c:v>
                </c:pt>
                <c:pt idx="21">
                  <c:v>1.0754402</c:v>
                </c:pt>
                <c:pt idx="22">
                  <c:v>1.0754918</c:v>
                </c:pt>
                <c:pt idx="23">
                  <c:v>1.0755467</c:v>
                </c:pt>
                <c:pt idx="24">
                  <c:v>1.0754253</c:v>
                </c:pt>
                <c:pt idx="25">
                  <c:v>1.0754644</c:v>
                </c:pt>
                <c:pt idx="26">
                  <c:v>1.0753639</c:v>
                </c:pt>
                <c:pt idx="27">
                  <c:v>1.0753471</c:v>
                </c:pt>
                <c:pt idx="28">
                  <c:v>1.0752749</c:v>
                </c:pt>
                <c:pt idx="29">
                  <c:v>1.0754609</c:v>
                </c:pt>
                <c:pt idx="30">
                  <c:v>1.0755041</c:v>
                </c:pt>
                <c:pt idx="31">
                  <c:v>1.0756522</c:v>
                </c:pt>
                <c:pt idx="32">
                  <c:v>1.0756435</c:v>
                </c:pt>
                <c:pt idx="33">
                  <c:v>1.0756701</c:v>
                </c:pt>
                <c:pt idx="34">
                  <c:v>1.0756595</c:v>
                </c:pt>
                <c:pt idx="35">
                  <c:v>1.0757495</c:v>
                </c:pt>
                <c:pt idx="36">
                  <c:v>1.0758095</c:v>
                </c:pt>
                <c:pt idx="37">
                  <c:v>1.0756918</c:v>
                </c:pt>
                <c:pt idx="38">
                  <c:v>1.0757688</c:v>
                </c:pt>
                <c:pt idx="39">
                  <c:v>1.075623</c:v>
                </c:pt>
                <c:pt idx="40">
                  <c:v>1.0756497</c:v>
                </c:pt>
                <c:pt idx="41">
                  <c:v>1.0756497</c:v>
                </c:pt>
                <c:pt idx="42">
                  <c:v>1.0755301</c:v>
                </c:pt>
                <c:pt idx="43">
                  <c:v>1.0753908</c:v>
                </c:pt>
                <c:pt idx="44">
                  <c:v>1.0754682</c:v>
                </c:pt>
                <c:pt idx="45">
                  <c:v>1.0754906</c:v>
                </c:pt>
                <c:pt idx="46">
                  <c:v>1.0754666</c:v>
                </c:pt>
                <c:pt idx="47">
                  <c:v>1.07547</c:v>
                </c:pt>
                <c:pt idx="48">
                  <c:v>1.0755632</c:v>
                </c:pt>
                <c:pt idx="49">
                  <c:v>1.075429</c:v>
                </c:pt>
                <c:pt idx="50">
                  <c:v>1.0754589</c:v>
                </c:pt>
                <c:pt idx="51">
                  <c:v>1.0754868</c:v>
                </c:pt>
                <c:pt idx="52">
                  <c:v>1.0754191</c:v>
                </c:pt>
                <c:pt idx="53">
                  <c:v>1.0754226</c:v>
                </c:pt>
                <c:pt idx="54">
                  <c:v>1.0753394</c:v>
                </c:pt>
                <c:pt idx="55">
                  <c:v>1.0754269</c:v>
                </c:pt>
                <c:pt idx="56">
                  <c:v>1.0755025</c:v>
                </c:pt>
                <c:pt idx="57">
                  <c:v>1.0753944</c:v>
                </c:pt>
                <c:pt idx="58">
                  <c:v>1.075411</c:v>
                </c:pt>
                <c:pt idx="59">
                  <c:v>1.0754397</c:v>
                </c:pt>
                <c:pt idx="60">
                  <c:v>1.0754452</c:v>
                </c:pt>
                <c:pt idx="61">
                  <c:v>1.0754226</c:v>
                </c:pt>
                <c:pt idx="62">
                  <c:v>1.0753402</c:v>
                </c:pt>
                <c:pt idx="63">
                  <c:v>1.0753136</c:v>
                </c:pt>
                <c:pt idx="64">
                  <c:v>1.0752568</c:v>
                </c:pt>
                <c:pt idx="65">
                  <c:v>1.0750926</c:v>
                </c:pt>
                <c:pt idx="66">
                  <c:v>1.0751402</c:v>
                </c:pt>
                <c:pt idx="67">
                  <c:v>1.0751324</c:v>
                </c:pt>
                <c:pt idx="68">
                  <c:v>1.0751489</c:v>
                </c:pt>
                <c:pt idx="69">
                  <c:v>1.0751787</c:v>
                </c:pt>
                <c:pt idx="70">
                  <c:v>1.075213</c:v>
                </c:pt>
                <c:pt idx="71">
                  <c:v>1.0750917</c:v>
                </c:pt>
                <c:pt idx="72">
                  <c:v>1.0751231</c:v>
                </c:pt>
                <c:pt idx="73">
                  <c:v>1.0751255</c:v>
                </c:pt>
                <c:pt idx="74">
                  <c:v>1.0751725</c:v>
                </c:pt>
                <c:pt idx="75">
                  <c:v>1.0751121</c:v>
                </c:pt>
                <c:pt idx="76">
                  <c:v>1.0750563</c:v>
                </c:pt>
                <c:pt idx="77">
                  <c:v>1.0749747</c:v>
                </c:pt>
                <c:pt idx="78">
                  <c:v>1.0750253</c:v>
                </c:pt>
                <c:pt idx="79">
                  <c:v>1.0750654</c:v>
                </c:pt>
                <c:pt idx="80">
                  <c:v>1.0738662</c:v>
                </c:pt>
                <c:pt idx="81">
                  <c:v>1.0749897</c:v>
                </c:pt>
                <c:pt idx="82">
                  <c:v>1.0748535</c:v>
                </c:pt>
                <c:pt idx="83">
                  <c:v>1.0748504</c:v>
                </c:pt>
                <c:pt idx="84">
                  <c:v>1.0749329</c:v>
                </c:pt>
                <c:pt idx="85">
                  <c:v>1.0749609</c:v>
                </c:pt>
                <c:pt idx="86">
                  <c:v>1.0750369</c:v>
                </c:pt>
                <c:pt idx="87">
                  <c:v>1.0750344</c:v>
                </c:pt>
                <c:pt idx="88">
                  <c:v>1.0749929</c:v>
                </c:pt>
                <c:pt idx="89">
                  <c:v>1.074857</c:v>
                </c:pt>
                <c:pt idx="90">
                  <c:v>1.0747795</c:v>
                </c:pt>
                <c:pt idx="91">
                  <c:v>1.0748124</c:v>
                </c:pt>
                <c:pt idx="92">
                  <c:v>1.074663</c:v>
                </c:pt>
                <c:pt idx="93">
                  <c:v>1.0746088</c:v>
                </c:pt>
                <c:pt idx="94">
                  <c:v>1.0745976</c:v>
                </c:pt>
                <c:pt idx="95">
                  <c:v>1.0745454</c:v>
                </c:pt>
                <c:pt idx="96">
                  <c:v>1.0745518</c:v>
                </c:pt>
                <c:pt idx="97">
                  <c:v>1.0744523</c:v>
                </c:pt>
                <c:pt idx="98">
                  <c:v>1.0744087</c:v>
                </c:pt>
                <c:pt idx="99">
                  <c:v>1.074435</c:v>
                </c:pt>
              </c:numCache>
            </c:numRef>
          </c:yVal>
        </c:ser>
        <c:ser>
          <c:idx val="25"/>
          <c:order val="25"/>
          <c:tx>
            <c:v>Batch3_cell_027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Data'!$AY$2:$AY$101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Data'!$AZ$2:$AZ$101</c:f>
              <c:numCache>
                <c:formatCode>General</c:formatCode>
                <c:ptCount val="100"/>
                <c:pt idx="0">
                  <c:v>1.0592589</c:v>
                </c:pt>
                <c:pt idx="1">
                  <c:v>1.0604171</c:v>
                </c:pt>
                <c:pt idx="2">
                  <c:v>1.0613309</c:v>
                </c:pt>
                <c:pt idx="3">
                  <c:v>1.0620921</c:v>
                </c:pt>
                <c:pt idx="4">
                  <c:v>1.0624913</c:v>
                </c:pt>
                <c:pt idx="5">
                  <c:v>1.0627744</c:v>
                </c:pt>
                <c:pt idx="6">
                  <c:v>1.0631793</c:v>
                </c:pt>
                <c:pt idx="7">
                  <c:v>1.0634905</c:v>
                </c:pt>
                <c:pt idx="8">
                  <c:v>1.0636493</c:v>
                </c:pt>
                <c:pt idx="9">
                  <c:v>1.0638406</c:v>
                </c:pt>
                <c:pt idx="10">
                  <c:v>1.0639206</c:v>
                </c:pt>
                <c:pt idx="11">
                  <c:v>1.0639077</c:v>
                </c:pt>
                <c:pt idx="12">
                  <c:v>1.0637623</c:v>
                </c:pt>
                <c:pt idx="13">
                  <c:v>1.063849</c:v>
                </c:pt>
                <c:pt idx="14">
                  <c:v>1.063925</c:v>
                </c:pt>
                <c:pt idx="15">
                  <c:v>1.0638971</c:v>
                </c:pt>
                <c:pt idx="16">
                  <c:v>1.0639647</c:v>
                </c:pt>
                <c:pt idx="17">
                  <c:v>1.0640233</c:v>
                </c:pt>
                <c:pt idx="18">
                  <c:v>1.0640781</c:v>
                </c:pt>
                <c:pt idx="19">
                  <c:v>1.0641844</c:v>
                </c:pt>
                <c:pt idx="20">
                  <c:v>1.0641556</c:v>
                </c:pt>
                <c:pt idx="21">
                  <c:v>1.0641699</c:v>
                </c:pt>
                <c:pt idx="22">
                  <c:v>1.0641993</c:v>
                </c:pt>
                <c:pt idx="23">
                  <c:v>1.0641886</c:v>
                </c:pt>
                <c:pt idx="24">
                  <c:v>1.0641578</c:v>
                </c:pt>
                <c:pt idx="25">
                  <c:v>1.064123</c:v>
                </c:pt>
                <c:pt idx="26">
                  <c:v>1.0640558</c:v>
                </c:pt>
                <c:pt idx="27">
                  <c:v>1.0640196</c:v>
                </c:pt>
                <c:pt idx="28">
                  <c:v>1.0641215</c:v>
                </c:pt>
                <c:pt idx="29">
                  <c:v>1.0640848</c:v>
                </c:pt>
                <c:pt idx="30">
                  <c:v>1.0641981</c:v>
                </c:pt>
                <c:pt idx="31">
                  <c:v>1.0642785</c:v>
                </c:pt>
                <c:pt idx="32">
                  <c:v>1.0644526</c:v>
                </c:pt>
                <c:pt idx="33">
                  <c:v>1.0642865</c:v>
                </c:pt>
                <c:pt idx="34">
                  <c:v>1.0642869</c:v>
                </c:pt>
                <c:pt idx="35">
                  <c:v>1.0643001</c:v>
                </c:pt>
                <c:pt idx="36">
                  <c:v>1.0644121</c:v>
                </c:pt>
                <c:pt idx="37">
                  <c:v>1.0644311</c:v>
                </c:pt>
                <c:pt idx="38">
                  <c:v>1.0644171</c:v>
                </c:pt>
                <c:pt idx="39">
                  <c:v>1.0643229</c:v>
                </c:pt>
                <c:pt idx="40">
                  <c:v>1.0643122</c:v>
                </c:pt>
                <c:pt idx="41">
                  <c:v>1.0643259</c:v>
                </c:pt>
                <c:pt idx="42">
                  <c:v>1.0642526</c:v>
                </c:pt>
                <c:pt idx="43">
                  <c:v>1.0641983</c:v>
                </c:pt>
                <c:pt idx="44">
                  <c:v>1.0640731</c:v>
                </c:pt>
                <c:pt idx="45">
                  <c:v>1.0641166</c:v>
                </c:pt>
                <c:pt idx="46">
                  <c:v>1.0642179</c:v>
                </c:pt>
                <c:pt idx="47">
                  <c:v>1.064208</c:v>
                </c:pt>
                <c:pt idx="48">
                  <c:v>1.0641226</c:v>
                </c:pt>
                <c:pt idx="49">
                  <c:v>1.0642054</c:v>
                </c:pt>
                <c:pt idx="50">
                  <c:v>1.0640848</c:v>
                </c:pt>
                <c:pt idx="51">
                  <c:v>1.0640752</c:v>
                </c:pt>
                <c:pt idx="52">
                  <c:v>1.0641456</c:v>
                </c:pt>
                <c:pt idx="53">
                  <c:v>1.0641488</c:v>
                </c:pt>
                <c:pt idx="54">
                  <c:v>1.0640876</c:v>
                </c:pt>
                <c:pt idx="55">
                  <c:v>1.0641088</c:v>
                </c:pt>
                <c:pt idx="56">
                  <c:v>1.0640467</c:v>
                </c:pt>
                <c:pt idx="57">
                  <c:v>1.0640364</c:v>
                </c:pt>
                <c:pt idx="58">
                  <c:v>1.0640242</c:v>
                </c:pt>
                <c:pt idx="59">
                  <c:v>1.0640316</c:v>
                </c:pt>
                <c:pt idx="60">
                  <c:v>1.0640138</c:v>
                </c:pt>
                <c:pt idx="61">
                  <c:v>1.0640191</c:v>
                </c:pt>
                <c:pt idx="62">
                  <c:v>1.0639702</c:v>
                </c:pt>
                <c:pt idx="63">
                  <c:v>1.0639913</c:v>
                </c:pt>
                <c:pt idx="64">
                  <c:v>1.0638746</c:v>
                </c:pt>
                <c:pt idx="65">
                  <c:v>1.0638431</c:v>
                </c:pt>
                <c:pt idx="66">
                  <c:v>1.0637993</c:v>
                </c:pt>
                <c:pt idx="67">
                  <c:v>1.063778</c:v>
                </c:pt>
                <c:pt idx="68">
                  <c:v>1.0638299</c:v>
                </c:pt>
                <c:pt idx="69">
                  <c:v>1.0637395</c:v>
                </c:pt>
                <c:pt idx="70">
                  <c:v>1.0636959</c:v>
                </c:pt>
                <c:pt idx="71">
                  <c:v>1.063686</c:v>
                </c:pt>
                <c:pt idx="72">
                  <c:v>1.0636526</c:v>
                </c:pt>
                <c:pt idx="73">
                  <c:v>1.0635728</c:v>
                </c:pt>
                <c:pt idx="74">
                  <c:v>1.0636022</c:v>
                </c:pt>
                <c:pt idx="75">
                  <c:v>1.0636321</c:v>
                </c:pt>
                <c:pt idx="76">
                  <c:v>1.0635883</c:v>
                </c:pt>
                <c:pt idx="77">
                  <c:v>1.0634784</c:v>
                </c:pt>
                <c:pt idx="78">
                  <c:v>1.0634763</c:v>
                </c:pt>
                <c:pt idx="79">
                  <c:v>1.0634302</c:v>
                </c:pt>
                <c:pt idx="80">
                  <c:v>1.0634139</c:v>
                </c:pt>
                <c:pt idx="81">
                  <c:v>1.0634599</c:v>
                </c:pt>
                <c:pt idx="82">
                  <c:v>1.0634022</c:v>
                </c:pt>
                <c:pt idx="83">
                  <c:v>1.0632737</c:v>
                </c:pt>
                <c:pt idx="84">
                  <c:v>1.0632102</c:v>
                </c:pt>
                <c:pt idx="85">
                  <c:v>1.063244</c:v>
                </c:pt>
                <c:pt idx="86">
                  <c:v>1.063212</c:v>
                </c:pt>
                <c:pt idx="87">
                  <c:v>1.063218</c:v>
                </c:pt>
                <c:pt idx="88">
                  <c:v>1.0632493</c:v>
                </c:pt>
                <c:pt idx="89">
                  <c:v>1.0632579</c:v>
                </c:pt>
                <c:pt idx="90">
                  <c:v>1.0631043</c:v>
                </c:pt>
                <c:pt idx="91">
                  <c:v>1.063061</c:v>
                </c:pt>
                <c:pt idx="92">
                  <c:v>1.0630819</c:v>
                </c:pt>
                <c:pt idx="93">
                  <c:v>1.0630854</c:v>
                </c:pt>
                <c:pt idx="94">
                  <c:v>1.0629817</c:v>
                </c:pt>
                <c:pt idx="95">
                  <c:v>1.0628858</c:v>
                </c:pt>
                <c:pt idx="96">
                  <c:v>1.0628408</c:v>
                </c:pt>
                <c:pt idx="97">
                  <c:v>1.0627699</c:v>
                </c:pt>
                <c:pt idx="98">
                  <c:v>1.0627525</c:v>
                </c:pt>
                <c:pt idx="99">
                  <c:v>1.0627574</c:v>
                </c:pt>
              </c:numCache>
            </c:numRef>
          </c:yVal>
        </c:ser>
        <c:ser>
          <c:idx val="26"/>
          <c:order val="26"/>
          <c:tx>
            <c:v>Batch3_cell_028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Data'!$BA$2:$BA$101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Data'!$BB$2:$BB$101</c:f>
              <c:numCache>
                <c:formatCode>General</c:formatCode>
                <c:ptCount val="100"/>
                <c:pt idx="0">
                  <c:v>1.0512739</c:v>
                </c:pt>
                <c:pt idx="1">
                  <c:v>1.0518668</c:v>
                </c:pt>
                <c:pt idx="2">
                  <c:v>1.0522791</c:v>
                </c:pt>
                <c:pt idx="3">
                  <c:v>1.0525209</c:v>
                </c:pt>
                <c:pt idx="4">
                  <c:v>1.0526985</c:v>
                </c:pt>
                <c:pt idx="5">
                  <c:v>1.0526587</c:v>
                </c:pt>
                <c:pt idx="6">
                  <c:v>1.0526767</c:v>
                </c:pt>
                <c:pt idx="7">
                  <c:v>1.0526767</c:v>
                </c:pt>
                <c:pt idx="8">
                  <c:v>1.0525953</c:v>
                </c:pt>
                <c:pt idx="9">
                  <c:v>1.0524576</c:v>
                </c:pt>
                <c:pt idx="10">
                  <c:v>1.0523635</c:v>
                </c:pt>
                <c:pt idx="11">
                  <c:v>1.0521443</c:v>
                </c:pt>
                <c:pt idx="12">
                  <c:v>1.0519128</c:v>
                </c:pt>
                <c:pt idx="13">
                  <c:v>1.0517812</c:v>
                </c:pt>
                <c:pt idx="14">
                  <c:v>1.0516714</c:v>
                </c:pt>
                <c:pt idx="15">
                  <c:v>1.0514872</c:v>
                </c:pt>
                <c:pt idx="16">
                  <c:v>1.051289</c:v>
                </c:pt>
                <c:pt idx="17">
                  <c:v>1.0512664</c:v>
                </c:pt>
                <c:pt idx="18">
                  <c:v>1.0510685</c:v>
                </c:pt>
                <c:pt idx="19">
                  <c:v>1.0509038</c:v>
                </c:pt>
                <c:pt idx="20">
                  <c:v>1.0508945</c:v>
                </c:pt>
                <c:pt idx="21">
                  <c:v>1.0504866</c:v>
                </c:pt>
                <c:pt idx="22">
                  <c:v>1.0503008</c:v>
                </c:pt>
                <c:pt idx="23">
                  <c:v>1.0500702</c:v>
                </c:pt>
                <c:pt idx="24">
                  <c:v>1.0498389</c:v>
                </c:pt>
                <c:pt idx="25">
                  <c:v>1.0496676</c:v>
                </c:pt>
                <c:pt idx="26">
                  <c:v>1.0495126</c:v>
                </c:pt>
                <c:pt idx="27">
                  <c:v>1.0491428</c:v>
                </c:pt>
                <c:pt idx="28">
                  <c:v>1.048921</c:v>
                </c:pt>
                <c:pt idx="29">
                  <c:v>1.0486975</c:v>
                </c:pt>
                <c:pt idx="30">
                  <c:v>1.0486219</c:v>
                </c:pt>
                <c:pt idx="31">
                  <c:v>1.0484965</c:v>
                </c:pt>
                <c:pt idx="32">
                  <c:v>1.0484933</c:v>
                </c:pt>
                <c:pt idx="33">
                  <c:v>1.0482426</c:v>
                </c:pt>
                <c:pt idx="34">
                  <c:v>1.048022</c:v>
                </c:pt>
                <c:pt idx="35">
                  <c:v>1.0478852</c:v>
                </c:pt>
                <c:pt idx="36">
                  <c:v>1.047738</c:v>
                </c:pt>
                <c:pt idx="37">
                  <c:v>1.0476351</c:v>
                </c:pt>
                <c:pt idx="38">
                  <c:v>1.0473948</c:v>
                </c:pt>
                <c:pt idx="39">
                  <c:v>1.0471058</c:v>
                </c:pt>
                <c:pt idx="40">
                  <c:v>1.0469697</c:v>
                </c:pt>
                <c:pt idx="41">
                  <c:v>1.0467745</c:v>
                </c:pt>
                <c:pt idx="42">
                  <c:v>1.0465891</c:v>
                </c:pt>
                <c:pt idx="43">
                  <c:v>1.0462016</c:v>
                </c:pt>
                <c:pt idx="44">
                  <c:v>1.045922</c:v>
                </c:pt>
                <c:pt idx="45">
                  <c:v>1.0457698</c:v>
                </c:pt>
                <c:pt idx="46">
                  <c:v>1.0456372</c:v>
                </c:pt>
                <c:pt idx="47">
                  <c:v>1.0454307</c:v>
                </c:pt>
                <c:pt idx="48">
                  <c:v>1.0452703</c:v>
                </c:pt>
                <c:pt idx="49">
                  <c:v>1.0450525</c:v>
                </c:pt>
                <c:pt idx="50">
                  <c:v>1.0448675</c:v>
                </c:pt>
                <c:pt idx="51">
                  <c:v>1.0445393</c:v>
                </c:pt>
                <c:pt idx="52">
                  <c:v>1.0444762</c:v>
                </c:pt>
                <c:pt idx="53">
                  <c:v>1.0442096</c:v>
                </c:pt>
                <c:pt idx="54">
                  <c:v>1.0440762</c:v>
                </c:pt>
                <c:pt idx="55">
                  <c:v>1.0437657</c:v>
                </c:pt>
                <c:pt idx="56">
                  <c:v>1.0436374</c:v>
                </c:pt>
                <c:pt idx="57">
                  <c:v>1.0435503</c:v>
                </c:pt>
                <c:pt idx="58">
                  <c:v>1.0433151</c:v>
                </c:pt>
                <c:pt idx="59">
                  <c:v>1.0430763</c:v>
                </c:pt>
                <c:pt idx="60">
                  <c:v>1.042886</c:v>
                </c:pt>
                <c:pt idx="61">
                  <c:v>1.0427086</c:v>
                </c:pt>
                <c:pt idx="62">
                  <c:v>1.0425155</c:v>
                </c:pt>
                <c:pt idx="63">
                  <c:v>1.0422869</c:v>
                </c:pt>
                <c:pt idx="64">
                  <c:v>1.0420936</c:v>
                </c:pt>
                <c:pt idx="65">
                  <c:v>1.0418769</c:v>
                </c:pt>
                <c:pt idx="66">
                  <c:v>1.0415828</c:v>
                </c:pt>
                <c:pt idx="67">
                  <c:v>1.0413867</c:v>
                </c:pt>
                <c:pt idx="68">
                  <c:v>1.0412004</c:v>
                </c:pt>
                <c:pt idx="69">
                  <c:v>1.0409563</c:v>
                </c:pt>
                <c:pt idx="70">
                  <c:v>1.0407429</c:v>
                </c:pt>
                <c:pt idx="71">
                  <c:v>1.0405605</c:v>
                </c:pt>
                <c:pt idx="72">
                  <c:v>1.0403023</c:v>
                </c:pt>
                <c:pt idx="73">
                  <c:v>1.0400708</c:v>
                </c:pt>
                <c:pt idx="74">
                  <c:v>1.0398711</c:v>
                </c:pt>
                <c:pt idx="75">
                  <c:v>1.0396079</c:v>
                </c:pt>
                <c:pt idx="76">
                  <c:v>1.0394158</c:v>
                </c:pt>
                <c:pt idx="77">
                  <c:v>1.0391717</c:v>
                </c:pt>
                <c:pt idx="78">
                  <c:v>1.0388693</c:v>
                </c:pt>
                <c:pt idx="79">
                  <c:v>1.0387144</c:v>
                </c:pt>
                <c:pt idx="80">
                  <c:v>1.038433</c:v>
                </c:pt>
                <c:pt idx="81">
                  <c:v>1.0382557</c:v>
                </c:pt>
                <c:pt idx="82">
                  <c:v>1.0380589</c:v>
                </c:pt>
                <c:pt idx="83">
                  <c:v>1.0378588</c:v>
                </c:pt>
                <c:pt idx="84">
                  <c:v>1.0376209</c:v>
                </c:pt>
                <c:pt idx="85">
                  <c:v>1.0373116</c:v>
                </c:pt>
                <c:pt idx="86">
                  <c:v>1.0370368</c:v>
                </c:pt>
                <c:pt idx="87">
                  <c:v>1.0369161</c:v>
                </c:pt>
                <c:pt idx="88">
                  <c:v>1.0366795</c:v>
                </c:pt>
                <c:pt idx="89">
                  <c:v>1.0366066</c:v>
                </c:pt>
                <c:pt idx="90">
                  <c:v>1.0363958</c:v>
                </c:pt>
                <c:pt idx="91">
                  <c:v>1.0361073</c:v>
                </c:pt>
                <c:pt idx="92">
                  <c:v>1.0358307</c:v>
                </c:pt>
                <c:pt idx="93">
                  <c:v>1.0354948</c:v>
                </c:pt>
                <c:pt idx="94">
                  <c:v>1.0352651</c:v>
                </c:pt>
                <c:pt idx="95">
                  <c:v>1.0349442</c:v>
                </c:pt>
                <c:pt idx="96">
                  <c:v>1.034696</c:v>
                </c:pt>
                <c:pt idx="97">
                  <c:v>1.0345231</c:v>
                </c:pt>
                <c:pt idx="98">
                  <c:v>1.0341983</c:v>
                </c:pt>
                <c:pt idx="99">
                  <c:v>1.0340093</c:v>
                </c:pt>
              </c:numCache>
            </c:numRef>
          </c:yVal>
        </c:ser>
        <c:ser>
          <c:idx val="27"/>
          <c:order val="27"/>
          <c:tx>
            <c:v>Batch3_cell_029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Data'!$BC$2:$BC$101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Data'!$BD$2:$BD$101</c:f>
              <c:numCache>
                <c:formatCode>General</c:formatCode>
                <c:ptCount val="100"/>
                <c:pt idx="0">
                  <c:v>1.0652004</c:v>
                </c:pt>
                <c:pt idx="1">
                  <c:v>1.0663688</c:v>
                </c:pt>
                <c:pt idx="2">
                  <c:v>1.067315</c:v>
                </c:pt>
                <c:pt idx="3">
                  <c:v>1.0678768</c:v>
                </c:pt>
                <c:pt idx="4">
                  <c:v>1.0684901</c:v>
                </c:pt>
                <c:pt idx="5">
                  <c:v>1.0689218</c:v>
                </c:pt>
                <c:pt idx="6">
                  <c:v>1.0692838</c:v>
                </c:pt>
                <c:pt idx="7">
                  <c:v>1.0695181</c:v>
                </c:pt>
                <c:pt idx="8">
                  <c:v>1.0696616</c:v>
                </c:pt>
                <c:pt idx="9">
                  <c:v>1.0698459</c:v>
                </c:pt>
                <c:pt idx="10">
                  <c:v>1.0701004</c:v>
                </c:pt>
                <c:pt idx="11">
                  <c:v>1.0701022</c:v>
                </c:pt>
                <c:pt idx="12">
                  <c:v>1.0702708</c:v>
                </c:pt>
                <c:pt idx="13">
                  <c:v>1.0703176</c:v>
                </c:pt>
                <c:pt idx="14">
                  <c:v>1.0703279</c:v>
                </c:pt>
                <c:pt idx="15">
                  <c:v>1.0704545</c:v>
                </c:pt>
                <c:pt idx="16">
                  <c:v>1.0706538</c:v>
                </c:pt>
                <c:pt idx="17">
                  <c:v>1.0706891</c:v>
                </c:pt>
                <c:pt idx="18">
                  <c:v>1.0707309</c:v>
                </c:pt>
                <c:pt idx="19">
                  <c:v>1.0708865</c:v>
                </c:pt>
                <c:pt idx="20">
                  <c:v>1.0710145</c:v>
                </c:pt>
                <c:pt idx="21">
                  <c:v>1.0708808</c:v>
                </c:pt>
                <c:pt idx="22">
                  <c:v>1.0707678</c:v>
                </c:pt>
                <c:pt idx="23">
                  <c:v>1.0707788</c:v>
                </c:pt>
                <c:pt idx="24">
                  <c:v>1.0708818</c:v>
                </c:pt>
                <c:pt idx="25">
                  <c:v>1.0708916</c:v>
                </c:pt>
                <c:pt idx="26">
                  <c:v>1.0707344</c:v>
                </c:pt>
                <c:pt idx="27">
                  <c:v>1.0708416</c:v>
                </c:pt>
                <c:pt idx="28">
                  <c:v>1.0709153</c:v>
                </c:pt>
                <c:pt idx="29">
                  <c:v>1.0709194</c:v>
                </c:pt>
                <c:pt idx="30">
                  <c:v>1.0710467</c:v>
                </c:pt>
                <c:pt idx="31">
                  <c:v>1.0711623</c:v>
                </c:pt>
                <c:pt idx="32">
                  <c:v>1.0711551</c:v>
                </c:pt>
                <c:pt idx="33">
                  <c:v>1.0710953</c:v>
                </c:pt>
                <c:pt idx="34">
                  <c:v>1.0711321</c:v>
                </c:pt>
                <c:pt idx="35">
                  <c:v>1.0711699</c:v>
                </c:pt>
                <c:pt idx="36">
                  <c:v>1.0711772</c:v>
                </c:pt>
                <c:pt idx="37">
                  <c:v>1.0711781</c:v>
                </c:pt>
                <c:pt idx="38">
                  <c:v>1.0710942</c:v>
                </c:pt>
                <c:pt idx="39">
                  <c:v>1.0712008</c:v>
                </c:pt>
                <c:pt idx="40">
                  <c:v>1.0711856</c:v>
                </c:pt>
                <c:pt idx="41">
                  <c:v>1.0710514</c:v>
                </c:pt>
                <c:pt idx="42">
                  <c:v>1.0710099</c:v>
                </c:pt>
                <c:pt idx="43">
                  <c:v>1.0710461</c:v>
                </c:pt>
                <c:pt idx="44">
                  <c:v>1.0711279</c:v>
                </c:pt>
                <c:pt idx="45">
                  <c:v>1.0711579</c:v>
                </c:pt>
                <c:pt idx="46">
                  <c:v>1.0711795</c:v>
                </c:pt>
                <c:pt idx="47">
                  <c:v>1.0711223</c:v>
                </c:pt>
                <c:pt idx="48">
                  <c:v>1.0710551</c:v>
                </c:pt>
                <c:pt idx="49">
                  <c:v>1.0710148</c:v>
                </c:pt>
                <c:pt idx="50">
                  <c:v>1.0710952</c:v>
                </c:pt>
                <c:pt idx="51">
                  <c:v>1.0711011</c:v>
                </c:pt>
                <c:pt idx="52">
                  <c:v>1.0710816</c:v>
                </c:pt>
                <c:pt idx="53">
                  <c:v>1.0710869</c:v>
                </c:pt>
                <c:pt idx="54">
                  <c:v>1.0711401</c:v>
                </c:pt>
                <c:pt idx="55">
                  <c:v>1.0711313</c:v>
                </c:pt>
                <c:pt idx="56">
                  <c:v>1.071128</c:v>
                </c:pt>
                <c:pt idx="57">
                  <c:v>1.071067</c:v>
                </c:pt>
                <c:pt idx="58">
                  <c:v>1.0711446</c:v>
                </c:pt>
                <c:pt idx="59">
                  <c:v>1.0710804</c:v>
                </c:pt>
                <c:pt idx="60">
                  <c:v>1.0710373</c:v>
                </c:pt>
                <c:pt idx="61">
                  <c:v>1.0709598</c:v>
                </c:pt>
                <c:pt idx="62">
                  <c:v>1.0709449</c:v>
                </c:pt>
                <c:pt idx="63">
                  <c:v>1.0708148</c:v>
                </c:pt>
                <c:pt idx="64">
                  <c:v>1.0707904</c:v>
                </c:pt>
                <c:pt idx="65">
                  <c:v>1.0707783</c:v>
                </c:pt>
                <c:pt idx="66">
                  <c:v>1.0707633</c:v>
                </c:pt>
                <c:pt idx="67">
                  <c:v>1.070742</c:v>
                </c:pt>
                <c:pt idx="68">
                  <c:v>1.0707003</c:v>
                </c:pt>
                <c:pt idx="69">
                  <c:v>1.0706927</c:v>
                </c:pt>
                <c:pt idx="70">
                  <c:v>1.0706544</c:v>
                </c:pt>
                <c:pt idx="71">
                  <c:v>1.0706446</c:v>
                </c:pt>
                <c:pt idx="72">
                  <c:v>1.0706618</c:v>
                </c:pt>
                <c:pt idx="73">
                  <c:v>1.0706967</c:v>
                </c:pt>
                <c:pt idx="74">
                  <c:v>1.0704877</c:v>
                </c:pt>
                <c:pt idx="75">
                  <c:v>1.0704364</c:v>
                </c:pt>
                <c:pt idx="76">
                  <c:v>1.0704308</c:v>
                </c:pt>
                <c:pt idx="77">
                  <c:v>1.070483</c:v>
                </c:pt>
                <c:pt idx="78">
                  <c:v>1.0705681</c:v>
                </c:pt>
                <c:pt idx="79">
                  <c:v>1.0705752</c:v>
                </c:pt>
                <c:pt idx="80">
                  <c:v>1.0704968</c:v>
                </c:pt>
                <c:pt idx="81">
                  <c:v>1.0703782</c:v>
                </c:pt>
                <c:pt idx="82">
                  <c:v>1.0702723</c:v>
                </c:pt>
                <c:pt idx="83">
                  <c:v>1.0703629</c:v>
                </c:pt>
                <c:pt idx="84">
                  <c:v>1.0703783</c:v>
                </c:pt>
                <c:pt idx="85">
                  <c:v>1.0704387</c:v>
                </c:pt>
                <c:pt idx="86">
                  <c:v>1.0703682</c:v>
                </c:pt>
                <c:pt idx="87">
                  <c:v>1.0702813</c:v>
                </c:pt>
                <c:pt idx="88">
                  <c:v>1.0701687</c:v>
                </c:pt>
                <c:pt idx="89">
                  <c:v>1.0701674</c:v>
                </c:pt>
                <c:pt idx="90">
                  <c:v>1.0701298</c:v>
                </c:pt>
                <c:pt idx="91">
                  <c:v>1.0700308</c:v>
                </c:pt>
                <c:pt idx="92">
                  <c:v>1.0700005</c:v>
                </c:pt>
                <c:pt idx="93">
                  <c:v>1.0699636</c:v>
                </c:pt>
                <c:pt idx="94">
                  <c:v>1.0698998</c:v>
                </c:pt>
                <c:pt idx="95">
                  <c:v>1.069827</c:v>
                </c:pt>
                <c:pt idx="96">
                  <c:v>1.0697309</c:v>
                </c:pt>
                <c:pt idx="97">
                  <c:v>1.0696558</c:v>
                </c:pt>
                <c:pt idx="98">
                  <c:v>1.0696183</c:v>
                </c:pt>
                <c:pt idx="99">
                  <c:v>1.0696349</c:v>
                </c:pt>
              </c:numCache>
            </c:numRef>
          </c:yVal>
        </c:ser>
        <c:ser>
          <c:idx val="28"/>
          <c:order val="28"/>
          <c:tx>
            <c:v>Batch3_cell_030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Data'!$BE$2:$BE$101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Data'!$BF$2:$BF$101</c:f>
              <c:numCache>
                <c:formatCode>General</c:formatCode>
                <c:ptCount val="100"/>
                <c:pt idx="0">
                  <c:v>1.0674757</c:v>
                </c:pt>
                <c:pt idx="1">
                  <c:v>1.0687393</c:v>
                </c:pt>
                <c:pt idx="2">
                  <c:v>1.0696324</c:v>
                </c:pt>
                <c:pt idx="3">
                  <c:v>1.0701834</c:v>
                </c:pt>
                <c:pt idx="4">
                  <c:v>1.0705589</c:v>
                </c:pt>
                <c:pt idx="5">
                  <c:v>1.0708957</c:v>
                </c:pt>
                <c:pt idx="6">
                  <c:v>1.0711703</c:v>
                </c:pt>
                <c:pt idx="7">
                  <c:v>1.071403</c:v>
                </c:pt>
                <c:pt idx="8">
                  <c:v>1.0716274</c:v>
                </c:pt>
                <c:pt idx="9">
                  <c:v>1.0717069</c:v>
                </c:pt>
                <c:pt idx="10">
                  <c:v>1.0717487</c:v>
                </c:pt>
                <c:pt idx="11">
                  <c:v>1.0717747</c:v>
                </c:pt>
                <c:pt idx="12">
                  <c:v>1.0719258</c:v>
                </c:pt>
                <c:pt idx="13">
                  <c:v>1.071972</c:v>
                </c:pt>
                <c:pt idx="14">
                  <c:v>1.0720539</c:v>
                </c:pt>
                <c:pt idx="15">
                  <c:v>1.0720847</c:v>
                </c:pt>
                <c:pt idx="16">
                  <c:v>1.0720809</c:v>
                </c:pt>
                <c:pt idx="17">
                  <c:v>1.0720531</c:v>
                </c:pt>
                <c:pt idx="18">
                  <c:v>1.0720305</c:v>
                </c:pt>
                <c:pt idx="19">
                  <c:v>1.0721468</c:v>
                </c:pt>
                <c:pt idx="20">
                  <c:v>1.07215</c:v>
                </c:pt>
                <c:pt idx="21">
                  <c:v>1.0722162</c:v>
                </c:pt>
                <c:pt idx="22">
                  <c:v>1.0722288</c:v>
                </c:pt>
                <c:pt idx="23">
                  <c:v>1.0721735</c:v>
                </c:pt>
                <c:pt idx="24">
                  <c:v>1.0721531</c:v>
                </c:pt>
                <c:pt idx="25">
                  <c:v>1.0721382</c:v>
                </c:pt>
                <c:pt idx="26">
                  <c:v>1.072108</c:v>
                </c:pt>
                <c:pt idx="27">
                  <c:v>1.0721593</c:v>
                </c:pt>
                <c:pt idx="28">
                  <c:v>1.0722349</c:v>
                </c:pt>
                <c:pt idx="29">
                  <c:v>1.072304</c:v>
                </c:pt>
                <c:pt idx="30">
                  <c:v>1.0722852</c:v>
                </c:pt>
                <c:pt idx="31">
                  <c:v>1.0723054</c:v>
                </c:pt>
                <c:pt idx="32">
                  <c:v>1.0723398</c:v>
                </c:pt>
                <c:pt idx="33">
                  <c:v>1.0723035</c:v>
                </c:pt>
                <c:pt idx="34">
                  <c:v>1.0722939</c:v>
                </c:pt>
                <c:pt idx="35">
                  <c:v>1.0721154</c:v>
                </c:pt>
                <c:pt idx="36">
                  <c:v>1.0722675</c:v>
                </c:pt>
                <c:pt idx="37">
                  <c:v>1.0721091</c:v>
                </c:pt>
                <c:pt idx="38">
                  <c:v>1.0720948</c:v>
                </c:pt>
                <c:pt idx="39">
                  <c:v>1.0721264</c:v>
                </c:pt>
                <c:pt idx="40">
                  <c:v>1.0720592</c:v>
                </c:pt>
                <c:pt idx="41">
                  <c:v>1.0721388</c:v>
                </c:pt>
                <c:pt idx="42">
                  <c:v>1.0720366</c:v>
                </c:pt>
                <c:pt idx="43">
                  <c:v>1.0720024</c:v>
                </c:pt>
                <c:pt idx="44">
                  <c:v>1.0720125</c:v>
                </c:pt>
                <c:pt idx="45">
                  <c:v>1.0720608</c:v>
                </c:pt>
                <c:pt idx="46">
                  <c:v>1.0721166</c:v>
                </c:pt>
                <c:pt idx="47">
                  <c:v>1.07217</c:v>
                </c:pt>
                <c:pt idx="48">
                  <c:v>1.0720488</c:v>
                </c:pt>
                <c:pt idx="49">
                  <c:v>1.0721097</c:v>
                </c:pt>
                <c:pt idx="50">
                  <c:v>1.0720063</c:v>
                </c:pt>
                <c:pt idx="51">
                  <c:v>1.0720019</c:v>
                </c:pt>
                <c:pt idx="52">
                  <c:v>1.0721172</c:v>
                </c:pt>
                <c:pt idx="53">
                  <c:v>1.0720378</c:v>
                </c:pt>
                <c:pt idx="54">
                  <c:v>1.0719476</c:v>
                </c:pt>
                <c:pt idx="55">
                  <c:v>1.0718762</c:v>
                </c:pt>
                <c:pt idx="56">
                  <c:v>1.0719727</c:v>
                </c:pt>
                <c:pt idx="57">
                  <c:v>1.071978</c:v>
                </c:pt>
                <c:pt idx="58">
                  <c:v>1.0719812</c:v>
                </c:pt>
                <c:pt idx="59">
                  <c:v>1.0719142</c:v>
                </c:pt>
                <c:pt idx="60">
                  <c:v>1.0719361</c:v>
                </c:pt>
                <c:pt idx="61">
                  <c:v>1.0719345</c:v>
                </c:pt>
                <c:pt idx="62">
                  <c:v>1.0719237</c:v>
                </c:pt>
                <c:pt idx="63">
                  <c:v>1.071889</c:v>
                </c:pt>
                <c:pt idx="64">
                  <c:v>1.0717946</c:v>
                </c:pt>
                <c:pt idx="65">
                  <c:v>1.0717963</c:v>
                </c:pt>
                <c:pt idx="66">
                  <c:v>1.0717765</c:v>
                </c:pt>
                <c:pt idx="67">
                  <c:v>1.071795</c:v>
                </c:pt>
                <c:pt idx="68">
                  <c:v>1.071658</c:v>
                </c:pt>
                <c:pt idx="69">
                  <c:v>1.0717146</c:v>
                </c:pt>
                <c:pt idx="70">
                  <c:v>1.0716286</c:v>
                </c:pt>
                <c:pt idx="71">
                  <c:v>1.0716289</c:v>
                </c:pt>
                <c:pt idx="72">
                  <c:v>1.0715858</c:v>
                </c:pt>
                <c:pt idx="73">
                  <c:v>1.071532</c:v>
                </c:pt>
                <c:pt idx="74">
                  <c:v>1.0716364</c:v>
                </c:pt>
                <c:pt idx="75">
                  <c:v>1.0714923</c:v>
                </c:pt>
                <c:pt idx="76">
                  <c:v>1.0714531</c:v>
                </c:pt>
                <c:pt idx="77">
                  <c:v>1.0713865</c:v>
                </c:pt>
                <c:pt idx="78">
                  <c:v>1.0713916</c:v>
                </c:pt>
                <c:pt idx="79">
                  <c:v>1.0714699</c:v>
                </c:pt>
                <c:pt idx="80">
                  <c:v>1.0714861</c:v>
                </c:pt>
                <c:pt idx="81">
                  <c:v>1.0713681</c:v>
                </c:pt>
                <c:pt idx="82">
                  <c:v>1.0714134</c:v>
                </c:pt>
                <c:pt idx="83">
                  <c:v>1.0713025</c:v>
                </c:pt>
                <c:pt idx="84">
                  <c:v>1.0714087</c:v>
                </c:pt>
                <c:pt idx="85">
                  <c:v>1.0714371</c:v>
                </c:pt>
                <c:pt idx="86">
                  <c:v>1.0714784</c:v>
                </c:pt>
                <c:pt idx="87">
                  <c:v>1.0714173</c:v>
                </c:pt>
                <c:pt idx="88">
                  <c:v>1.0713633</c:v>
                </c:pt>
                <c:pt idx="89">
                  <c:v>1.0712827</c:v>
                </c:pt>
                <c:pt idx="90">
                  <c:v>1.0712905</c:v>
                </c:pt>
                <c:pt idx="91">
                  <c:v>1.0711967</c:v>
                </c:pt>
                <c:pt idx="92">
                  <c:v>1.0712144</c:v>
                </c:pt>
                <c:pt idx="93">
                  <c:v>1.0711316</c:v>
                </c:pt>
                <c:pt idx="94">
                  <c:v>1.0710757</c:v>
                </c:pt>
                <c:pt idx="95">
                  <c:v>1.0710505</c:v>
                </c:pt>
                <c:pt idx="96">
                  <c:v>1.0710295</c:v>
                </c:pt>
                <c:pt idx="97">
                  <c:v>1.0709885</c:v>
                </c:pt>
                <c:pt idx="98">
                  <c:v>1.0710341</c:v>
                </c:pt>
                <c:pt idx="99">
                  <c:v>1.0710108</c:v>
                </c:pt>
              </c:numCache>
            </c:numRef>
          </c:yVal>
        </c:ser>
        <c:ser>
          <c:idx val="29"/>
          <c:order val="29"/>
          <c:tx>
            <c:v>Batch3_cell_031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Data'!$BG$2:$BG$101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Data'!$BH$2:$BH$101</c:f>
              <c:numCache>
                <c:formatCode>General</c:formatCode>
                <c:ptCount val="100"/>
                <c:pt idx="0">
                  <c:v>1.0674968</c:v>
                </c:pt>
                <c:pt idx="1">
                  <c:v>1.0681812</c:v>
                </c:pt>
                <c:pt idx="2">
                  <c:v>1.0689309</c:v>
                </c:pt>
                <c:pt idx="3">
                  <c:v>1.06952</c:v>
                </c:pt>
                <c:pt idx="4">
                  <c:v>1.0699984</c:v>
                </c:pt>
                <c:pt idx="5">
                  <c:v>1.070212</c:v>
                </c:pt>
                <c:pt idx="6">
                  <c:v>1.0704013</c:v>
                </c:pt>
                <c:pt idx="7">
                  <c:v>1.0705829</c:v>
                </c:pt>
                <c:pt idx="8">
                  <c:v>1.0707326</c:v>
                </c:pt>
                <c:pt idx="9">
                  <c:v>1.0708563</c:v>
                </c:pt>
                <c:pt idx="10">
                  <c:v>1.0709511</c:v>
                </c:pt>
                <c:pt idx="11">
                  <c:v>1.0710388</c:v>
                </c:pt>
                <c:pt idx="12">
                  <c:v>1.0711241</c:v>
                </c:pt>
                <c:pt idx="13">
                  <c:v>1.071075</c:v>
                </c:pt>
                <c:pt idx="14">
                  <c:v>1.071138</c:v>
                </c:pt>
                <c:pt idx="15">
                  <c:v>1.0712277</c:v>
                </c:pt>
                <c:pt idx="16">
                  <c:v>1.0712943</c:v>
                </c:pt>
                <c:pt idx="17">
                  <c:v>1.071404</c:v>
                </c:pt>
                <c:pt idx="18">
                  <c:v>1.0713718</c:v>
                </c:pt>
                <c:pt idx="19">
                  <c:v>1.0714433</c:v>
                </c:pt>
                <c:pt idx="20">
                  <c:v>1.0714211</c:v>
                </c:pt>
                <c:pt idx="21">
                  <c:v>1.0714986</c:v>
                </c:pt>
                <c:pt idx="22">
                  <c:v>1.0714121</c:v>
                </c:pt>
                <c:pt idx="23">
                  <c:v>1.0714399</c:v>
                </c:pt>
                <c:pt idx="24">
                  <c:v>1.0714576</c:v>
                </c:pt>
                <c:pt idx="25">
                  <c:v>1.0714594</c:v>
                </c:pt>
                <c:pt idx="26">
                  <c:v>1.0713887</c:v>
                </c:pt>
                <c:pt idx="27">
                  <c:v>1.0714269</c:v>
                </c:pt>
                <c:pt idx="28">
                  <c:v>1.0713661</c:v>
                </c:pt>
                <c:pt idx="29">
                  <c:v>1.0714082</c:v>
                </c:pt>
                <c:pt idx="30">
                  <c:v>1.0715027</c:v>
                </c:pt>
                <c:pt idx="31">
                  <c:v>1.0716059</c:v>
                </c:pt>
                <c:pt idx="32">
                  <c:v>1.0716417</c:v>
                </c:pt>
                <c:pt idx="33">
                  <c:v>1.0716047</c:v>
                </c:pt>
                <c:pt idx="34">
                  <c:v>1.0716356</c:v>
                </c:pt>
                <c:pt idx="35">
                  <c:v>1.0715376</c:v>
                </c:pt>
                <c:pt idx="36">
                  <c:v>1.0715357</c:v>
                </c:pt>
                <c:pt idx="37">
                  <c:v>1.0715587</c:v>
                </c:pt>
                <c:pt idx="38">
                  <c:v>1.0714711</c:v>
                </c:pt>
                <c:pt idx="39">
                  <c:v>1.0714527</c:v>
                </c:pt>
                <c:pt idx="40">
                  <c:v>1.0714891</c:v>
                </c:pt>
                <c:pt idx="41">
                  <c:v>1.0713893</c:v>
                </c:pt>
                <c:pt idx="42">
                  <c:v>1.0712845</c:v>
                </c:pt>
                <c:pt idx="43">
                  <c:v>1.071262</c:v>
                </c:pt>
                <c:pt idx="44">
                  <c:v>1.0713054</c:v>
                </c:pt>
                <c:pt idx="45">
                  <c:v>1.0713348</c:v>
                </c:pt>
                <c:pt idx="46">
                  <c:v>1.071236</c:v>
                </c:pt>
                <c:pt idx="47">
                  <c:v>1.071331</c:v>
                </c:pt>
                <c:pt idx="48">
                  <c:v>1.0712895</c:v>
                </c:pt>
                <c:pt idx="49">
                  <c:v>1.0710871</c:v>
                </c:pt>
                <c:pt idx="50">
                  <c:v>1.070012</c:v>
                </c:pt>
                <c:pt idx="51">
                  <c:v>1.0712402</c:v>
                </c:pt>
                <c:pt idx="52">
                  <c:v>1.0712478</c:v>
                </c:pt>
                <c:pt idx="53">
                  <c:v>1.0711455</c:v>
                </c:pt>
                <c:pt idx="54">
                  <c:v>1.0711141</c:v>
                </c:pt>
                <c:pt idx="55">
                  <c:v>1.0710722</c:v>
                </c:pt>
                <c:pt idx="56">
                  <c:v>1.0710891</c:v>
                </c:pt>
                <c:pt idx="57">
                  <c:v>1.0711211</c:v>
                </c:pt>
                <c:pt idx="58">
                  <c:v>1.0710425</c:v>
                </c:pt>
                <c:pt idx="59">
                  <c:v>1.0711062</c:v>
                </c:pt>
                <c:pt idx="60">
                  <c:v>1.0710782</c:v>
                </c:pt>
                <c:pt idx="61">
                  <c:v>1.0709858</c:v>
                </c:pt>
                <c:pt idx="62">
                  <c:v>1.0709356</c:v>
                </c:pt>
                <c:pt idx="63">
                  <c:v>1.0708033</c:v>
                </c:pt>
                <c:pt idx="64">
                  <c:v>1.0707448</c:v>
                </c:pt>
                <c:pt idx="65">
                  <c:v>1.0707014</c:v>
                </c:pt>
                <c:pt idx="66">
                  <c:v>1.0707047</c:v>
                </c:pt>
                <c:pt idx="67">
                  <c:v>1.0706137</c:v>
                </c:pt>
                <c:pt idx="68">
                  <c:v>1.0706499</c:v>
                </c:pt>
                <c:pt idx="69">
                  <c:v>1.070637</c:v>
                </c:pt>
                <c:pt idx="70">
                  <c:v>1.0706027</c:v>
                </c:pt>
                <c:pt idx="71">
                  <c:v>1.0705507</c:v>
                </c:pt>
                <c:pt idx="72">
                  <c:v>1.0705059</c:v>
                </c:pt>
                <c:pt idx="73">
                  <c:v>1.0705585</c:v>
                </c:pt>
                <c:pt idx="74">
                  <c:v>1.0704634</c:v>
                </c:pt>
                <c:pt idx="75">
                  <c:v>1.0703833</c:v>
                </c:pt>
                <c:pt idx="76">
                  <c:v>1.0703448</c:v>
                </c:pt>
                <c:pt idx="77">
                  <c:v>1.0703291</c:v>
                </c:pt>
                <c:pt idx="78">
                  <c:v>1.0703762</c:v>
                </c:pt>
                <c:pt idx="79">
                  <c:v>1.0705025</c:v>
                </c:pt>
                <c:pt idx="80">
                  <c:v>1.070446</c:v>
                </c:pt>
                <c:pt idx="81">
                  <c:v>1.0703578</c:v>
                </c:pt>
                <c:pt idx="82">
                  <c:v>1.0703303</c:v>
                </c:pt>
                <c:pt idx="83">
                  <c:v>1.070214</c:v>
                </c:pt>
                <c:pt idx="84">
                  <c:v>1.0703642</c:v>
                </c:pt>
                <c:pt idx="85">
                  <c:v>1.0703464</c:v>
                </c:pt>
                <c:pt idx="86">
                  <c:v>1.0704325</c:v>
                </c:pt>
                <c:pt idx="87">
                  <c:v>1.0703812</c:v>
                </c:pt>
                <c:pt idx="88">
                  <c:v>1.0701854</c:v>
                </c:pt>
                <c:pt idx="89">
                  <c:v>1.0701315</c:v>
                </c:pt>
                <c:pt idx="90">
                  <c:v>1.0700438</c:v>
                </c:pt>
                <c:pt idx="91">
                  <c:v>1.0700574</c:v>
                </c:pt>
                <c:pt idx="92">
                  <c:v>1.0699605</c:v>
                </c:pt>
                <c:pt idx="93">
                  <c:v>1.0699829</c:v>
                </c:pt>
                <c:pt idx="94">
                  <c:v>1.0699089</c:v>
                </c:pt>
                <c:pt idx="95">
                  <c:v>1.0699118</c:v>
                </c:pt>
                <c:pt idx="96">
                  <c:v>1.0697987</c:v>
                </c:pt>
                <c:pt idx="97">
                  <c:v>1.0698386</c:v>
                </c:pt>
                <c:pt idx="98">
                  <c:v>1.0696827</c:v>
                </c:pt>
                <c:pt idx="99">
                  <c:v>1.0698149</c:v>
                </c:pt>
              </c:numCache>
            </c:numRef>
          </c:yVal>
        </c:ser>
        <c:ser>
          <c:idx val="30"/>
          <c:order val="30"/>
          <c:tx>
            <c:v>Batch3_cell_033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Data'!$BI$2:$BI$101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Data'!$BJ$2:$BJ$101</c:f>
              <c:numCache>
                <c:formatCode>General</c:formatCode>
                <c:ptCount val="100"/>
                <c:pt idx="0">
                  <c:v>1.0594152</c:v>
                </c:pt>
                <c:pt idx="1">
                  <c:v>1.060272</c:v>
                </c:pt>
                <c:pt idx="2">
                  <c:v>1.0607876</c:v>
                </c:pt>
                <c:pt idx="3">
                  <c:v>1.0613223</c:v>
                </c:pt>
                <c:pt idx="4">
                  <c:v>1.0616887</c:v>
                </c:pt>
                <c:pt idx="5">
                  <c:v>1.0620158</c:v>
                </c:pt>
                <c:pt idx="6">
                  <c:v>1.062234</c:v>
                </c:pt>
                <c:pt idx="7">
                  <c:v>1.0623453</c:v>
                </c:pt>
                <c:pt idx="8">
                  <c:v>1.0624529</c:v>
                </c:pt>
                <c:pt idx="9">
                  <c:v>1.0624503</c:v>
                </c:pt>
                <c:pt idx="10">
                  <c:v>1.062585</c:v>
                </c:pt>
                <c:pt idx="11">
                  <c:v>1.0625443</c:v>
                </c:pt>
                <c:pt idx="12">
                  <c:v>1.0626241</c:v>
                </c:pt>
                <c:pt idx="13">
                  <c:v>1.0625895</c:v>
                </c:pt>
                <c:pt idx="14">
                  <c:v>1.0625634</c:v>
                </c:pt>
                <c:pt idx="15">
                  <c:v>1.0627203</c:v>
                </c:pt>
                <c:pt idx="16">
                  <c:v>1.0627035</c:v>
                </c:pt>
                <c:pt idx="17">
                  <c:v>1.0627776</c:v>
                </c:pt>
                <c:pt idx="18">
                  <c:v>1.0628042</c:v>
                </c:pt>
                <c:pt idx="19">
                  <c:v>1.0627549</c:v>
                </c:pt>
                <c:pt idx="20">
                  <c:v>1.0628263</c:v>
                </c:pt>
                <c:pt idx="21">
                  <c:v>1.062784</c:v>
                </c:pt>
                <c:pt idx="22">
                  <c:v>1.06275</c:v>
                </c:pt>
                <c:pt idx="23">
                  <c:v>1.0627601</c:v>
                </c:pt>
                <c:pt idx="24">
                  <c:v>1.0627693</c:v>
                </c:pt>
                <c:pt idx="25">
                  <c:v>1.0626384</c:v>
                </c:pt>
                <c:pt idx="26">
                  <c:v>1.0626106</c:v>
                </c:pt>
                <c:pt idx="27">
                  <c:v>1.0625855</c:v>
                </c:pt>
                <c:pt idx="28">
                  <c:v>1.0627127</c:v>
                </c:pt>
                <c:pt idx="29">
                  <c:v>1.0627337</c:v>
                </c:pt>
                <c:pt idx="30">
                  <c:v>1.0629164</c:v>
                </c:pt>
                <c:pt idx="31">
                  <c:v>1.0628252</c:v>
                </c:pt>
                <c:pt idx="32">
                  <c:v>1.0628041</c:v>
                </c:pt>
                <c:pt idx="33">
                  <c:v>1.062858</c:v>
                </c:pt>
                <c:pt idx="34">
                  <c:v>1.0628301</c:v>
                </c:pt>
                <c:pt idx="35">
                  <c:v>1.0628685</c:v>
                </c:pt>
                <c:pt idx="36">
                  <c:v>1.0628299</c:v>
                </c:pt>
                <c:pt idx="37">
                  <c:v>1.0628409</c:v>
                </c:pt>
                <c:pt idx="38">
                  <c:v>1.062778</c:v>
                </c:pt>
                <c:pt idx="39">
                  <c:v>1.0626781</c:v>
                </c:pt>
                <c:pt idx="40">
                  <c:v>1.0626481</c:v>
                </c:pt>
                <c:pt idx="41">
                  <c:v>1.0625422</c:v>
                </c:pt>
                <c:pt idx="42">
                  <c:v>1.0626554</c:v>
                </c:pt>
                <c:pt idx="43">
                  <c:v>1.0625716</c:v>
                </c:pt>
                <c:pt idx="44">
                  <c:v>1.0625309</c:v>
                </c:pt>
                <c:pt idx="45">
                  <c:v>1.0625811</c:v>
                </c:pt>
                <c:pt idx="46">
                  <c:v>1.0624756</c:v>
                </c:pt>
                <c:pt idx="47">
                  <c:v>1.0624362</c:v>
                </c:pt>
                <c:pt idx="48">
                  <c:v>1.0625064</c:v>
                </c:pt>
                <c:pt idx="49">
                  <c:v>1.0624685</c:v>
                </c:pt>
                <c:pt idx="50">
                  <c:v>1.062553</c:v>
                </c:pt>
                <c:pt idx="51">
                  <c:v>1.0624549</c:v>
                </c:pt>
                <c:pt idx="52">
                  <c:v>1.0625373</c:v>
                </c:pt>
                <c:pt idx="53">
                  <c:v>1.0625746</c:v>
                </c:pt>
                <c:pt idx="54">
                  <c:v>1.0624852</c:v>
                </c:pt>
                <c:pt idx="55">
                  <c:v>1.062471</c:v>
                </c:pt>
                <c:pt idx="56">
                  <c:v>1.0624776</c:v>
                </c:pt>
                <c:pt idx="57">
                  <c:v>1.0623883</c:v>
                </c:pt>
                <c:pt idx="58">
                  <c:v>1.0624517</c:v>
                </c:pt>
                <c:pt idx="59">
                  <c:v>1.0624018</c:v>
                </c:pt>
                <c:pt idx="60">
                  <c:v>1.0623293</c:v>
                </c:pt>
                <c:pt idx="61">
                  <c:v>1.0622241</c:v>
                </c:pt>
                <c:pt idx="62">
                  <c:v>1.0622368</c:v>
                </c:pt>
                <c:pt idx="63">
                  <c:v>1.062145</c:v>
                </c:pt>
                <c:pt idx="64">
                  <c:v>1.0621941</c:v>
                </c:pt>
                <c:pt idx="65">
                  <c:v>1.0621176</c:v>
                </c:pt>
                <c:pt idx="66">
                  <c:v>1.0621159</c:v>
                </c:pt>
                <c:pt idx="67">
                  <c:v>1.062085</c:v>
                </c:pt>
                <c:pt idx="68">
                  <c:v>1.0620736</c:v>
                </c:pt>
                <c:pt idx="69">
                  <c:v>1.0619309</c:v>
                </c:pt>
                <c:pt idx="70">
                  <c:v>1.0619612</c:v>
                </c:pt>
                <c:pt idx="71">
                  <c:v>1.0619125</c:v>
                </c:pt>
                <c:pt idx="72">
                  <c:v>1.0618515</c:v>
                </c:pt>
                <c:pt idx="73">
                  <c:v>1.0617952</c:v>
                </c:pt>
                <c:pt idx="74">
                  <c:v>1.0617808</c:v>
                </c:pt>
                <c:pt idx="75">
                  <c:v>1.0617249</c:v>
                </c:pt>
                <c:pt idx="76">
                  <c:v>1.0616753</c:v>
                </c:pt>
                <c:pt idx="77">
                  <c:v>1.0616686</c:v>
                </c:pt>
                <c:pt idx="78">
                  <c:v>1.0616473</c:v>
                </c:pt>
                <c:pt idx="79">
                  <c:v>1.061803</c:v>
                </c:pt>
                <c:pt idx="80">
                  <c:v>1.0616144</c:v>
                </c:pt>
                <c:pt idx="81">
                  <c:v>1.0615338</c:v>
                </c:pt>
                <c:pt idx="82">
                  <c:v>1.061524</c:v>
                </c:pt>
                <c:pt idx="83">
                  <c:v>1.061456</c:v>
                </c:pt>
                <c:pt idx="84">
                  <c:v>1.0614363</c:v>
                </c:pt>
                <c:pt idx="85">
                  <c:v>1.0614271</c:v>
                </c:pt>
                <c:pt idx="86">
                  <c:v>1.0615159</c:v>
                </c:pt>
                <c:pt idx="87">
                  <c:v>1.0614817</c:v>
                </c:pt>
                <c:pt idx="88">
                  <c:v>1.0613778</c:v>
                </c:pt>
                <c:pt idx="89">
                  <c:v>1.061318</c:v>
                </c:pt>
                <c:pt idx="90">
                  <c:v>1.0613314</c:v>
                </c:pt>
                <c:pt idx="91">
                  <c:v>1.061383</c:v>
                </c:pt>
                <c:pt idx="92">
                  <c:v>1.061395</c:v>
                </c:pt>
                <c:pt idx="93">
                  <c:v>1.0613345</c:v>
                </c:pt>
                <c:pt idx="94">
                  <c:v>1.0613594</c:v>
                </c:pt>
                <c:pt idx="95">
                  <c:v>1.0611641</c:v>
                </c:pt>
                <c:pt idx="96">
                  <c:v>1.0610895</c:v>
                </c:pt>
                <c:pt idx="97">
                  <c:v>1.0609739</c:v>
                </c:pt>
                <c:pt idx="98">
                  <c:v>1.0610052</c:v>
                </c:pt>
                <c:pt idx="99">
                  <c:v>1.0609198</c:v>
                </c:pt>
              </c:numCache>
            </c:numRef>
          </c:yVal>
        </c:ser>
        <c:ser>
          <c:idx val="31"/>
          <c:order val="31"/>
          <c:tx>
            <c:v>Batch3_cell_034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Data'!$BK$2:$BK$101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Data'!$BL$2:$BL$101</c:f>
              <c:numCache>
                <c:formatCode>General</c:formatCode>
                <c:ptCount val="100"/>
                <c:pt idx="0">
                  <c:v>1.0602307</c:v>
                </c:pt>
                <c:pt idx="1">
                  <c:v>1.061535</c:v>
                </c:pt>
                <c:pt idx="2">
                  <c:v>1.0620755</c:v>
                </c:pt>
                <c:pt idx="3">
                  <c:v>1.0625553</c:v>
                </c:pt>
                <c:pt idx="4">
                  <c:v>1.0631043</c:v>
                </c:pt>
                <c:pt idx="5">
                  <c:v>1.0634748</c:v>
                </c:pt>
                <c:pt idx="6">
                  <c:v>1.063693</c:v>
                </c:pt>
                <c:pt idx="7">
                  <c:v>1.0637559</c:v>
                </c:pt>
                <c:pt idx="8">
                  <c:v>1.0639373</c:v>
                </c:pt>
                <c:pt idx="9">
                  <c:v>1.0640321</c:v>
                </c:pt>
                <c:pt idx="10">
                  <c:v>1.0640823</c:v>
                </c:pt>
                <c:pt idx="11">
                  <c:v>1.0640404</c:v>
                </c:pt>
                <c:pt idx="12">
                  <c:v>1.0640455</c:v>
                </c:pt>
                <c:pt idx="13">
                  <c:v>1.0640492</c:v>
                </c:pt>
                <c:pt idx="14">
                  <c:v>1.0641932</c:v>
                </c:pt>
                <c:pt idx="15">
                  <c:v>1.0642124</c:v>
                </c:pt>
                <c:pt idx="16">
                  <c:v>1.0641928</c:v>
                </c:pt>
                <c:pt idx="17">
                  <c:v>1.0641203</c:v>
                </c:pt>
                <c:pt idx="18">
                  <c:v>1.0642473</c:v>
                </c:pt>
                <c:pt idx="19">
                  <c:v>1.0641557</c:v>
                </c:pt>
                <c:pt idx="20">
                  <c:v>1.0642781</c:v>
                </c:pt>
                <c:pt idx="21">
                  <c:v>1.0642306</c:v>
                </c:pt>
                <c:pt idx="22">
                  <c:v>1.0642157</c:v>
                </c:pt>
                <c:pt idx="23">
                  <c:v>1.0641828</c:v>
                </c:pt>
                <c:pt idx="24">
                  <c:v>1.0641121</c:v>
                </c:pt>
                <c:pt idx="25">
                  <c:v>1.064049</c:v>
                </c:pt>
                <c:pt idx="26">
                  <c:v>1.063995</c:v>
                </c:pt>
                <c:pt idx="27">
                  <c:v>1.0639998</c:v>
                </c:pt>
                <c:pt idx="28">
                  <c:v>1.0641698</c:v>
                </c:pt>
                <c:pt idx="29">
                  <c:v>1.0639505</c:v>
                </c:pt>
                <c:pt idx="30">
                  <c:v>1.0640888</c:v>
                </c:pt>
                <c:pt idx="31">
                  <c:v>1.0639999</c:v>
                </c:pt>
                <c:pt idx="32">
                  <c:v>1.0640229</c:v>
                </c:pt>
                <c:pt idx="33">
                  <c:v>1.0641211</c:v>
                </c:pt>
                <c:pt idx="34">
                  <c:v>1.0640609</c:v>
                </c:pt>
                <c:pt idx="35">
                  <c:v>1.0640516</c:v>
                </c:pt>
                <c:pt idx="36">
                  <c:v>1.0638751</c:v>
                </c:pt>
                <c:pt idx="37">
                  <c:v>1.0639533</c:v>
                </c:pt>
                <c:pt idx="38">
                  <c:v>1.0639571</c:v>
                </c:pt>
                <c:pt idx="39">
                  <c:v>1.0637478</c:v>
                </c:pt>
                <c:pt idx="40">
                  <c:v>1.0637501</c:v>
                </c:pt>
                <c:pt idx="41">
                  <c:v>1.0637591</c:v>
                </c:pt>
                <c:pt idx="42">
                  <c:v>1.0637807</c:v>
                </c:pt>
                <c:pt idx="43">
                  <c:v>1.0636922</c:v>
                </c:pt>
                <c:pt idx="44">
                  <c:v>1.0636122</c:v>
                </c:pt>
                <c:pt idx="45">
                  <c:v>1.0636808</c:v>
                </c:pt>
                <c:pt idx="46">
                  <c:v>1.063676</c:v>
                </c:pt>
                <c:pt idx="47">
                  <c:v>1.0635475</c:v>
                </c:pt>
                <c:pt idx="48">
                  <c:v>1.063657</c:v>
                </c:pt>
                <c:pt idx="49">
                  <c:v>1.0636199</c:v>
                </c:pt>
                <c:pt idx="50">
                  <c:v>1.0635159</c:v>
                </c:pt>
                <c:pt idx="51">
                  <c:v>1.0633296</c:v>
                </c:pt>
                <c:pt idx="52">
                  <c:v>1.0634702</c:v>
                </c:pt>
                <c:pt idx="53">
                  <c:v>1.0634384</c:v>
                </c:pt>
                <c:pt idx="54">
                  <c:v>1.0635045</c:v>
                </c:pt>
                <c:pt idx="55">
                  <c:v>1.0635242</c:v>
                </c:pt>
                <c:pt idx="56">
                  <c:v>1.0633535</c:v>
                </c:pt>
                <c:pt idx="57">
                  <c:v>1.0632589</c:v>
                </c:pt>
                <c:pt idx="58">
                  <c:v>1.0633954</c:v>
                </c:pt>
                <c:pt idx="59">
                  <c:v>1.0633246</c:v>
                </c:pt>
                <c:pt idx="60">
                  <c:v>1.0633419</c:v>
                </c:pt>
                <c:pt idx="61">
                  <c:v>1.0632457</c:v>
                </c:pt>
                <c:pt idx="62">
                  <c:v>1.0632845</c:v>
                </c:pt>
                <c:pt idx="63">
                  <c:v>1.0631617</c:v>
                </c:pt>
                <c:pt idx="64">
                  <c:v>1.0631312</c:v>
                </c:pt>
                <c:pt idx="65">
                  <c:v>1.0630746</c:v>
                </c:pt>
                <c:pt idx="66">
                  <c:v>1.0630212</c:v>
                </c:pt>
                <c:pt idx="67">
                  <c:v>1.0629709</c:v>
                </c:pt>
                <c:pt idx="68">
                  <c:v>1.0629189</c:v>
                </c:pt>
                <c:pt idx="69">
                  <c:v>1.0628282</c:v>
                </c:pt>
                <c:pt idx="70">
                  <c:v>1.0628093</c:v>
                </c:pt>
                <c:pt idx="71">
                  <c:v>1.0628328</c:v>
                </c:pt>
                <c:pt idx="72">
                  <c:v>1.0628666</c:v>
                </c:pt>
                <c:pt idx="73">
                  <c:v>1.0626935</c:v>
                </c:pt>
                <c:pt idx="74">
                  <c:v>1.0627027</c:v>
                </c:pt>
                <c:pt idx="75">
                  <c:v>1.0626371</c:v>
                </c:pt>
                <c:pt idx="76">
                  <c:v>1.0627266</c:v>
                </c:pt>
                <c:pt idx="77">
                  <c:v>1.0625926</c:v>
                </c:pt>
                <c:pt idx="78">
                  <c:v>1.062634</c:v>
                </c:pt>
                <c:pt idx="79">
                  <c:v>1.0627109</c:v>
                </c:pt>
                <c:pt idx="80">
                  <c:v>1.0624304</c:v>
                </c:pt>
                <c:pt idx="81">
                  <c:v>1.0623252</c:v>
                </c:pt>
                <c:pt idx="82">
                  <c:v>1.0622818</c:v>
                </c:pt>
                <c:pt idx="83">
                  <c:v>1.0623726</c:v>
                </c:pt>
                <c:pt idx="84">
                  <c:v>1.0623667</c:v>
                </c:pt>
                <c:pt idx="85">
                  <c:v>1.0623004</c:v>
                </c:pt>
                <c:pt idx="86">
                  <c:v>1.0623277</c:v>
                </c:pt>
                <c:pt idx="87">
                  <c:v>1.0621696</c:v>
                </c:pt>
                <c:pt idx="88">
                  <c:v>1.0621309</c:v>
                </c:pt>
                <c:pt idx="89">
                  <c:v>1.0620917</c:v>
                </c:pt>
                <c:pt idx="90">
                  <c:v>1.0621819</c:v>
                </c:pt>
                <c:pt idx="91">
                  <c:v>1.0620935</c:v>
                </c:pt>
                <c:pt idx="92">
                  <c:v>1.0621293</c:v>
                </c:pt>
                <c:pt idx="93">
                  <c:v>1.0621338</c:v>
                </c:pt>
                <c:pt idx="94">
                  <c:v>1.0619546</c:v>
                </c:pt>
                <c:pt idx="95">
                  <c:v>1.0618584</c:v>
                </c:pt>
                <c:pt idx="96">
                  <c:v>1.0617915</c:v>
                </c:pt>
                <c:pt idx="97">
                  <c:v>1.0616397</c:v>
                </c:pt>
                <c:pt idx="98">
                  <c:v>1.0615865</c:v>
                </c:pt>
                <c:pt idx="99">
                  <c:v>1.0615493</c:v>
                </c:pt>
              </c:numCache>
            </c:numRef>
          </c:yVal>
        </c:ser>
        <c:ser>
          <c:idx val="32"/>
          <c:order val="32"/>
          <c:tx>
            <c:v>Batch3_cell_035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Data'!$BM$2:$BM$101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Data'!$BN$2:$BN$101</c:f>
              <c:numCache>
                <c:formatCode>General</c:formatCode>
                <c:ptCount val="100"/>
                <c:pt idx="0">
                  <c:v>1.0626153</c:v>
                </c:pt>
                <c:pt idx="1">
                  <c:v>1.0633804</c:v>
                </c:pt>
                <c:pt idx="2">
                  <c:v>1.0637906</c:v>
                </c:pt>
                <c:pt idx="3">
                  <c:v>1.0643303</c:v>
                </c:pt>
                <c:pt idx="4">
                  <c:v>1.0644418</c:v>
                </c:pt>
                <c:pt idx="5">
                  <c:v>1.0646554</c:v>
                </c:pt>
                <c:pt idx="6">
                  <c:v>1.0647912</c:v>
                </c:pt>
                <c:pt idx="7">
                  <c:v>1.0648786</c:v>
                </c:pt>
                <c:pt idx="8">
                  <c:v>1.0650241</c:v>
                </c:pt>
                <c:pt idx="9">
                  <c:v>1.0652138</c:v>
                </c:pt>
                <c:pt idx="10">
                  <c:v>1.0652966</c:v>
                </c:pt>
                <c:pt idx="11">
                  <c:v>1.0652906</c:v>
                </c:pt>
                <c:pt idx="12">
                  <c:v>1.0653019</c:v>
                </c:pt>
                <c:pt idx="13">
                  <c:v>1.0652812</c:v>
                </c:pt>
                <c:pt idx="14">
                  <c:v>1.0652479</c:v>
                </c:pt>
                <c:pt idx="15">
                  <c:v>1.0653039</c:v>
                </c:pt>
                <c:pt idx="16">
                  <c:v>1.065339</c:v>
                </c:pt>
                <c:pt idx="17">
                  <c:v>1.0652597</c:v>
                </c:pt>
                <c:pt idx="18">
                  <c:v>1.0653573</c:v>
                </c:pt>
                <c:pt idx="19">
                  <c:v>1.0653374</c:v>
                </c:pt>
                <c:pt idx="20">
                  <c:v>1.0652676</c:v>
                </c:pt>
                <c:pt idx="21">
                  <c:v>1.0653628</c:v>
                </c:pt>
                <c:pt idx="22">
                  <c:v>1.0652939</c:v>
                </c:pt>
                <c:pt idx="23">
                  <c:v>1.0653386</c:v>
                </c:pt>
                <c:pt idx="24">
                  <c:v>1.0652844</c:v>
                </c:pt>
                <c:pt idx="25">
                  <c:v>1.0653108</c:v>
                </c:pt>
                <c:pt idx="26">
                  <c:v>1.0654298</c:v>
                </c:pt>
                <c:pt idx="27">
                  <c:v>1.0652992</c:v>
                </c:pt>
                <c:pt idx="28">
                  <c:v>1.0653456</c:v>
                </c:pt>
                <c:pt idx="29">
                  <c:v>1.0653087</c:v>
                </c:pt>
                <c:pt idx="30">
                  <c:v>1.0652306</c:v>
                </c:pt>
                <c:pt idx="31">
                  <c:v>1.0652652</c:v>
                </c:pt>
                <c:pt idx="32">
                  <c:v>1.0653772</c:v>
                </c:pt>
                <c:pt idx="33">
                  <c:v>1.065168</c:v>
                </c:pt>
                <c:pt idx="34">
                  <c:v>1.0652336</c:v>
                </c:pt>
                <c:pt idx="35">
                  <c:v>1.065122</c:v>
                </c:pt>
                <c:pt idx="36">
                  <c:v>1.0651374</c:v>
                </c:pt>
                <c:pt idx="37">
                  <c:v>1.0651268</c:v>
                </c:pt>
                <c:pt idx="38">
                  <c:v>1.0650139</c:v>
                </c:pt>
                <c:pt idx="39">
                  <c:v>1.064937</c:v>
                </c:pt>
                <c:pt idx="40">
                  <c:v>1.0649035</c:v>
                </c:pt>
                <c:pt idx="41">
                  <c:v>1.0648355</c:v>
                </c:pt>
                <c:pt idx="42">
                  <c:v>1.0648394</c:v>
                </c:pt>
                <c:pt idx="43">
                  <c:v>1.0649424</c:v>
                </c:pt>
                <c:pt idx="44">
                  <c:v>1.0648128</c:v>
                </c:pt>
                <c:pt idx="45">
                  <c:v>1.0648276</c:v>
                </c:pt>
                <c:pt idx="46">
                  <c:v>1.0648422</c:v>
                </c:pt>
                <c:pt idx="47">
                  <c:v>1.0647289</c:v>
                </c:pt>
                <c:pt idx="48">
                  <c:v>1.0648297</c:v>
                </c:pt>
                <c:pt idx="49">
                  <c:v>1.0647953</c:v>
                </c:pt>
                <c:pt idx="50">
                  <c:v>1.0647458</c:v>
                </c:pt>
                <c:pt idx="51">
                  <c:v>1.0648137</c:v>
                </c:pt>
                <c:pt idx="52">
                  <c:v>1.0647875</c:v>
                </c:pt>
                <c:pt idx="53">
                  <c:v>1.0646207</c:v>
                </c:pt>
                <c:pt idx="54">
                  <c:v>1.0647721</c:v>
                </c:pt>
                <c:pt idx="55">
                  <c:v>1.0647125</c:v>
                </c:pt>
                <c:pt idx="56">
                  <c:v>1.0647442</c:v>
                </c:pt>
                <c:pt idx="57">
                  <c:v>1.0646251</c:v>
                </c:pt>
                <c:pt idx="58">
                  <c:v>1.0644592</c:v>
                </c:pt>
                <c:pt idx="59">
                  <c:v>1.0645081</c:v>
                </c:pt>
                <c:pt idx="60">
                  <c:v>1.0644343</c:v>
                </c:pt>
                <c:pt idx="61">
                  <c:v>1.064364</c:v>
                </c:pt>
                <c:pt idx="62">
                  <c:v>1.0643208</c:v>
                </c:pt>
                <c:pt idx="63">
                  <c:v>1.0643123</c:v>
                </c:pt>
                <c:pt idx="64">
                  <c:v>1.0643623</c:v>
                </c:pt>
                <c:pt idx="65">
                  <c:v>1.0643628</c:v>
                </c:pt>
                <c:pt idx="66">
                  <c:v>1.0643107</c:v>
                </c:pt>
                <c:pt idx="67">
                  <c:v>1.0642191</c:v>
                </c:pt>
                <c:pt idx="68">
                  <c:v>1.0641671</c:v>
                </c:pt>
                <c:pt idx="69">
                  <c:v>1.0640359</c:v>
                </c:pt>
                <c:pt idx="70">
                  <c:v>1.0640028</c:v>
                </c:pt>
                <c:pt idx="71">
                  <c:v>1.0639656</c:v>
                </c:pt>
                <c:pt idx="72">
                  <c:v>1.0638504</c:v>
                </c:pt>
                <c:pt idx="73">
                  <c:v>1.0638839</c:v>
                </c:pt>
                <c:pt idx="74">
                  <c:v>1.0638001</c:v>
                </c:pt>
                <c:pt idx="75">
                  <c:v>1.0638224</c:v>
                </c:pt>
                <c:pt idx="76">
                  <c:v>1.0639325</c:v>
                </c:pt>
                <c:pt idx="77">
                  <c:v>1.0637728</c:v>
                </c:pt>
                <c:pt idx="78">
                  <c:v>1.0637698</c:v>
                </c:pt>
                <c:pt idx="79">
                  <c:v>1.0637504</c:v>
                </c:pt>
                <c:pt idx="80">
                  <c:v>1.063709</c:v>
                </c:pt>
                <c:pt idx="81">
                  <c:v>1.0635924</c:v>
                </c:pt>
                <c:pt idx="82">
                  <c:v>1.0636339</c:v>
                </c:pt>
                <c:pt idx="83">
                  <c:v>1.0637337</c:v>
                </c:pt>
                <c:pt idx="84">
                  <c:v>1.0635527</c:v>
                </c:pt>
                <c:pt idx="85">
                  <c:v>1.0635594</c:v>
                </c:pt>
                <c:pt idx="86">
                  <c:v>1.0635496</c:v>
                </c:pt>
                <c:pt idx="87">
                  <c:v>1.0635893</c:v>
                </c:pt>
                <c:pt idx="88">
                  <c:v>1.0635425</c:v>
                </c:pt>
                <c:pt idx="89">
                  <c:v>1.0635968</c:v>
                </c:pt>
                <c:pt idx="90">
                  <c:v>1.0635673</c:v>
                </c:pt>
                <c:pt idx="91">
                  <c:v>1.0635163</c:v>
                </c:pt>
                <c:pt idx="92">
                  <c:v>1.0636607</c:v>
                </c:pt>
                <c:pt idx="93">
                  <c:v>1.0636739</c:v>
                </c:pt>
                <c:pt idx="94">
                  <c:v>1.0635793</c:v>
                </c:pt>
                <c:pt idx="95">
                  <c:v>1.0633692</c:v>
                </c:pt>
                <c:pt idx="96">
                  <c:v>1.0633245</c:v>
                </c:pt>
                <c:pt idx="97">
                  <c:v>1.0632327</c:v>
                </c:pt>
                <c:pt idx="98">
                  <c:v>1.0632573</c:v>
                </c:pt>
                <c:pt idx="99">
                  <c:v>1.0632331</c:v>
                </c:pt>
              </c:numCache>
            </c:numRef>
          </c:yVal>
        </c:ser>
        <c:ser>
          <c:idx val="33"/>
          <c:order val="33"/>
          <c:tx>
            <c:v>Batch3_cell_036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Data'!$BO$2:$BO$101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Data'!$BP$2:$BP$101</c:f>
              <c:numCache>
                <c:formatCode>General</c:formatCode>
                <c:ptCount val="100"/>
                <c:pt idx="0">
                  <c:v>1.0573761</c:v>
                </c:pt>
                <c:pt idx="1">
                  <c:v>1.0575287</c:v>
                </c:pt>
                <c:pt idx="2">
                  <c:v>1.0580546</c:v>
                </c:pt>
                <c:pt idx="3">
                  <c:v>1.0586547</c:v>
                </c:pt>
                <c:pt idx="4">
                  <c:v>1.0589134</c:v>
                </c:pt>
                <c:pt idx="5">
                  <c:v>1.0592415</c:v>
                </c:pt>
                <c:pt idx="6">
                  <c:v>1.059455</c:v>
                </c:pt>
                <c:pt idx="7">
                  <c:v>1.0596908</c:v>
                </c:pt>
                <c:pt idx="8">
                  <c:v>1.0598793</c:v>
                </c:pt>
                <c:pt idx="9">
                  <c:v>1.0600277</c:v>
                </c:pt>
                <c:pt idx="10">
                  <c:v>1.060088</c:v>
                </c:pt>
                <c:pt idx="11">
                  <c:v>1.0601805</c:v>
                </c:pt>
                <c:pt idx="12">
                  <c:v>1.060217</c:v>
                </c:pt>
                <c:pt idx="13">
                  <c:v>1.0603508</c:v>
                </c:pt>
                <c:pt idx="14">
                  <c:v>1.0604709</c:v>
                </c:pt>
                <c:pt idx="15">
                  <c:v>1.0604441</c:v>
                </c:pt>
                <c:pt idx="16">
                  <c:v>1.0604578</c:v>
                </c:pt>
                <c:pt idx="17">
                  <c:v>1.0604227</c:v>
                </c:pt>
                <c:pt idx="18">
                  <c:v>1.0603836</c:v>
                </c:pt>
                <c:pt idx="19">
                  <c:v>1.0605863</c:v>
                </c:pt>
                <c:pt idx="20">
                  <c:v>1.0605408</c:v>
                </c:pt>
                <c:pt idx="21">
                  <c:v>1.0606048</c:v>
                </c:pt>
                <c:pt idx="22">
                  <c:v>1.0605433</c:v>
                </c:pt>
                <c:pt idx="23">
                  <c:v>1.0604688</c:v>
                </c:pt>
                <c:pt idx="24">
                  <c:v>1.0603417</c:v>
                </c:pt>
                <c:pt idx="25">
                  <c:v>1.0602406</c:v>
                </c:pt>
                <c:pt idx="26">
                  <c:v>1.0604156</c:v>
                </c:pt>
                <c:pt idx="27">
                  <c:v>1.060341</c:v>
                </c:pt>
                <c:pt idx="28">
                  <c:v>1.060212</c:v>
                </c:pt>
                <c:pt idx="29">
                  <c:v>1.0602868</c:v>
                </c:pt>
                <c:pt idx="30">
                  <c:v>1.0602086</c:v>
                </c:pt>
                <c:pt idx="31">
                  <c:v>1.0602417</c:v>
                </c:pt>
                <c:pt idx="32">
                  <c:v>1.0602201</c:v>
                </c:pt>
                <c:pt idx="33">
                  <c:v>1.060209</c:v>
                </c:pt>
                <c:pt idx="34">
                  <c:v>1.0602361</c:v>
                </c:pt>
                <c:pt idx="35">
                  <c:v>1.060289</c:v>
                </c:pt>
                <c:pt idx="36">
                  <c:v>1.0600961</c:v>
                </c:pt>
                <c:pt idx="37">
                  <c:v>1.0600216</c:v>
                </c:pt>
                <c:pt idx="38">
                  <c:v>1.0601087</c:v>
                </c:pt>
                <c:pt idx="39">
                  <c:v>1.0600442</c:v>
                </c:pt>
                <c:pt idx="40">
                  <c:v>1.0600413</c:v>
                </c:pt>
                <c:pt idx="41">
                  <c:v>1.0599947</c:v>
                </c:pt>
                <c:pt idx="42">
                  <c:v>1.0599346</c:v>
                </c:pt>
                <c:pt idx="43">
                  <c:v>1.0598332</c:v>
                </c:pt>
                <c:pt idx="44">
                  <c:v>1.059785</c:v>
                </c:pt>
                <c:pt idx="45">
                  <c:v>1.0596935</c:v>
                </c:pt>
                <c:pt idx="46">
                  <c:v>1.0595591</c:v>
                </c:pt>
                <c:pt idx="47">
                  <c:v>1.0595387</c:v>
                </c:pt>
                <c:pt idx="48">
                  <c:v>1.0596837</c:v>
                </c:pt>
                <c:pt idx="49">
                  <c:v>1.0596538</c:v>
                </c:pt>
                <c:pt idx="50">
                  <c:v>1.0596076</c:v>
                </c:pt>
                <c:pt idx="51">
                  <c:v>1.0597256</c:v>
                </c:pt>
                <c:pt idx="52">
                  <c:v>1.0595342</c:v>
                </c:pt>
                <c:pt idx="53">
                  <c:v>1.0596538</c:v>
                </c:pt>
                <c:pt idx="54">
                  <c:v>1.0595335</c:v>
                </c:pt>
                <c:pt idx="55">
                  <c:v>1.0597397</c:v>
                </c:pt>
                <c:pt idx="56">
                  <c:v>1.0595809</c:v>
                </c:pt>
                <c:pt idx="57">
                  <c:v>1.0595616</c:v>
                </c:pt>
                <c:pt idx="58">
                  <c:v>1.0594578</c:v>
                </c:pt>
                <c:pt idx="59">
                  <c:v>1.0594631</c:v>
                </c:pt>
                <c:pt idx="60">
                  <c:v>1.0594243</c:v>
                </c:pt>
                <c:pt idx="61">
                  <c:v>1.059472</c:v>
                </c:pt>
                <c:pt idx="62">
                  <c:v>1.059361</c:v>
                </c:pt>
                <c:pt idx="63">
                  <c:v>1.0591244</c:v>
                </c:pt>
                <c:pt idx="64">
                  <c:v>1.0592535</c:v>
                </c:pt>
                <c:pt idx="65">
                  <c:v>1.0592796</c:v>
                </c:pt>
                <c:pt idx="66">
                  <c:v>1.0592777</c:v>
                </c:pt>
                <c:pt idx="67">
                  <c:v>1.0591241</c:v>
                </c:pt>
                <c:pt idx="68">
                  <c:v>1.0590712</c:v>
                </c:pt>
                <c:pt idx="69">
                  <c:v>1.0590153</c:v>
                </c:pt>
                <c:pt idx="70">
                  <c:v>1.058923</c:v>
                </c:pt>
                <c:pt idx="71">
                  <c:v>1.0588886</c:v>
                </c:pt>
                <c:pt idx="72">
                  <c:v>1.0587552</c:v>
                </c:pt>
                <c:pt idx="73">
                  <c:v>1.0587904</c:v>
                </c:pt>
                <c:pt idx="74">
                  <c:v>1.0586671</c:v>
                </c:pt>
                <c:pt idx="75">
                  <c:v>1.0585845</c:v>
                </c:pt>
                <c:pt idx="76">
                  <c:v>1.058628</c:v>
                </c:pt>
                <c:pt idx="77">
                  <c:v>1.0586313</c:v>
                </c:pt>
                <c:pt idx="78">
                  <c:v>1.0586245</c:v>
                </c:pt>
                <c:pt idx="79">
                  <c:v>1.0586805</c:v>
                </c:pt>
                <c:pt idx="80">
                  <c:v>1.0584722</c:v>
                </c:pt>
                <c:pt idx="81">
                  <c:v>1.0582755</c:v>
                </c:pt>
                <c:pt idx="82">
                  <c:v>1.0583189</c:v>
                </c:pt>
                <c:pt idx="83">
                  <c:v>1.0583714</c:v>
                </c:pt>
                <c:pt idx="84">
                  <c:v>1.0583161</c:v>
                </c:pt>
                <c:pt idx="85">
                  <c:v>1.0582331</c:v>
                </c:pt>
                <c:pt idx="86">
                  <c:v>1.0583152</c:v>
                </c:pt>
                <c:pt idx="87">
                  <c:v>1.0583519</c:v>
                </c:pt>
                <c:pt idx="88">
                  <c:v>1.0582156</c:v>
                </c:pt>
                <c:pt idx="89">
                  <c:v>1.0582684</c:v>
                </c:pt>
                <c:pt idx="90">
                  <c:v>1.058309</c:v>
                </c:pt>
                <c:pt idx="91">
                  <c:v>1.0582401</c:v>
                </c:pt>
                <c:pt idx="92">
                  <c:v>1.0582159</c:v>
                </c:pt>
                <c:pt idx="93">
                  <c:v>1.0580295</c:v>
                </c:pt>
                <c:pt idx="94">
                  <c:v>1.0579416</c:v>
                </c:pt>
                <c:pt idx="95">
                  <c:v>1.0578588</c:v>
                </c:pt>
                <c:pt idx="96">
                  <c:v>1.0578591</c:v>
                </c:pt>
                <c:pt idx="97">
                  <c:v>1.0578474</c:v>
                </c:pt>
                <c:pt idx="98">
                  <c:v>1.0578856</c:v>
                </c:pt>
                <c:pt idx="99">
                  <c:v>1.0577667</c:v>
                </c:pt>
              </c:numCache>
            </c:numRef>
          </c:yVal>
        </c:ser>
        <c:ser>
          <c:idx val="34"/>
          <c:order val="34"/>
          <c:tx>
            <c:v>Batch3_cell_038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Data'!$BQ$2:$BQ$101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Data'!$BR$2:$BR$101</c:f>
              <c:numCache>
                <c:formatCode>General</c:formatCode>
                <c:ptCount val="100"/>
                <c:pt idx="0">
                  <c:v>1.0691597</c:v>
                </c:pt>
                <c:pt idx="1">
                  <c:v>1.0701473</c:v>
                </c:pt>
                <c:pt idx="2">
                  <c:v>1.0708532</c:v>
                </c:pt>
                <c:pt idx="3">
                  <c:v>1.0712974</c:v>
                </c:pt>
                <c:pt idx="4">
                  <c:v>1.0715792</c:v>
                </c:pt>
                <c:pt idx="5">
                  <c:v>1.0718224</c:v>
                </c:pt>
                <c:pt idx="6">
                  <c:v>1.0718557</c:v>
                </c:pt>
                <c:pt idx="7">
                  <c:v>1.0721022</c:v>
                </c:pt>
                <c:pt idx="8">
                  <c:v>1.0722022</c:v>
                </c:pt>
                <c:pt idx="9">
                  <c:v>1.0723419</c:v>
                </c:pt>
                <c:pt idx="10">
                  <c:v>1.0722344</c:v>
                </c:pt>
                <c:pt idx="11">
                  <c:v>1.0723648</c:v>
                </c:pt>
                <c:pt idx="12">
                  <c:v>1.0722919</c:v>
                </c:pt>
                <c:pt idx="13">
                  <c:v>1.072503</c:v>
                </c:pt>
                <c:pt idx="14">
                  <c:v>1.0722852</c:v>
                </c:pt>
                <c:pt idx="15">
                  <c:v>1.0724161</c:v>
                </c:pt>
                <c:pt idx="16">
                  <c:v>1.0725189</c:v>
                </c:pt>
                <c:pt idx="17">
                  <c:v>1.0724357</c:v>
                </c:pt>
                <c:pt idx="18">
                  <c:v>1.0724404</c:v>
                </c:pt>
                <c:pt idx="19">
                  <c:v>1.0724981</c:v>
                </c:pt>
                <c:pt idx="20">
                  <c:v>1.0725811</c:v>
                </c:pt>
                <c:pt idx="21">
                  <c:v>1.0726566</c:v>
                </c:pt>
                <c:pt idx="22">
                  <c:v>1.0725343</c:v>
                </c:pt>
                <c:pt idx="23">
                  <c:v>1.0723897</c:v>
                </c:pt>
                <c:pt idx="24">
                  <c:v>1.0724858</c:v>
                </c:pt>
                <c:pt idx="25">
                  <c:v>1.0724512</c:v>
                </c:pt>
                <c:pt idx="26">
                  <c:v>1.0724829</c:v>
                </c:pt>
                <c:pt idx="27">
                  <c:v>1.0724739</c:v>
                </c:pt>
                <c:pt idx="28">
                  <c:v>1.072464</c:v>
                </c:pt>
                <c:pt idx="29">
                  <c:v>1.0725199</c:v>
                </c:pt>
                <c:pt idx="30">
                  <c:v>1.0724734</c:v>
                </c:pt>
                <c:pt idx="31">
                  <c:v>1.0725144</c:v>
                </c:pt>
                <c:pt idx="32">
                  <c:v>1.0724208</c:v>
                </c:pt>
                <c:pt idx="33">
                  <c:v>1.0725079</c:v>
                </c:pt>
                <c:pt idx="34">
                  <c:v>1.0724169</c:v>
                </c:pt>
                <c:pt idx="35">
                  <c:v>1.0724888</c:v>
                </c:pt>
                <c:pt idx="36">
                  <c:v>1.0724586</c:v>
                </c:pt>
                <c:pt idx="37">
                  <c:v>1.0724646</c:v>
                </c:pt>
                <c:pt idx="38">
                  <c:v>1.0723685</c:v>
                </c:pt>
                <c:pt idx="39">
                  <c:v>1.0722655</c:v>
                </c:pt>
                <c:pt idx="40">
                  <c:v>1.0722643</c:v>
                </c:pt>
                <c:pt idx="41">
                  <c:v>1.0722467</c:v>
                </c:pt>
                <c:pt idx="42">
                  <c:v>1.0721824</c:v>
                </c:pt>
                <c:pt idx="43">
                  <c:v>1.0721935</c:v>
                </c:pt>
                <c:pt idx="44">
                  <c:v>1.0722561</c:v>
                </c:pt>
                <c:pt idx="45">
                  <c:v>1.0722983</c:v>
                </c:pt>
                <c:pt idx="46">
                  <c:v>1.0721989</c:v>
                </c:pt>
                <c:pt idx="47">
                  <c:v>1.072171</c:v>
                </c:pt>
                <c:pt idx="48">
                  <c:v>1.0720954</c:v>
                </c:pt>
                <c:pt idx="49">
                  <c:v>1.0721389</c:v>
                </c:pt>
                <c:pt idx="50">
                  <c:v>1.0722337</c:v>
                </c:pt>
                <c:pt idx="51">
                  <c:v>1.0721928</c:v>
                </c:pt>
                <c:pt idx="52">
                  <c:v>1.0722123</c:v>
                </c:pt>
                <c:pt idx="53">
                  <c:v>1.0721534</c:v>
                </c:pt>
                <c:pt idx="54">
                  <c:v>1.0721341</c:v>
                </c:pt>
                <c:pt idx="55">
                  <c:v>1.0721968</c:v>
                </c:pt>
                <c:pt idx="56">
                  <c:v>1.0721703</c:v>
                </c:pt>
                <c:pt idx="57">
                  <c:v>1.0721067</c:v>
                </c:pt>
                <c:pt idx="58">
                  <c:v>1.0721347</c:v>
                </c:pt>
                <c:pt idx="59">
                  <c:v>1.0720613</c:v>
                </c:pt>
                <c:pt idx="60">
                  <c:v>1.072042</c:v>
                </c:pt>
                <c:pt idx="61">
                  <c:v>1.0719955</c:v>
                </c:pt>
                <c:pt idx="62">
                  <c:v>1.0719599</c:v>
                </c:pt>
                <c:pt idx="63">
                  <c:v>1.0720656</c:v>
                </c:pt>
                <c:pt idx="64">
                  <c:v>1.0719715</c:v>
                </c:pt>
                <c:pt idx="65">
                  <c:v>1.0720109</c:v>
                </c:pt>
                <c:pt idx="66">
                  <c:v>1.0719379</c:v>
                </c:pt>
                <c:pt idx="67">
                  <c:v>1.0718538</c:v>
                </c:pt>
                <c:pt idx="68">
                  <c:v>1.0718</c:v>
                </c:pt>
                <c:pt idx="69">
                  <c:v>1.0718437</c:v>
                </c:pt>
                <c:pt idx="70">
                  <c:v>1.0718451</c:v>
                </c:pt>
                <c:pt idx="71">
                  <c:v>1.071726</c:v>
                </c:pt>
                <c:pt idx="72">
                  <c:v>1.071695</c:v>
                </c:pt>
                <c:pt idx="73">
                  <c:v>1.0716336</c:v>
                </c:pt>
                <c:pt idx="74">
                  <c:v>1.0716959</c:v>
                </c:pt>
                <c:pt idx="75">
                  <c:v>1.0716826</c:v>
                </c:pt>
                <c:pt idx="76">
                  <c:v>1.0716661</c:v>
                </c:pt>
                <c:pt idx="77">
                  <c:v>1.0717306</c:v>
                </c:pt>
                <c:pt idx="78">
                  <c:v>1.0718063</c:v>
                </c:pt>
                <c:pt idx="79">
                  <c:v>1.0716406</c:v>
                </c:pt>
                <c:pt idx="80">
                  <c:v>1.0715681</c:v>
                </c:pt>
                <c:pt idx="81">
                  <c:v>1.0714325</c:v>
                </c:pt>
                <c:pt idx="82">
                  <c:v>1.0715222</c:v>
                </c:pt>
                <c:pt idx="83">
                  <c:v>1.0715232</c:v>
                </c:pt>
                <c:pt idx="84">
                  <c:v>1.0716002</c:v>
                </c:pt>
                <c:pt idx="85">
                  <c:v>1.071481</c:v>
                </c:pt>
                <c:pt idx="86">
                  <c:v>1.0715564</c:v>
                </c:pt>
                <c:pt idx="87">
                  <c:v>1.0714499</c:v>
                </c:pt>
                <c:pt idx="88">
                  <c:v>1.0714233</c:v>
                </c:pt>
                <c:pt idx="89">
                  <c:v>1.0715233</c:v>
                </c:pt>
                <c:pt idx="90">
                  <c:v>1.0715915</c:v>
                </c:pt>
                <c:pt idx="91">
                  <c:v>1.0715903</c:v>
                </c:pt>
                <c:pt idx="92">
                  <c:v>1.0714753</c:v>
                </c:pt>
                <c:pt idx="93">
                  <c:v>1.0714189</c:v>
                </c:pt>
                <c:pt idx="94">
                  <c:v>1.0714065</c:v>
                </c:pt>
                <c:pt idx="95">
                  <c:v>1.0712922</c:v>
                </c:pt>
                <c:pt idx="96">
                  <c:v>1.0712409</c:v>
                </c:pt>
                <c:pt idx="97">
                  <c:v>1.0711375</c:v>
                </c:pt>
                <c:pt idx="98">
                  <c:v>1.0711367</c:v>
                </c:pt>
                <c:pt idx="99">
                  <c:v>1.0710695</c:v>
                </c:pt>
              </c:numCache>
            </c:numRef>
          </c:yVal>
        </c:ser>
        <c:ser>
          <c:idx val="35"/>
          <c:order val="35"/>
          <c:tx>
            <c:v>Batch3_cell_039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Data'!$BS$2:$BS$101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Data'!$BT$2:$BT$101</c:f>
              <c:numCache>
                <c:formatCode>General</c:formatCode>
                <c:ptCount val="100"/>
                <c:pt idx="0">
                  <c:v>1.0464231</c:v>
                </c:pt>
                <c:pt idx="1">
                  <c:v>1.0474036</c:v>
                </c:pt>
                <c:pt idx="2">
                  <c:v>1.048004</c:v>
                </c:pt>
                <c:pt idx="3">
                  <c:v>1.0485611</c:v>
                </c:pt>
                <c:pt idx="4">
                  <c:v>1.0489986</c:v>
                </c:pt>
                <c:pt idx="5">
                  <c:v>1.0493289</c:v>
                </c:pt>
                <c:pt idx="6">
                  <c:v>1.0497077</c:v>
                </c:pt>
                <c:pt idx="7">
                  <c:v>1.0499413</c:v>
                </c:pt>
                <c:pt idx="8">
                  <c:v>1.0500654</c:v>
                </c:pt>
                <c:pt idx="9">
                  <c:v>1.0504172</c:v>
                </c:pt>
                <c:pt idx="10">
                  <c:v>1.0505079</c:v>
                </c:pt>
                <c:pt idx="11">
                  <c:v>1.0506704</c:v>
                </c:pt>
                <c:pt idx="12">
                  <c:v>1.0507314</c:v>
                </c:pt>
                <c:pt idx="13">
                  <c:v>1.0508007</c:v>
                </c:pt>
                <c:pt idx="14">
                  <c:v>1.050892</c:v>
                </c:pt>
                <c:pt idx="15">
                  <c:v>1.051082</c:v>
                </c:pt>
                <c:pt idx="16">
                  <c:v>1.0510688</c:v>
                </c:pt>
                <c:pt idx="17">
                  <c:v>1.0512434</c:v>
                </c:pt>
                <c:pt idx="18">
                  <c:v>1.0513729</c:v>
                </c:pt>
                <c:pt idx="19">
                  <c:v>1.051302</c:v>
                </c:pt>
                <c:pt idx="20">
                  <c:v>1.0514592</c:v>
                </c:pt>
                <c:pt idx="21">
                  <c:v>1.0514532</c:v>
                </c:pt>
                <c:pt idx="22">
                  <c:v>1.0515106</c:v>
                </c:pt>
                <c:pt idx="23">
                  <c:v>1.0513455</c:v>
                </c:pt>
                <c:pt idx="24">
                  <c:v>1.0512739</c:v>
                </c:pt>
                <c:pt idx="25">
                  <c:v>1.0513349</c:v>
                </c:pt>
                <c:pt idx="26">
                  <c:v>1.0513729</c:v>
                </c:pt>
                <c:pt idx="27">
                  <c:v>1.0512571</c:v>
                </c:pt>
                <c:pt idx="28">
                  <c:v>1.0513116</c:v>
                </c:pt>
                <c:pt idx="29">
                  <c:v>1.0513413</c:v>
                </c:pt>
                <c:pt idx="30">
                  <c:v>1.0514134</c:v>
                </c:pt>
                <c:pt idx="31">
                  <c:v>1.0513372</c:v>
                </c:pt>
                <c:pt idx="32">
                  <c:v>1.051381</c:v>
                </c:pt>
                <c:pt idx="33">
                  <c:v>1.0514362</c:v>
                </c:pt>
                <c:pt idx="34">
                  <c:v>1.0513194</c:v>
                </c:pt>
                <c:pt idx="35">
                  <c:v>1.0514375</c:v>
                </c:pt>
                <c:pt idx="36">
                  <c:v>1.0513947</c:v>
                </c:pt>
                <c:pt idx="37">
                  <c:v>1.0513233</c:v>
                </c:pt>
                <c:pt idx="38">
                  <c:v>1.0512806</c:v>
                </c:pt>
                <c:pt idx="39">
                  <c:v>1.0513278</c:v>
                </c:pt>
                <c:pt idx="40">
                  <c:v>1.0512259</c:v>
                </c:pt>
                <c:pt idx="41">
                  <c:v>1.0512891</c:v>
                </c:pt>
                <c:pt idx="42">
                  <c:v>1.0510852</c:v>
                </c:pt>
                <c:pt idx="43">
                  <c:v>1.051098</c:v>
                </c:pt>
                <c:pt idx="44">
                  <c:v>1.0510215</c:v>
                </c:pt>
                <c:pt idx="45">
                  <c:v>1.0510676</c:v>
                </c:pt>
                <c:pt idx="46">
                  <c:v>1.0510764</c:v>
                </c:pt>
                <c:pt idx="47">
                  <c:v>1.0510266</c:v>
                </c:pt>
                <c:pt idx="48">
                  <c:v>1.0510739</c:v>
                </c:pt>
                <c:pt idx="49">
                  <c:v>1.0510941</c:v>
                </c:pt>
                <c:pt idx="50">
                  <c:v>1.0511026</c:v>
                </c:pt>
                <c:pt idx="51">
                  <c:v>1.050963</c:v>
                </c:pt>
                <c:pt idx="52">
                  <c:v>1.0510039</c:v>
                </c:pt>
                <c:pt idx="53">
                  <c:v>1.0510648</c:v>
                </c:pt>
                <c:pt idx="54">
                  <c:v>1.0509763</c:v>
                </c:pt>
                <c:pt idx="55">
                  <c:v>1.0510496</c:v>
                </c:pt>
                <c:pt idx="56">
                  <c:v>1.0509909</c:v>
                </c:pt>
                <c:pt idx="57">
                  <c:v>1.0509552</c:v>
                </c:pt>
                <c:pt idx="58">
                  <c:v>1.0510068</c:v>
                </c:pt>
                <c:pt idx="59">
                  <c:v>1.0509081</c:v>
                </c:pt>
                <c:pt idx="60">
                  <c:v>1.0508903</c:v>
                </c:pt>
                <c:pt idx="61">
                  <c:v>1.0509632</c:v>
                </c:pt>
                <c:pt idx="62">
                  <c:v>1.0509416</c:v>
                </c:pt>
                <c:pt idx="63">
                  <c:v>1.0507969</c:v>
                </c:pt>
                <c:pt idx="64">
                  <c:v>1.0508008</c:v>
                </c:pt>
                <c:pt idx="65">
                  <c:v>1.0507661</c:v>
                </c:pt>
                <c:pt idx="66">
                  <c:v>1.0507518</c:v>
                </c:pt>
                <c:pt idx="67">
                  <c:v>1.0507267</c:v>
                </c:pt>
                <c:pt idx="68">
                  <c:v>1.050634</c:v>
                </c:pt>
                <c:pt idx="69">
                  <c:v>1.0505921</c:v>
                </c:pt>
                <c:pt idx="70">
                  <c:v>1.0505822</c:v>
                </c:pt>
                <c:pt idx="71">
                  <c:v>1.0505077</c:v>
                </c:pt>
                <c:pt idx="72">
                  <c:v>1.0504718</c:v>
                </c:pt>
                <c:pt idx="73">
                  <c:v>1.0503155</c:v>
                </c:pt>
                <c:pt idx="74">
                  <c:v>1.0502795</c:v>
                </c:pt>
                <c:pt idx="75">
                  <c:v>1.0502292</c:v>
                </c:pt>
                <c:pt idx="76">
                  <c:v>1.0502198</c:v>
                </c:pt>
                <c:pt idx="77">
                  <c:v>1.0500909</c:v>
                </c:pt>
                <c:pt idx="78">
                  <c:v>1.0500169</c:v>
                </c:pt>
                <c:pt idx="79">
                  <c:v>1.050172</c:v>
                </c:pt>
                <c:pt idx="80">
                  <c:v>1.0501217</c:v>
                </c:pt>
                <c:pt idx="81">
                  <c:v>1.0501214</c:v>
                </c:pt>
                <c:pt idx="82">
                  <c:v>1.0501294</c:v>
                </c:pt>
                <c:pt idx="83">
                  <c:v>1.0499505</c:v>
                </c:pt>
                <c:pt idx="84">
                  <c:v>1.0499107</c:v>
                </c:pt>
                <c:pt idx="85">
                  <c:v>1.0498294</c:v>
                </c:pt>
                <c:pt idx="86">
                  <c:v>1.0498253</c:v>
                </c:pt>
                <c:pt idx="87">
                  <c:v>1.0497943</c:v>
                </c:pt>
                <c:pt idx="88">
                  <c:v>1.0498945</c:v>
                </c:pt>
                <c:pt idx="89">
                  <c:v>1.0498229</c:v>
                </c:pt>
                <c:pt idx="90">
                  <c:v>1.0497826</c:v>
                </c:pt>
                <c:pt idx="91">
                  <c:v>1.0497518</c:v>
                </c:pt>
                <c:pt idx="92">
                  <c:v>1.0496796</c:v>
                </c:pt>
                <c:pt idx="93">
                  <c:v>1.0497979</c:v>
                </c:pt>
                <c:pt idx="94">
                  <c:v>1.0498099</c:v>
                </c:pt>
                <c:pt idx="95">
                  <c:v>1.0497744</c:v>
                </c:pt>
                <c:pt idx="96">
                  <c:v>1.0497086</c:v>
                </c:pt>
                <c:pt idx="97">
                  <c:v>1.0497122</c:v>
                </c:pt>
                <c:pt idx="98">
                  <c:v>1.049562</c:v>
                </c:pt>
                <c:pt idx="99">
                  <c:v>1.0495038</c:v>
                </c:pt>
              </c:numCache>
            </c:numRef>
          </c:yVal>
        </c:ser>
        <c:ser>
          <c:idx val="36"/>
          <c:order val="36"/>
          <c:tx>
            <c:v>Batch3_cell_040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Data'!$BU$2:$BU$101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Data'!$BV$2:$BV$101</c:f>
              <c:numCache>
                <c:formatCode>General</c:formatCode>
                <c:ptCount val="100"/>
                <c:pt idx="0">
                  <c:v>1.0581568</c:v>
                </c:pt>
                <c:pt idx="1">
                  <c:v>1.0593235</c:v>
                </c:pt>
                <c:pt idx="2">
                  <c:v>1.0598956</c:v>
                </c:pt>
                <c:pt idx="3">
                  <c:v>1.0608622</c:v>
                </c:pt>
                <c:pt idx="4">
                  <c:v>1.0613143</c:v>
                </c:pt>
                <c:pt idx="5">
                  <c:v>1.0619344</c:v>
                </c:pt>
                <c:pt idx="6">
                  <c:v>1.0623733</c:v>
                </c:pt>
                <c:pt idx="7">
                  <c:v>1.0627854</c:v>
                </c:pt>
                <c:pt idx="8">
                  <c:v>1.0630082</c:v>
                </c:pt>
                <c:pt idx="9">
                  <c:v>1.0632297</c:v>
                </c:pt>
                <c:pt idx="10">
                  <c:v>1.0632515</c:v>
                </c:pt>
                <c:pt idx="11">
                  <c:v>1.0631925</c:v>
                </c:pt>
                <c:pt idx="12">
                  <c:v>1.0633729</c:v>
                </c:pt>
                <c:pt idx="13">
                  <c:v>1.0635041</c:v>
                </c:pt>
                <c:pt idx="14">
                  <c:v>1.0635124</c:v>
                </c:pt>
                <c:pt idx="15">
                  <c:v>1.0637225</c:v>
                </c:pt>
                <c:pt idx="16">
                  <c:v>1.0638231</c:v>
                </c:pt>
                <c:pt idx="17">
                  <c:v>1.063816</c:v>
                </c:pt>
                <c:pt idx="18">
                  <c:v>1.0638275</c:v>
                </c:pt>
                <c:pt idx="19">
                  <c:v>1.0637759</c:v>
                </c:pt>
                <c:pt idx="20">
                  <c:v>1.0636953</c:v>
                </c:pt>
                <c:pt idx="21">
                  <c:v>1.0636678</c:v>
                </c:pt>
                <c:pt idx="22">
                  <c:v>1.063656</c:v>
                </c:pt>
                <c:pt idx="23">
                  <c:v>1.0637467</c:v>
                </c:pt>
                <c:pt idx="24">
                  <c:v>1.0637074</c:v>
                </c:pt>
                <c:pt idx="25">
                  <c:v>1.0636543</c:v>
                </c:pt>
                <c:pt idx="26">
                  <c:v>1.0637261</c:v>
                </c:pt>
                <c:pt idx="27">
                  <c:v>1.0637745</c:v>
                </c:pt>
                <c:pt idx="28">
                  <c:v>1.0637552</c:v>
                </c:pt>
                <c:pt idx="29">
                  <c:v>1.0637128</c:v>
                </c:pt>
                <c:pt idx="30">
                  <c:v>1.0638319</c:v>
                </c:pt>
                <c:pt idx="31">
                  <c:v>1.0638335</c:v>
                </c:pt>
                <c:pt idx="32">
                  <c:v>1.0638216</c:v>
                </c:pt>
                <c:pt idx="33">
                  <c:v>1.0638335</c:v>
                </c:pt>
                <c:pt idx="34">
                  <c:v>1.0637044</c:v>
                </c:pt>
                <c:pt idx="35">
                  <c:v>1.063648</c:v>
                </c:pt>
                <c:pt idx="36">
                  <c:v>1.0637673</c:v>
                </c:pt>
                <c:pt idx="37">
                  <c:v>1.0636897</c:v>
                </c:pt>
                <c:pt idx="38">
                  <c:v>1.0636505</c:v>
                </c:pt>
                <c:pt idx="39">
                  <c:v>1.063656</c:v>
                </c:pt>
                <c:pt idx="40">
                  <c:v>1.0636122</c:v>
                </c:pt>
                <c:pt idx="41">
                  <c:v>1.0635493</c:v>
                </c:pt>
                <c:pt idx="42">
                  <c:v>1.0634778</c:v>
                </c:pt>
                <c:pt idx="43">
                  <c:v>1.0634153</c:v>
                </c:pt>
                <c:pt idx="44">
                  <c:v>1.0635688</c:v>
                </c:pt>
                <c:pt idx="45">
                  <c:v>1.0635229</c:v>
                </c:pt>
                <c:pt idx="46">
                  <c:v>1.0635164</c:v>
                </c:pt>
                <c:pt idx="47">
                  <c:v>1.063566</c:v>
                </c:pt>
                <c:pt idx="48">
                  <c:v>1.06354</c:v>
                </c:pt>
                <c:pt idx="49">
                  <c:v>1.0635437</c:v>
                </c:pt>
                <c:pt idx="50">
                  <c:v>1.0635291</c:v>
                </c:pt>
                <c:pt idx="51">
                  <c:v>1.0634764</c:v>
                </c:pt>
                <c:pt idx="52">
                  <c:v>1.0634915</c:v>
                </c:pt>
                <c:pt idx="53">
                  <c:v>1.0635016</c:v>
                </c:pt>
                <c:pt idx="54">
                  <c:v>1.0634134</c:v>
                </c:pt>
                <c:pt idx="55">
                  <c:v>1.0633725</c:v>
                </c:pt>
                <c:pt idx="56">
                  <c:v>1.0633067</c:v>
                </c:pt>
                <c:pt idx="57">
                  <c:v>1.0633386</c:v>
                </c:pt>
                <c:pt idx="58">
                  <c:v>1.0633377</c:v>
                </c:pt>
                <c:pt idx="59">
                  <c:v>1.063273</c:v>
                </c:pt>
                <c:pt idx="60">
                  <c:v>1.063215</c:v>
                </c:pt>
                <c:pt idx="61">
                  <c:v>1.0632153</c:v>
                </c:pt>
                <c:pt idx="62">
                  <c:v>1.06321</c:v>
                </c:pt>
                <c:pt idx="63">
                  <c:v>1.0630952</c:v>
                </c:pt>
                <c:pt idx="64">
                  <c:v>1.0630742</c:v>
                </c:pt>
                <c:pt idx="65">
                  <c:v>1.0630136</c:v>
                </c:pt>
                <c:pt idx="66">
                  <c:v>1.0630492</c:v>
                </c:pt>
                <c:pt idx="67">
                  <c:v>1.0628735</c:v>
                </c:pt>
                <c:pt idx="68">
                  <c:v>1.0627911</c:v>
                </c:pt>
                <c:pt idx="69">
                  <c:v>1.0627329</c:v>
                </c:pt>
                <c:pt idx="70">
                  <c:v>1.062821</c:v>
                </c:pt>
                <c:pt idx="71">
                  <c:v>1.0628549</c:v>
                </c:pt>
                <c:pt idx="72">
                  <c:v>1.0629095</c:v>
                </c:pt>
                <c:pt idx="73">
                  <c:v>1.0627843</c:v>
                </c:pt>
                <c:pt idx="74">
                  <c:v>1.0630114</c:v>
                </c:pt>
                <c:pt idx="75">
                  <c:v>1.0627414</c:v>
                </c:pt>
                <c:pt idx="76">
                  <c:v>1.0625931</c:v>
                </c:pt>
                <c:pt idx="77">
                  <c:v>1.0625407</c:v>
                </c:pt>
                <c:pt idx="78">
                  <c:v>1.0625809</c:v>
                </c:pt>
                <c:pt idx="79">
                  <c:v>1.0625734</c:v>
                </c:pt>
                <c:pt idx="80">
                  <c:v>1.062579</c:v>
                </c:pt>
                <c:pt idx="81">
                  <c:v>1.0625201</c:v>
                </c:pt>
                <c:pt idx="82">
                  <c:v>1.0624714</c:v>
                </c:pt>
                <c:pt idx="83">
                  <c:v>1.0624675</c:v>
                </c:pt>
                <c:pt idx="84">
                  <c:v>1.0624721</c:v>
                </c:pt>
                <c:pt idx="85">
                  <c:v>1.0625274</c:v>
                </c:pt>
                <c:pt idx="86">
                  <c:v>1.0624642</c:v>
                </c:pt>
                <c:pt idx="87">
                  <c:v>1.0624385</c:v>
                </c:pt>
                <c:pt idx="88">
                  <c:v>1.0623397</c:v>
                </c:pt>
                <c:pt idx="89">
                  <c:v>1.0623287</c:v>
                </c:pt>
                <c:pt idx="90">
                  <c:v>1.0622327</c:v>
                </c:pt>
                <c:pt idx="91">
                  <c:v>1.0621901</c:v>
                </c:pt>
                <c:pt idx="92">
                  <c:v>1.0621722</c:v>
                </c:pt>
                <c:pt idx="93">
                  <c:v>1.062027</c:v>
                </c:pt>
                <c:pt idx="94">
                  <c:v>1.0620764</c:v>
                </c:pt>
                <c:pt idx="95">
                  <c:v>1.0620195</c:v>
                </c:pt>
                <c:pt idx="96">
                  <c:v>1.0619482</c:v>
                </c:pt>
                <c:pt idx="97">
                  <c:v>1.0619596</c:v>
                </c:pt>
                <c:pt idx="98">
                  <c:v>1.0618567</c:v>
                </c:pt>
                <c:pt idx="99">
                  <c:v>1.0617574</c:v>
                </c:pt>
              </c:numCache>
            </c:numRef>
          </c:yVal>
        </c:ser>
        <c:ser>
          <c:idx val="37"/>
          <c:order val="37"/>
          <c:tx>
            <c:v>Batch3_cell_041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Data'!$BW$2:$BW$101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Data'!$BX$2:$BX$101</c:f>
              <c:numCache>
                <c:formatCode>General</c:formatCode>
                <c:ptCount val="100"/>
                <c:pt idx="0">
                  <c:v>1.0491925</c:v>
                </c:pt>
                <c:pt idx="1">
                  <c:v>1.0505219</c:v>
                </c:pt>
                <c:pt idx="2">
                  <c:v>1.0514336</c:v>
                </c:pt>
                <c:pt idx="3">
                  <c:v>1.0520619</c:v>
                </c:pt>
                <c:pt idx="4">
                  <c:v>1.052555</c:v>
                </c:pt>
                <c:pt idx="5">
                  <c:v>1.0528345</c:v>
                </c:pt>
                <c:pt idx="6">
                  <c:v>1.0532103</c:v>
                </c:pt>
                <c:pt idx="7">
                  <c:v>1.0534476</c:v>
                </c:pt>
                <c:pt idx="8">
                  <c:v>1.0535351</c:v>
                </c:pt>
                <c:pt idx="9">
                  <c:v>1.0537622</c:v>
                </c:pt>
                <c:pt idx="10">
                  <c:v>1.0537957</c:v>
                </c:pt>
                <c:pt idx="11">
                  <c:v>1.0538734</c:v>
                </c:pt>
                <c:pt idx="12">
                  <c:v>1.0539118</c:v>
                </c:pt>
                <c:pt idx="13">
                  <c:v>1.0539535</c:v>
                </c:pt>
                <c:pt idx="14">
                  <c:v>1.0540271</c:v>
                </c:pt>
                <c:pt idx="15">
                  <c:v>1.0542842</c:v>
                </c:pt>
                <c:pt idx="16">
                  <c:v>1.0542921</c:v>
                </c:pt>
                <c:pt idx="17">
                  <c:v>1.0542873</c:v>
                </c:pt>
                <c:pt idx="18">
                  <c:v>1.0543779</c:v>
                </c:pt>
                <c:pt idx="19">
                  <c:v>1.0544195</c:v>
                </c:pt>
                <c:pt idx="20">
                  <c:v>1.0544653</c:v>
                </c:pt>
                <c:pt idx="21">
                  <c:v>1.0544289</c:v>
                </c:pt>
                <c:pt idx="22">
                  <c:v>1.0545193</c:v>
                </c:pt>
                <c:pt idx="23">
                  <c:v>1.054511</c:v>
                </c:pt>
                <c:pt idx="24">
                  <c:v>1.0545746</c:v>
                </c:pt>
                <c:pt idx="25">
                  <c:v>1.0544939</c:v>
                </c:pt>
                <c:pt idx="26">
                  <c:v>1.0545678</c:v>
                </c:pt>
                <c:pt idx="27">
                  <c:v>1.0545758</c:v>
                </c:pt>
                <c:pt idx="28">
                  <c:v>1.0546381</c:v>
                </c:pt>
                <c:pt idx="29">
                  <c:v>1.0547055</c:v>
                </c:pt>
                <c:pt idx="30">
                  <c:v>1.0547971</c:v>
                </c:pt>
                <c:pt idx="31">
                  <c:v>1.0548135</c:v>
                </c:pt>
                <c:pt idx="32">
                  <c:v>1.0548581</c:v>
                </c:pt>
                <c:pt idx="33">
                  <c:v>1.0548266</c:v>
                </c:pt>
                <c:pt idx="34">
                  <c:v>1.0548409</c:v>
                </c:pt>
                <c:pt idx="35">
                  <c:v>1.0548272</c:v>
                </c:pt>
                <c:pt idx="36">
                  <c:v>1.0547889</c:v>
                </c:pt>
                <c:pt idx="37">
                  <c:v>1.0547168</c:v>
                </c:pt>
                <c:pt idx="38">
                  <c:v>1.0547045</c:v>
                </c:pt>
                <c:pt idx="39">
                  <c:v>1.0547144</c:v>
                </c:pt>
                <c:pt idx="40">
                  <c:v>1.0546719</c:v>
                </c:pt>
                <c:pt idx="41">
                  <c:v>1.0548152</c:v>
                </c:pt>
                <c:pt idx="42">
                  <c:v>1.0547259</c:v>
                </c:pt>
                <c:pt idx="43">
                  <c:v>1.0546942</c:v>
                </c:pt>
                <c:pt idx="44">
                  <c:v>1.0547427</c:v>
                </c:pt>
                <c:pt idx="45">
                  <c:v>1.0546813</c:v>
                </c:pt>
                <c:pt idx="46">
                  <c:v>1.0547012</c:v>
                </c:pt>
                <c:pt idx="47">
                  <c:v>1.0548315</c:v>
                </c:pt>
                <c:pt idx="48">
                  <c:v>1.0548316</c:v>
                </c:pt>
                <c:pt idx="49">
                  <c:v>1.054782</c:v>
                </c:pt>
                <c:pt idx="50">
                  <c:v>1.0547957</c:v>
                </c:pt>
                <c:pt idx="51">
                  <c:v>1.0547614</c:v>
                </c:pt>
                <c:pt idx="52">
                  <c:v>1.0548691</c:v>
                </c:pt>
                <c:pt idx="53">
                  <c:v>1.0548587</c:v>
                </c:pt>
                <c:pt idx="54">
                  <c:v>1.0548308</c:v>
                </c:pt>
                <c:pt idx="55">
                  <c:v>1.054812</c:v>
                </c:pt>
                <c:pt idx="56">
                  <c:v>1.0548152</c:v>
                </c:pt>
                <c:pt idx="57">
                  <c:v>1.0548838</c:v>
                </c:pt>
                <c:pt idx="58">
                  <c:v>1.054878</c:v>
                </c:pt>
                <c:pt idx="59">
                  <c:v>1.054788</c:v>
                </c:pt>
                <c:pt idx="60">
                  <c:v>1.0548073</c:v>
                </c:pt>
                <c:pt idx="61">
                  <c:v>1.05476</c:v>
                </c:pt>
                <c:pt idx="62">
                  <c:v>1.0547156</c:v>
                </c:pt>
                <c:pt idx="63">
                  <c:v>1.0547577</c:v>
                </c:pt>
                <c:pt idx="64">
                  <c:v>1.0547622</c:v>
                </c:pt>
                <c:pt idx="65">
                  <c:v>1.0547162</c:v>
                </c:pt>
                <c:pt idx="66">
                  <c:v>1.0546703</c:v>
                </c:pt>
                <c:pt idx="67">
                  <c:v>1.0546403</c:v>
                </c:pt>
                <c:pt idx="68">
                  <c:v>1.054605</c:v>
                </c:pt>
                <c:pt idx="69">
                  <c:v>1.0545937</c:v>
                </c:pt>
                <c:pt idx="70">
                  <c:v>1.0545512</c:v>
                </c:pt>
                <c:pt idx="71">
                  <c:v>1.0545412</c:v>
                </c:pt>
                <c:pt idx="72">
                  <c:v>1.0545518</c:v>
                </c:pt>
                <c:pt idx="73">
                  <c:v>1.0545418</c:v>
                </c:pt>
                <c:pt idx="74">
                  <c:v>1.0545954</c:v>
                </c:pt>
                <c:pt idx="75">
                  <c:v>1.0545735</c:v>
                </c:pt>
                <c:pt idx="76">
                  <c:v>1.0545361</c:v>
                </c:pt>
                <c:pt idx="77">
                  <c:v>1.054617</c:v>
                </c:pt>
                <c:pt idx="78">
                  <c:v>1.0544859</c:v>
                </c:pt>
                <c:pt idx="79">
                  <c:v>1.0544508</c:v>
                </c:pt>
                <c:pt idx="80">
                  <c:v>1.0544033</c:v>
                </c:pt>
                <c:pt idx="81">
                  <c:v>1.0543909</c:v>
                </c:pt>
                <c:pt idx="82">
                  <c:v>1.0543635</c:v>
                </c:pt>
                <c:pt idx="83">
                  <c:v>1.0543578</c:v>
                </c:pt>
                <c:pt idx="84">
                  <c:v>1.0543123</c:v>
                </c:pt>
                <c:pt idx="85">
                  <c:v>1.0543479</c:v>
                </c:pt>
                <c:pt idx="86">
                  <c:v>1.054287</c:v>
                </c:pt>
                <c:pt idx="87">
                  <c:v>1.0543311</c:v>
                </c:pt>
                <c:pt idx="88">
                  <c:v>1.054414</c:v>
                </c:pt>
                <c:pt idx="89">
                  <c:v>1.0545096</c:v>
                </c:pt>
                <c:pt idx="90">
                  <c:v>1.0545197</c:v>
                </c:pt>
                <c:pt idx="91">
                  <c:v>1.054517</c:v>
                </c:pt>
                <c:pt idx="92">
                  <c:v>1.0544491</c:v>
                </c:pt>
                <c:pt idx="93">
                  <c:v>1.0544164</c:v>
                </c:pt>
                <c:pt idx="94">
                  <c:v>1.0543383</c:v>
                </c:pt>
                <c:pt idx="95">
                  <c:v>1.0542786</c:v>
                </c:pt>
                <c:pt idx="96">
                  <c:v>1.0541859</c:v>
                </c:pt>
                <c:pt idx="97">
                  <c:v>1.0541613</c:v>
                </c:pt>
                <c:pt idx="98">
                  <c:v>1.0541074</c:v>
                </c:pt>
                <c:pt idx="99">
                  <c:v>1.0541531</c:v>
                </c:pt>
              </c:numCache>
            </c:numRef>
          </c:yVal>
        </c:ser>
        <c:ser>
          <c:idx val="38"/>
          <c:order val="38"/>
          <c:tx>
            <c:v>Batch3_cell_044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Data'!$BY$2:$BY$101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Data'!$BZ$2:$BZ$101</c:f>
              <c:numCache>
                <c:formatCode>General</c:formatCode>
                <c:ptCount val="100"/>
                <c:pt idx="0">
                  <c:v>1.0686373</c:v>
                </c:pt>
                <c:pt idx="1">
                  <c:v>1.06972</c:v>
                </c:pt>
                <c:pt idx="2">
                  <c:v>1.0703323</c:v>
                </c:pt>
                <c:pt idx="3">
                  <c:v>1.0708879</c:v>
                </c:pt>
                <c:pt idx="4">
                  <c:v>1.0714406</c:v>
                </c:pt>
                <c:pt idx="5">
                  <c:v>1.0719105</c:v>
                </c:pt>
                <c:pt idx="6">
                  <c:v>1.0722347</c:v>
                </c:pt>
                <c:pt idx="7">
                  <c:v>1.0723798</c:v>
                </c:pt>
                <c:pt idx="8">
                  <c:v>1.0725998</c:v>
                </c:pt>
                <c:pt idx="9">
                  <c:v>1.0727483</c:v>
                </c:pt>
                <c:pt idx="10">
                  <c:v>1.0729147</c:v>
                </c:pt>
                <c:pt idx="11">
                  <c:v>1.0730319</c:v>
                </c:pt>
                <c:pt idx="12">
                  <c:v>1.0731919</c:v>
                </c:pt>
                <c:pt idx="13">
                  <c:v>1.0732588</c:v>
                </c:pt>
                <c:pt idx="14">
                  <c:v>1.0733364</c:v>
                </c:pt>
                <c:pt idx="15">
                  <c:v>1.0733571</c:v>
                </c:pt>
                <c:pt idx="16">
                  <c:v>1.073467</c:v>
                </c:pt>
                <c:pt idx="17">
                  <c:v>1.0735102</c:v>
                </c:pt>
                <c:pt idx="18">
                  <c:v>1.0735817</c:v>
                </c:pt>
                <c:pt idx="19">
                  <c:v>1.0736459</c:v>
                </c:pt>
                <c:pt idx="20">
                  <c:v>1.07367</c:v>
                </c:pt>
                <c:pt idx="21">
                  <c:v>1.0737607</c:v>
                </c:pt>
                <c:pt idx="22">
                  <c:v>1.0737298</c:v>
                </c:pt>
                <c:pt idx="23">
                  <c:v>1.0737383</c:v>
                </c:pt>
                <c:pt idx="24">
                  <c:v>1.0736898</c:v>
                </c:pt>
                <c:pt idx="25">
                  <c:v>1.0737405</c:v>
                </c:pt>
                <c:pt idx="26">
                  <c:v>1.073704</c:v>
                </c:pt>
                <c:pt idx="27">
                  <c:v>1.0737188</c:v>
                </c:pt>
                <c:pt idx="28">
                  <c:v>1.0737839</c:v>
                </c:pt>
                <c:pt idx="29">
                  <c:v>1.0737871</c:v>
                </c:pt>
                <c:pt idx="30">
                  <c:v>1.0737188</c:v>
                </c:pt>
                <c:pt idx="31">
                  <c:v>1.0738678</c:v>
                </c:pt>
                <c:pt idx="32">
                  <c:v>1.0738906</c:v>
                </c:pt>
                <c:pt idx="33">
                  <c:v>1.0738813</c:v>
                </c:pt>
                <c:pt idx="34">
                  <c:v>1.073807</c:v>
                </c:pt>
                <c:pt idx="35">
                  <c:v>1.0739049</c:v>
                </c:pt>
                <c:pt idx="36">
                  <c:v>1.0738423</c:v>
                </c:pt>
                <c:pt idx="37">
                  <c:v>1.0738418</c:v>
                </c:pt>
                <c:pt idx="38">
                  <c:v>1.0738751</c:v>
                </c:pt>
                <c:pt idx="39">
                  <c:v>1.0737482</c:v>
                </c:pt>
                <c:pt idx="40">
                  <c:v>1.0737878</c:v>
                </c:pt>
                <c:pt idx="41">
                  <c:v>1.0737522</c:v>
                </c:pt>
                <c:pt idx="42">
                  <c:v>1.0736297</c:v>
                </c:pt>
                <c:pt idx="43">
                  <c:v>1.0736456</c:v>
                </c:pt>
                <c:pt idx="44">
                  <c:v>1.073581</c:v>
                </c:pt>
                <c:pt idx="45">
                  <c:v>1.0737046</c:v>
                </c:pt>
                <c:pt idx="46">
                  <c:v>1.0737427</c:v>
                </c:pt>
                <c:pt idx="47">
                  <c:v>1.073707</c:v>
                </c:pt>
                <c:pt idx="48">
                  <c:v>1.073738</c:v>
                </c:pt>
                <c:pt idx="49">
                  <c:v>1.0737377</c:v>
                </c:pt>
                <c:pt idx="50">
                  <c:v>1.0737625</c:v>
                </c:pt>
                <c:pt idx="51">
                  <c:v>1.073758</c:v>
                </c:pt>
                <c:pt idx="52">
                  <c:v>1.0737399</c:v>
                </c:pt>
                <c:pt idx="53">
                  <c:v>1.0738171</c:v>
                </c:pt>
                <c:pt idx="54">
                  <c:v>1.0737923</c:v>
                </c:pt>
                <c:pt idx="55">
                  <c:v>1.0737664</c:v>
                </c:pt>
                <c:pt idx="56">
                  <c:v>1.0737369</c:v>
                </c:pt>
                <c:pt idx="57">
                  <c:v>1.0737497</c:v>
                </c:pt>
                <c:pt idx="58">
                  <c:v>1.0737274</c:v>
                </c:pt>
                <c:pt idx="59">
                  <c:v>1.073676</c:v>
                </c:pt>
                <c:pt idx="60">
                  <c:v>1.0736548</c:v>
                </c:pt>
                <c:pt idx="61">
                  <c:v>1.0736475</c:v>
                </c:pt>
                <c:pt idx="62">
                  <c:v>1.0735679</c:v>
                </c:pt>
                <c:pt idx="63">
                  <c:v>1.0735582</c:v>
                </c:pt>
                <c:pt idx="64">
                  <c:v>1.0735945</c:v>
                </c:pt>
                <c:pt idx="65">
                  <c:v>1.0735457</c:v>
                </c:pt>
                <c:pt idx="66">
                  <c:v>1.0736042</c:v>
                </c:pt>
                <c:pt idx="67">
                  <c:v>1.0735258</c:v>
                </c:pt>
                <c:pt idx="68">
                  <c:v>1.0734622</c:v>
                </c:pt>
                <c:pt idx="69">
                  <c:v>1.0733831</c:v>
                </c:pt>
                <c:pt idx="70">
                  <c:v>1.0733436</c:v>
                </c:pt>
                <c:pt idx="71">
                  <c:v>1.0734229</c:v>
                </c:pt>
                <c:pt idx="72">
                  <c:v>1.0733467</c:v>
                </c:pt>
                <c:pt idx="73">
                  <c:v>1.0733665</c:v>
                </c:pt>
                <c:pt idx="74">
                  <c:v>1.0733497</c:v>
                </c:pt>
                <c:pt idx="75">
                  <c:v>1.0732292</c:v>
                </c:pt>
                <c:pt idx="76">
                  <c:v>1.0732373</c:v>
                </c:pt>
                <c:pt idx="77">
                  <c:v>1.0732342</c:v>
                </c:pt>
                <c:pt idx="78">
                  <c:v>1.0732394</c:v>
                </c:pt>
                <c:pt idx="79">
                  <c:v>1.0733267</c:v>
                </c:pt>
                <c:pt idx="80">
                  <c:v>1.0733106</c:v>
                </c:pt>
                <c:pt idx="81">
                  <c:v>1.0732416</c:v>
                </c:pt>
                <c:pt idx="82">
                  <c:v>1.0732605</c:v>
                </c:pt>
                <c:pt idx="83">
                  <c:v>1.0731587</c:v>
                </c:pt>
                <c:pt idx="84">
                  <c:v>1.0732763</c:v>
                </c:pt>
                <c:pt idx="85">
                  <c:v>1.0732335</c:v>
                </c:pt>
                <c:pt idx="86">
                  <c:v>1.073341</c:v>
                </c:pt>
                <c:pt idx="87">
                  <c:v>1.0732489</c:v>
                </c:pt>
                <c:pt idx="88">
                  <c:v>1.0732157</c:v>
                </c:pt>
                <c:pt idx="89">
                  <c:v>1.0731235</c:v>
                </c:pt>
                <c:pt idx="90">
                  <c:v>1.0730559</c:v>
                </c:pt>
                <c:pt idx="91">
                  <c:v>1.0730487</c:v>
                </c:pt>
                <c:pt idx="92">
                  <c:v>1.0730071</c:v>
                </c:pt>
                <c:pt idx="93">
                  <c:v>1.0729795</c:v>
                </c:pt>
                <c:pt idx="94">
                  <c:v>1.0729599</c:v>
                </c:pt>
                <c:pt idx="95">
                  <c:v>1.0729079</c:v>
                </c:pt>
                <c:pt idx="96">
                  <c:v>1.0728492</c:v>
                </c:pt>
                <c:pt idx="97">
                  <c:v>1.0729072</c:v>
                </c:pt>
                <c:pt idx="98">
                  <c:v>1.0729247</c:v>
                </c:pt>
                <c:pt idx="99">
                  <c:v>1.0729284</c:v>
                </c:pt>
              </c:numCache>
            </c:numRef>
          </c:yVal>
        </c:ser>
        <c:ser>
          <c:idx val="39"/>
          <c:order val="39"/>
          <c:tx>
            <c:v>Batch3_cell_045</c:v>
          </c:tx>
          <c:spPr>
            <a:ln xmlns:a="http://schemas.openxmlformats.org/drawingml/2006/main" w="6668">
              <a:solidFill>
                <a:srgbClr val="C8D4D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Data'!$CA$2:$CA$101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Data'!$CB$2:$CB$101</c:f>
              <c:numCache>
                <c:formatCode>General</c:formatCode>
                <c:ptCount val="100"/>
                <c:pt idx="0">
                  <c:v>1.0688018</c:v>
                </c:pt>
                <c:pt idx="1">
                  <c:v>1.0695485</c:v>
                </c:pt>
                <c:pt idx="2">
                  <c:v>1.0701143</c:v>
                </c:pt>
                <c:pt idx="3">
                  <c:v>1.0704218</c:v>
                </c:pt>
                <c:pt idx="4">
                  <c:v>1.0706183</c:v>
                </c:pt>
                <c:pt idx="5">
                  <c:v>1.0709116</c:v>
                </c:pt>
                <c:pt idx="6">
                  <c:v>1.071155</c:v>
                </c:pt>
                <c:pt idx="7">
                  <c:v>1.0710127</c:v>
                </c:pt>
                <c:pt idx="8">
                  <c:v>1.0711963</c:v>
                </c:pt>
                <c:pt idx="9">
                  <c:v>1.0713308</c:v>
                </c:pt>
                <c:pt idx="10">
                  <c:v>1.0712343</c:v>
                </c:pt>
                <c:pt idx="11">
                  <c:v>1.0713158</c:v>
                </c:pt>
                <c:pt idx="12">
                  <c:v>1.0713842</c:v>
                </c:pt>
                <c:pt idx="13">
                  <c:v>1.0714848</c:v>
                </c:pt>
                <c:pt idx="14">
                  <c:v>1.0717002</c:v>
                </c:pt>
                <c:pt idx="15">
                  <c:v>1.0716645</c:v>
                </c:pt>
                <c:pt idx="16">
                  <c:v>1.0716475</c:v>
                </c:pt>
                <c:pt idx="17">
                  <c:v>1.0717617</c:v>
                </c:pt>
                <c:pt idx="18">
                  <c:v>1.0716674</c:v>
                </c:pt>
                <c:pt idx="19">
                  <c:v>1.0716513</c:v>
                </c:pt>
                <c:pt idx="20">
                  <c:v>1.0715487</c:v>
                </c:pt>
                <c:pt idx="21">
                  <c:v>1.0715797</c:v>
                </c:pt>
                <c:pt idx="22">
                  <c:v>1.0717144</c:v>
                </c:pt>
                <c:pt idx="23">
                  <c:v>1.0717065</c:v>
                </c:pt>
                <c:pt idx="24">
                  <c:v>1.0716166</c:v>
                </c:pt>
                <c:pt idx="25">
                  <c:v>1.0719851</c:v>
                </c:pt>
                <c:pt idx="26">
                  <c:v>1.0706861</c:v>
                </c:pt>
                <c:pt idx="27">
                  <c:v>1.0708919</c:v>
                </c:pt>
                <c:pt idx="28">
                  <c:v>1.0720105</c:v>
                </c:pt>
                <c:pt idx="29">
                  <c:v>1.0720119</c:v>
                </c:pt>
                <c:pt idx="30">
                  <c:v>1.0719445</c:v>
                </c:pt>
                <c:pt idx="31">
                  <c:v>1.072102</c:v>
                </c:pt>
                <c:pt idx="32">
                  <c:v>1.0720265</c:v>
                </c:pt>
                <c:pt idx="33">
                  <c:v>1.0719644</c:v>
                </c:pt>
                <c:pt idx="34">
                  <c:v>1.0719362</c:v>
                </c:pt>
                <c:pt idx="35">
                  <c:v>1.0717874</c:v>
                </c:pt>
                <c:pt idx="36">
                  <c:v>1.0706042</c:v>
                </c:pt>
                <c:pt idx="37">
                  <c:v>1.0706726</c:v>
                </c:pt>
                <c:pt idx="38">
                  <c:v>1.0719764</c:v>
                </c:pt>
                <c:pt idx="39">
                  <c:v>1.0719619</c:v>
                </c:pt>
                <c:pt idx="40">
                  <c:v>1.0718335</c:v>
                </c:pt>
                <c:pt idx="41">
                  <c:v>1.0719217</c:v>
                </c:pt>
                <c:pt idx="42">
                  <c:v>1.0717789</c:v>
                </c:pt>
                <c:pt idx="43">
                  <c:v>1.0717794</c:v>
                </c:pt>
                <c:pt idx="44">
                  <c:v>1.0719787</c:v>
                </c:pt>
                <c:pt idx="45">
                  <c:v>1.0716405</c:v>
                </c:pt>
                <c:pt idx="46">
                  <c:v>1.0718657</c:v>
                </c:pt>
                <c:pt idx="47">
                  <c:v>1.0720388</c:v>
                </c:pt>
                <c:pt idx="48">
                  <c:v>1.0720534</c:v>
                </c:pt>
                <c:pt idx="49">
                  <c:v>1.0721447</c:v>
                </c:pt>
                <c:pt idx="50">
                  <c:v>1.0720005</c:v>
                </c:pt>
                <c:pt idx="51">
                  <c:v>1.0719684</c:v>
                </c:pt>
                <c:pt idx="52">
                  <c:v>1.0719442</c:v>
                </c:pt>
                <c:pt idx="53">
                  <c:v>1.0706928</c:v>
                </c:pt>
                <c:pt idx="54">
                  <c:v>1.0719584</c:v>
                </c:pt>
                <c:pt idx="55">
                  <c:v>1.0719367</c:v>
                </c:pt>
                <c:pt idx="56">
                  <c:v>1.0717807</c:v>
                </c:pt>
                <c:pt idx="57">
                  <c:v>1.0717257</c:v>
                </c:pt>
                <c:pt idx="58">
                  <c:v>1.0717851</c:v>
                </c:pt>
                <c:pt idx="59">
                  <c:v>1.0717719</c:v>
                </c:pt>
                <c:pt idx="60">
                  <c:v>1.0717752</c:v>
                </c:pt>
                <c:pt idx="61">
                  <c:v>1.0717803</c:v>
                </c:pt>
                <c:pt idx="62">
                  <c:v>1.0718005</c:v>
                </c:pt>
                <c:pt idx="63">
                  <c:v>1.0717145</c:v>
                </c:pt>
                <c:pt idx="64">
                  <c:v>1.0716841</c:v>
                </c:pt>
                <c:pt idx="65">
                  <c:v>1.0715038</c:v>
                </c:pt>
                <c:pt idx="66">
                  <c:v>1.0716882</c:v>
                </c:pt>
                <c:pt idx="67">
                  <c:v>1.0714893</c:v>
                </c:pt>
                <c:pt idx="68">
                  <c:v>1.071365</c:v>
                </c:pt>
                <c:pt idx="69">
                  <c:v>1.0714365</c:v>
                </c:pt>
                <c:pt idx="70">
                  <c:v>1.0713525</c:v>
                </c:pt>
                <c:pt idx="71">
                  <c:v>1.0714611</c:v>
                </c:pt>
                <c:pt idx="72">
                  <c:v>1.0714314</c:v>
                </c:pt>
                <c:pt idx="73">
                  <c:v>1.0712664</c:v>
                </c:pt>
                <c:pt idx="74">
                  <c:v>1.071419</c:v>
                </c:pt>
                <c:pt idx="75">
                  <c:v>1.0712155</c:v>
                </c:pt>
                <c:pt idx="76">
                  <c:v>1.0711712</c:v>
                </c:pt>
                <c:pt idx="77">
                  <c:v>1.0713847</c:v>
                </c:pt>
                <c:pt idx="78">
                  <c:v>1.07129</c:v>
                </c:pt>
                <c:pt idx="79">
                  <c:v>1.0714097</c:v>
                </c:pt>
                <c:pt idx="80">
                  <c:v>1.0713516</c:v>
                </c:pt>
                <c:pt idx="81">
                  <c:v>1.0713358</c:v>
                </c:pt>
                <c:pt idx="82">
                  <c:v>1.0714517</c:v>
                </c:pt>
                <c:pt idx="83">
                  <c:v>1.0713798</c:v>
                </c:pt>
                <c:pt idx="84">
                  <c:v>1.0714822</c:v>
                </c:pt>
                <c:pt idx="85">
                  <c:v>1.0714911</c:v>
                </c:pt>
                <c:pt idx="86">
                  <c:v>1.07146</c:v>
                </c:pt>
                <c:pt idx="87">
                  <c:v>1.0713538</c:v>
                </c:pt>
                <c:pt idx="88">
                  <c:v>1.0712647</c:v>
                </c:pt>
                <c:pt idx="89">
                  <c:v>1.0712675</c:v>
                </c:pt>
                <c:pt idx="90">
                  <c:v>1.0710938</c:v>
                </c:pt>
                <c:pt idx="91">
                  <c:v>1.071115</c:v>
                </c:pt>
                <c:pt idx="92">
                  <c:v>1.0711085</c:v>
                </c:pt>
                <c:pt idx="93">
                  <c:v>1.0709851</c:v>
                </c:pt>
                <c:pt idx="94">
                  <c:v>1.0709845</c:v>
                </c:pt>
                <c:pt idx="95">
                  <c:v>1.0711068</c:v>
                </c:pt>
                <c:pt idx="96">
                  <c:v>1.0710123</c:v>
                </c:pt>
                <c:pt idx="97">
                  <c:v>1.0710343</c:v>
                </c:pt>
                <c:pt idx="98">
                  <c:v>1.0709292</c:v>
                </c:pt>
                <c:pt idx="99">
                  <c:v>1.0711251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QD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ΔQ(V)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중간 (731)</c:v>
          </c:tx>
          <c:spPr>
            <a:ln xmlns:a="http://schemas.openxmlformats.org/drawingml/2006/main" w="20003">
              <a:solidFill>
                <a:srgbClr val="2F73B7"/>
              </a:solidFill>
            </a:ln>
          </c:spPr>
          <c:marker>
            <c:symbol val="none"/>
            <c:size val="2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Data'!$B$2:$B$141</c:f>
              <c:numCache>
                <c:formatCode>General</c:formatCode>
                <c:ptCount val="140"/>
                <c:pt idx="0">
                  <c:v>-0.008212425903</c:v>
                </c:pt>
                <c:pt idx="1">
                  <c:v>-0.008449716943</c:v>
                </c:pt>
                <c:pt idx="2">
                  <c:v>-0.008784595666</c:v>
                </c:pt>
                <c:pt idx="3">
                  <c:v>-0.0088000885</c:v>
                </c:pt>
                <c:pt idx="4">
                  <c:v>-0.008974684068</c:v>
                </c:pt>
                <c:pt idx="5">
                  <c:v>-0.00910236902</c:v>
                </c:pt>
                <c:pt idx="6">
                  <c:v>-0.009185591335</c:v>
                </c:pt>
                <c:pt idx="7">
                  <c:v>-0.00926759953</c:v>
                </c:pt>
                <c:pt idx="8">
                  <c:v>-0.009453847906</c:v>
                </c:pt>
                <c:pt idx="9">
                  <c:v>-0.009627454752</c:v>
                </c:pt>
                <c:pt idx="10">
                  <c:v>-0.009883978887</c:v>
                </c:pt>
                <c:pt idx="11">
                  <c:v>-0.01016639213</c:v>
                </c:pt>
                <c:pt idx="12">
                  <c:v>-0.01034658834</c:v>
                </c:pt>
                <c:pt idx="13">
                  <c:v>-0.01040376618</c:v>
                </c:pt>
                <c:pt idx="14">
                  <c:v>-0.0107094703</c:v>
                </c:pt>
                <c:pt idx="15">
                  <c:v>-0.01097284746</c:v>
                </c:pt>
                <c:pt idx="16">
                  <c:v>-0.01110678688</c:v>
                </c:pt>
                <c:pt idx="17">
                  <c:v>-0.01135060448</c:v>
                </c:pt>
                <c:pt idx="18">
                  <c:v>-0.01168179132</c:v>
                </c:pt>
                <c:pt idx="19">
                  <c:v>-0.01195628045</c:v>
                </c:pt>
                <c:pt idx="20">
                  <c:v>-0.01234129249</c:v>
                </c:pt>
                <c:pt idx="21">
                  <c:v>-0.01266505087</c:v>
                </c:pt>
                <c:pt idx="22">
                  <c:v>-0.01287998586</c:v>
                </c:pt>
                <c:pt idx="23">
                  <c:v>-0.0133366657</c:v>
                </c:pt>
                <c:pt idx="24">
                  <c:v>-0.01359421639</c:v>
                </c:pt>
                <c:pt idx="25">
                  <c:v>-0.01402066209</c:v>
                </c:pt>
                <c:pt idx="26">
                  <c:v>-0.01446468372</c:v>
                </c:pt>
                <c:pt idx="27">
                  <c:v>-0.01479421312</c:v>
                </c:pt>
                <c:pt idx="28">
                  <c:v>-0.01527781286</c:v>
                </c:pt>
                <c:pt idx="29">
                  <c:v>-0.01562759421</c:v>
                </c:pt>
                <c:pt idx="30">
                  <c:v>-0.01604238605</c:v>
                </c:pt>
                <c:pt idx="31">
                  <c:v>-0.0163748853</c:v>
                </c:pt>
                <c:pt idx="32">
                  <c:v>-0.01674195906</c:v>
                </c:pt>
                <c:pt idx="33">
                  <c:v>-0.01708814964</c:v>
                </c:pt>
                <c:pt idx="34">
                  <c:v>-0.01751975394</c:v>
                </c:pt>
                <c:pt idx="35">
                  <c:v>-0.01777837395</c:v>
                </c:pt>
                <c:pt idx="36">
                  <c:v>-0.01801603265</c:v>
                </c:pt>
                <c:pt idx="37">
                  <c:v>-0.01830733334</c:v>
                </c:pt>
                <c:pt idx="38">
                  <c:v>-0.01853460789</c:v>
                </c:pt>
                <c:pt idx="39">
                  <c:v>-0.01887522903</c:v>
                </c:pt>
                <c:pt idx="40">
                  <c:v>-0.01911085376</c:v>
                </c:pt>
                <c:pt idx="41">
                  <c:v>-0.01953342809</c:v>
                </c:pt>
                <c:pt idx="42">
                  <c:v>-0.01988434902</c:v>
                </c:pt>
                <c:pt idx="43">
                  <c:v>-0.02015708218</c:v>
                </c:pt>
                <c:pt idx="44">
                  <c:v>-0.02030546362</c:v>
                </c:pt>
                <c:pt idx="45">
                  <c:v>-0.0206191152</c:v>
                </c:pt>
                <c:pt idx="46">
                  <c:v>-0.02100290036</c:v>
                </c:pt>
                <c:pt idx="47">
                  <c:v>-0.02142386752</c:v>
                </c:pt>
                <c:pt idx="48">
                  <c:v>-0.02175805066</c:v>
                </c:pt>
                <c:pt idx="49">
                  <c:v>-0.02221331305</c:v>
                </c:pt>
                <c:pt idx="50">
                  <c:v>-0.02261352463</c:v>
                </c:pt>
                <c:pt idx="51">
                  <c:v>-0.0230767413</c:v>
                </c:pt>
                <c:pt idx="52">
                  <c:v>-0.02356306703</c:v>
                </c:pt>
                <c:pt idx="53">
                  <c:v>-0.02392312579</c:v>
                </c:pt>
                <c:pt idx="54">
                  <c:v>-0.02439241353</c:v>
                </c:pt>
                <c:pt idx="55">
                  <c:v>-0.02484015344</c:v>
                </c:pt>
                <c:pt idx="56">
                  <c:v>-0.02532925777</c:v>
                </c:pt>
                <c:pt idx="57">
                  <c:v>-0.02595101535</c:v>
                </c:pt>
                <c:pt idx="58">
                  <c:v>-0.02650384293</c:v>
                </c:pt>
                <c:pt idx="59">
                  <c:v>-0.02706583605</c:v>
                </c:pt>
                <c:pt idx="60">
                  <c:v>-0.02761843503</c:v>
                </c:pt>
                <c:pt idx="61">
                  <c:v>-0.02824885774</c:v>
                </c:pt>
                <c:pt idx="62">
                  <c:v>-0.0288174392</c:v>
                </c:pt>
                <c:pt idx="63">
                  <c:v>-0.02934442943</c:v>
                </c:pt>
                <c:pt idx="64">
                  <c:v>-0.03001565194</c:v>
                </c:pt>
                <c:pt idx="65">
                  <c:v>-0.03071509142</c:v>
                </c:pt>
                <c:pt idx="66">
                  <c:v>-0.03134653446</c:v>
                </c:pt>
                <c:pt idx="67">
                  <c:v>-0.03213246435</c:v>
                </c:pt>
                <c:pt idx="68">
                  <c:v>-0.03283516033</c:v>
                </c:pt>
                <c:pt idx="69">
                  <c:v>-0.03358620853</c:v>
                </c:pt>
                <c:pt idx="70">
                  <c:v>-0.03430056409</c:v>
                </c:pt>
                <c:pt idx="71">
                  <c:v>-0.03511296715</c:v>
                </c:pt>
                <c:pt idx="72">
                  <c:v>-0.03584255329</c:v>
                </c:pt>
                <c:pt idx="73">
                  <c:v>-0.03662500179</c:v>
                </c:pt>
                <c:pt idx="74">
                  <c:v>-0.03755342836</c:v>
                </c:pt>
                <c:pt idx="75">
                  <c:v>-0.03839291407</c:v>
                </c:pt>
                <c:pt idx="76">
                  <c:v>-0.0391287041</c:v>
                </c:pt>
                <c:pt idx="77">
                  <c:v>-0.03998776925</c:v>
                </c:pt>
                <c:pt idx="78">
                  <c:v>-0.04098910718</c:v>
                </c:pt>
                <c:pt idx="79">
                  <c:v>-0.04185212349</c:v>
                </c:pt>
                <c:pt idx="80">
                  <c:v>-0.04250310842</c:v>
                </c:pt>
                <c:pt idx="81">
                  <c:v>-0.04316098803</c:v>
                </c:pt>
                <c:pt idx="82">
                  <c:v>-0.04368777551</c:v>
                </c:pt>
                <c:pt idx="83">
                  <c:v>-0.04416839937</c:v>
                </c:pt>
                <c:pt idx="84">
                  <c:v>-0.04481588381</c:v>
                </c:pt>
                <c:pt idx="85">
                  <c:v>-0.0454105894</c:v>
                </c:pt>
                <c:pt idx="86">
                  <c:v>-0.0452166728</c:v>
                </c:pt>
                <c:pt idx="87">
                  <c:v>-0.04555940996</c:v>
                </c:pt>
                <c:pt idx="88">
                  <c:v>-0.0452886137</c:v>
                </c:pt>
                <c:pt idx="89">
                  <c:v>-0.04540211464</c:v>
                </c:pt>
                <c:pt idx="90">
                  <c:v>-0.04470210292</c:v>
                </c:pt>
                <c:pt idx="91">
                  <c:v>-0.04397111709</c:v>
                </c:pt>
                <c:pt idx="92">
                  <c:v>-0.04324022146</c:v>
                </c:pt>
                <c:pt idx="93">
                  <c:v>-0.04241097822</c:v>
                </c:pt>
                <c:pt idx="94">
                  <c:v>-0.04144807741</c:v>
                </c:pt>
                <c:pt idx="95">
                  <c:v>-0.040866224</c:v>
                </c:pt>
                <c:pt idx="96">
                  <c:v>-0.04097797401</c:v>
                </c:pt>
                <c:pt idx="97">
                  <c:v>-0.04045796753</c:v>
                </c:pt>
                <c:pt idx="98">
                  <c:v>-0.04073992725</c:v>
                </c:pt>
                <c:pt idx="99">
                  <c:v>-0.04024207193</c:v>
                </c:pt>
                <c:pt idx="100">
                  <c:v>-0.03989499063</c:v>
                </c:pt>
                <c:pt idx="101">
                  <c:v>-0.03990588459</c:v>
                </c:pt>
                <c:pt idx="102">
                  <c:v>-0.03883104809</c:v>
                </c:pt>
                <c:pt idx="103">
                  <c:v>-0.037158691</c:v>
                </c:pt>
                <c:pt idx="104">
                  <c:v>-0.03749519284</c:v>
                </c:pt>
                <c:pt idx="105">
                  <c:v>-0.03788364747</c:v>
                </c:pt>
                <c:pt idx="106">
                  <c:v>-0.03670051996</c:v>
                </c:pt>
                <c:pt idx="107">
                  <c:v>-0.03437437091</c:v>
                </c:pt>
                <c:pt idx="108">
                  <c:v>-0.02831193039</c:v>
                </c:pt>
                <c:pt idx="109">
                  <c:v>-0.01766703914</c:v>
                </c:pt>
                <c:pt idx="110">
                  <c:v>-0.008261325467</c:v>
                </c:pt>
                <c:pt idx="111">
                  <c:v>-0.004401114398</c:v>
                </c:pt>
                <c:pt idx="112">
                  <c:v>-0.002793256705</c:v>
                </c:pt>
                <c:pt idx="113">
                  <c:v>-0.001819683439</c:v>
                </c:pt>
                <c:pt idx="114">
                  <c:v>-0.001349182991</c:v>
                </c:pt>
                <c:pt idx="115">
                  <c:v>-0.001050103195</c:v>
                </c:pt>
                <c:pt idx="116">
                  <c:v>-0.0008316218753</c:v>
                </c:pt>
                <c:pt idx="117">
                  <c:v>-0.0006953342121</c:v>
                </c:pt>
                <c:pt idx="118">
                  <c:v>-0.0005312496478</c:v>
                </c:pt>
                <c:pt idx="119">
                  <c:v>-0.0005031977834</c:v>
                </c:pt>
                <c:pt idx="120">
                  <c:v>-0.0004428791471</c:v>
                </c:pt>
                <c:pt idx="121">
                  <c:v>-0.0003823504474</c:v>
                </c:pt>
                <c:pt idx="122">
                  <c:v>-0.0003334734038</c:v>
                </c:pt>
                <c:pt idx="123">
                  <c:v>-0.0002985182355</c:v>
                </c:pt>
                <c:pt idx="124">
                  <c:v>-0.0002638195775</c:v>
                </c:pt>
                <c:pt idx="125">
                  <c:v>-0.0002278984667</c:v>
                </c:pt>
                <c:pt idx="126">
                  <c:v>-0.0001893651965</c:v>
                </c:pt>
                <c:pt idx="127">
                  <c:v>-0.0001792469728</c:v>
                </c:pt>
                <c:pt idx="128">
                  <c:v>-0.000153791044</c:v>
                </c:pt>
                <c:pt idx="129">
                  <c:v>-0.0001504792484</c:v>
                </c:pt>
                <c:pt idx="130">
                  <c:v>-0.0001186670147</c:v>
                </c:pt>
                <c:pt idx="131">
                  <c:v>-0.0001233006412</c:v>
                </c:pt>
                <c:pt idx="132">
                  <c:v>-0.0001035487595</c:v>
                </c:pt>
                <c:pt idx="133">
                  <c:v>-8.528908911E-05</c:v>
                </c:pt>
                <c:pt idx="134">
                  <c:v>-8.93367179E-05</c:v>
                </c:pt>
                <c:pt idx="135">
                  <c:v>-7.582738772E-05</c:v>
                </c:pt>
                <c:pt idx="136">
                  <c:v>-5.306397014E-05</c:v>
                </c:pt>
                <c:pt idx="137">
                  <c:v>-5.818881161E-05</c:v>
                </c:pt>
                <c:pt idx="138">
                  <c:v>-8.251031101E-05</c:v>
                </c:pt>
                <c:pt idx="139">
                  <c:v>-9.228022679E-05</c:v>
                </c:pt>
              </c:numCache>
            </c:numRef>
          </c:yVal>
        </c:ser>
        <c:ser>
          <c:idx val="1"/>
          <c:order val="1"/>
          <c:tx>
            <c:v>장수명 (1177)</c:v>
          </c:tx>
          <c:spPr>
            <a:ln xmlns:a="http://schemas.openxmlformats.org/drawingml/2006/main" w="20003">
              <a:solidFill>
                <a:srgbClr val="009B96"/>
              </a:solidFill>
            </a:ln>
          </c:spPr>
          <c:marker>
            <c:symbol val="none"/>
            <c:size val="2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Data'!$D$2:$D$141</c:f>
              <c:numCache>
                <c:formatCode>General</c:formatCode>
                <c:ptCount val="140"/>
                <c:pt idx="0">
                  <c:v>-0.0008093136698</c:v>
                </c:pt>
                <c:pt idx="1">
                  <c:v>-0.0008547552701</c:v>
                </c:pt>
                <c:pt idx="2">
                  <c:v>-0.0009624032004</c:v>
                </c:pt>
                <c:pt idx="3">
                  <c:v>-0.001025312229</c:v>
                </c:pt>
                <c:pt idx="4">
                  <c:v>-0.0009338610839</c:v>
                </c:pt>
                <c:pt idx="5">
                  <c:v>-0.0008704592973</c:v>
                </c:pt>
                <c:pt idx="6">
                  <c:v>-0.001127840396</c:v>
                </c:pt>
                <c:pt idx="7">
                  <c:v>-0.001109434664</c:v>
                </c:pt>
                <c:pt idx="8">
                  <c:v>-0.001060633345</c:v>
                </c:pt>
                <c:pt idx="9">
                  <c:v>-0.001273790009</c:v>
                </c:pt>
                <c:pt idx="10">
                  <c:v>-0.001323729714</c:v>
                </c:pt>
                <c:pt idx="11">
                  <c:v>-0.00126310044</c:v>
                </c:pt>
                <c:pt idx="12">
                  <c:v>-0.001310116735</c:v>
                </c:pt>
                <c:pt idx="13">
                  <c:v>-0.00137707854</c:v>
                </c:pt>
                <c:pt idx="14">
                  <c:v>-0.001500007863</c:v>
                </c:pt>
                <c:pt idx="15">
                  <c:v>-0.001380212156</c:v>
                </c:pt>
                <c:pt idx="16">
                  <c:v>-0.001467821366</c:v>
                </c:pt>
                <c:pt idx="17">
                  <c:v>-0.001740384608</c:v>
                </c:pt>
                <c:pt idx="18">
                  <c:v>-0.001523442536</c:v>
                </c:pt>
                <c:pt idx="19">
                  <c:v>-0.001897251512</c:v>
                </c:pt>
                <c:pt idx="20">
                  <c:v>-0.001794819861</c:v>
                </c:pt>
                <c:pt idx="21">
                  <c:v>-0.001745663171</c:v>
                </c:pt>
                <c:pt idx="22">
                  <c:v>-0.001787124222</c:v>
                </c:pt>
                <c:pt idx="23">
                  <c:v>-0.001787312142</c:v>
                </c:pt>
                <c:pt idx="24">
                  <c:v>-0.001983177109</c:v>
                </c:pt>
                <c:pt idx="25">
                  <c:v>-0.001896845479</c:v>
                </c:pt>
                <c:pt idx="26">
                  <c:v>-0.001983384884</c:v>
                </c:pt>
                <c:pt idx="27">
                  <c:v>-0.002097028918</c:v>
                </c:pt>
                <c:pt idx="28">
                  <c:v>-0.0020904744</c:v>
                </c:pt>
                <c:pt idx="29">
                  <c:v>-0.002120823259</c:v>
                </c:pt>
                <c:pt idx="30">
                  <c:v>-0.002066645931</c:v>
                </c:pt>
                <c:pt idx="31">
                  <c:v>-0.002322000906</c:v>
                </c:pt>
                <c:pt idx="32">
                  <c:v>-0.002466718982</c:v>
                </c:pt>
                <c:pt idx="33">
                  <c:v>-0.002358428985</c:v>
                </c:pt>
                <c:pt idx="34">
                  <c:v>-0.002368387616</c:v>
                </c:pt>
                <c:pt idx="35">
                  <c:v>-0.002554143688</c:v>
                </c:pt>
                <c:pt idx="36">
                  <c:v>-0.002544307927</c:v>
                </c:pt>
                <c:pt idx="37">
                  <c:v>-0.002679740849</c:v>
                </c:pt>
                <c:pt idx="38">
                  <c:v>-0.002329401903</c:v>
                </c:pt>
                <c:pt idx="39">
                  <c:v>-0.002642228926</c:v>
                </c:pt>
                <c:pt idx="40">
                  <c:v>-0.002818740992</c:v>
                </c:pt>
                <c:pt idx="41">
                  <c:v>-0.002982037917</c:v>
                </c:pt>
                <c:pt idx="42">
                  <c:v>-0.002978450636</c:v>
                </c:pt>
                <c:pt idx="43">
                  <c:v>-0.003211678016</c:v>
                </c:pt>
                <c:pt idx="44">
                  <c:v>-0.003077904166</c:v>
                </c:pt>
                <c:pt idx="45">
                  <c:v>-0.003382490954</c:v>
                </c:pt>
                <c:pt idx="46">
                  <c:v>-0.003214595783</c:v>
                </c:pt>
                <c:pt idx="47">
                  <c:v>-0.003243691483</c:v>
                </c:pt>
                <c:pt idx="48">
                  <c:v>-0.003369278164</c:v>
                </c:pt>
                <c:pt idx="49">
                  <c:v>-0.003352571967</c:v>
                </c:pt>
                <c:pt idx="50">
                  <c:v>-0.003490449178</c:v>
                </c:pt>
                <c:pt idx="51">
                  <c:v>-0.003602339588</c:v>
                </c:pt>
                <c:pt idx="52">
                  <c:v>-0.003724874801</c:v>
                </c:pt>
                <c:pt idx="53">
                  <c:v>-0.003729425357</c:v>
                </c:pt>
                <c:pt idx="54">
                  <c:v>-0.004022125855</c:v>
                </c:pt>
                <c:pt idx="55">
                  <c:v>-0.004155567954</c:v>
                </c:pt>
                <c:pt idx="56">
                  <c:v>-0.004333091391</c:v>
                </c:pt>
                <c:pt idx="57">
                  <c:v>-0.004388003632</c:v>
                </c:pt>
                <c:pt idx="58">
                  <c:v>-0.004624869336</c:v>
                </c:pt>
                <c:pt idx="59">
                  <c:v>-0.004472824511</c:v>
                </c:pt>
                <c:pt idx="60">
                  <c:v>-0.004841956884</c:v>
                </c:pt>
                <c:pt idx="61">
                  <c:v>-0.005156871052</c:v>
                </c:pt>
                <c:pt idx="62">
                  <c:v>-0.00490543339</c:v>
                </c:pt>
                <c:pt idx="63">
                  <c:v>-0.005517294104</c:v>
                </c:pt>
                <c:pt idx="64">
                  <c:v>-0.005320957395</c:v>
                </c:pt>
                <c:pt idx="65">
                  <c:v>-0.005540938707</c:v>
                </c:pt>
                <c:pt idx="66">
                  <c:v>-0.005999205445</c:v>
                </c:pt>
                <c:pt idx="67">
                  <c:v>-0.005964533271</c:v>
                </c:pt>
                <c:pt idx="68">
                  <c:v>-0.006112444199</c:v>
                </c:pt>
                <c:pt idx="69">
                  <c:v>-0.006088826368</c:v>
                </c:pt>
                <c:pt idx="70">
                  <c:v>-0.00657008285</c:v>
                </c:pt>
                <c:pt idx="71">
                  <c:v>-0.006894908365</c:v>
                </c:pt>
                <c:pt idx="72">
                  <c:v>-0.006970415948</c:v>
                </c:pt>
                <c:pt idx="73">
                  <c:v>-0.007227534144</c:v>
                </c:pt>
                <c:pt idx="74">
                  <c:v>-0.007326248374</c:v>
                </c:pt>
                <c:pt idx="75">
                  <c:v>-0.007500040487</c:v>
                </c:pt>
                <c:pt idx="76">
                  <c:v>-0.0075942615</c:v>
                </c:pt>
                <c:pt idx="77">
                  <c:v>-0.00802116349</c:v>
                </c:pt>
                <c:pt idx="78">
                  <c:v>-0.008043335375</c:v>
                </c:pt>
                <c:pt idx="79">
                  <c:v>-0.00803334656</c:v>
                </c:pt>
                <c:pt idx="80">
                  <c:v>-0.008182663543</c:v>
                </c:pt>
                <c:pt idx="81">
                  <c:v>-0.008154925658</c:v>
                </c:pt>
                <c:pt idx="82">
                  <c:v>-0.00821470845</c:v>
                </c:pt>
                <c:pt idx="83">
                  <c:v>-0.008334978444</c:v>
                </c:pt>
                <c:pt idx="84">
                  <c:v>-0.008289900703</c:v>
                </c:pt>
                <c:pt idx="85">
                  <c:v>-0.008490046172</c:v>
                </c:pt>
                <c:pt idx="86">
                  <c:v>-0.00828967335</c:v>
                </c:pt>
                <c:pt idx="87">
                  <c:v>-0.009009305258</c:v>
                </c:pt>
                <c:pt idx="88">
                  <c:v>-0.008746843668</c:v>
                </c:pt>
                <c:pt idx="89">
                  <c:v>-0.009123400656</c:v>
                </c:pt>
                <c:pt idx="90">
                  <c:v>-0.009039837185</c:v>
                </c:pt>
                <c:pt idx="91">
                  <c:v>-0.009540407638</c:v>
                </c:pt>
                <c:pt idx="92">
                  <c:v>-0.009604476619</c:v>
                </c:pt>
                <c:pt idx="93">
                  <c:v>-0.009857408347</c:v>
                </c:pt>
                <c:pt idx="94">
                  <c:v>-0.0103893091</c:v>
                </c:pt>
                <c:pt idx="95">
                  <c:v>-0.01083509399</c:v>
                </c:pt>
                <c:pt idx="96">
                  <c:v>-0.01131669548</c:v>
                </c:pt>
                <c:pt idx="97">
                  <c:v>-0.01186133501</c:v>
                </c:pt>
                <c:pt idx="98">
                  <c:v>-0.01224666853</c:v>
                </c:pt>
                <c:pt idx="99">
                  <c:v>-0.01274815814</c:v>
                </c:pt>
                <c:pt idx="100">
                  <c:v>-0.01326722643</c:v>
                </c:pt>
                <c:pt idx="101">
                  <c:v>-0.01385262792</c:v>
                </c:pt>
                <c:pt idx="102">
                  <c:v>-0.01351059058</c:v>
                </c:pt>
                <c:pt idx="103">
                  <c:v>-0.01414195751</c:v>
                </c:pt>
                <c:pt idx="104">
                  <c:v>-0.01416391017</c:v>
                </c:pt>
                <c:pt idx="105">
                  <c:v>-0.01555138385</c:v>
                </c:pt>
                <c:pt idx="106">
                  <c:v>-0.01692144178</c:v>
                </c:pt>
                <c:pt idx="107">
                  <c:v>-0.01707857135</c:v>
                </c:pt>
                <c:pt idx="108">
                  <c:v>-0.01620411939</c:v>
                </c:pt>
                <c:pt idx="109">
                  <c:v>-0.01162916081</c:v>
                </c:pt>
                <c:pt idx="110">
                  <c:v>-0.005612136632</c:v>
                </c:pt>
                <c:pt idx="111">
                  <c:v>-0.002906607833</c:v>
                </c:pt>
                <c:pt idx="112">
                  <c:v>-0.001596800664</c:v>
                </c:pt>
                <c:pt idx="113">
                  <c:v>-0.001135065017</c:v>
                </c:pt>
                <c:pt idx="114">
                  <c:v>-0.0008373781235</c:v>
                </c:pt>
                <c:pt idx="115">
                  <c:v>-0.0005860543811</c:v>
                </c:pt>
                <c:pt idx="116">
                  <c:v>-0.0004793801324</c:v>
                </c:pt>
                <c:pt idx="117">
                  <c:v>-0.0004367751166</c:v>
                </c:pt>
                <c:pt idx="118">
                  <c:v>-0.0003854142843</c:v>
                </c:pt>
                <c:pt idx="119">
                  <c:v>-0.0002937899386</c:v>
                </c:pt>
                <c:pt idx="120">
                  <c:v>-0.0002537559209</c:v>
                </c:pt>
                <c:pt idx="121">
                  <c:v>-0.000231971546</c:v>
                </c:pt>
                <c:pt idx="122">
                  <c:v>-0.000208412675</c:v>
                </c:pt>
                <c:pt idx="123">
                  <c:v>-0.000184683182</c:v>
                </c:pt>
                <c:pt idx="124">
                  <c:v>-0.0001601651005</c:v>
                </c:pt>
                <c:pt idx="125">
                  <c:v>-0.0001497592108</c:v>
                </c:pt>
                <c:pt idx="126">
                  <c:v>-0.0001311361174</c:v>
                </c:pt>
                <c:pt idx="127">
                  <c:v>-0.000105664031</c:v>
                </c:pt>
                <c:pt idx="128">
                  <c:v>-9.227202836E-05</c:v>
                </c:pt>
                <c:pt idx="129">
                  <c:v>-8.540848333E-05</c:v>
                </c:pt>
                <c:pt idx="130">
                  <c:v>-7.655685057E-05</c:v>
                </c:pt>
                <c:pt idx="131">
                  <c:v>-6.059146131E-05</c:v>
                </c:pt>
                <c:pt idx="132">
                  <c:v>-4.812193524E-05</c:v>
                </c:pt>
                <c:pt idx="133">
                  <c:v>-3.258062284E-05</c:v>
                </c:pt>
                <c:pt idx="134">
                  <c:v>-2.429383076E-05</c:v>
                </c:pt>
                <c:pt idx="135">
                  <c:v>-1.777883562E-05</c:v>
                </c:pt>
                <c:pt idx="136">
                  <c:v>-7.018097781E-06</c:v>
                </c:pt>
                <c:pt idx="137">
                  <c:v>1.152410766E-05</c:v>
                </c:pt>
                <c:pt idx="138">
                  <c:v>9.07366847E-06</c:v>
                </c:pt>
                <c:pt idx="139">
                  <c:v>8.780441738E-06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ΔQ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3.6"/>
          <c:min val="2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Voltage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385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log Var(ΔQ)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Batch1</c:v>
          </c:tx>
          <c:spPr>
            <a:solidFill xmlns:a="http://schemas.openxmlformats.org/drawingml/2006/main">
              <a:srgbClr val="2F73B7"/>
            </a:solidFill>
            <a:ln xmlns:a="http://schemas.openxmlformats.org/drawingml/2006/main" w="9525">
              <a:solidFill>
                <a:srgbClr val="2F73B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F73B7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-5.014861043</c:v>
                </c:pt>
                <c:pt idx="1">
                  <c:v>-5.013959617</c:v>
                </c:pt>
                <c:pt idx="2">
                  <c:v>-4.736999742</c:v>
                </c:pt>
                <c:pt idx="3">
                  <c:v>-4.442613359</c:v>
                </c:pt>
                <c:pt idx="4">
                  <c:v>-4.64774366</c:v>
                </c:pt>
                <c:pt idx="5">
                  <c:v>-4.178877963</c:v>
                </c:pt>
                <c:pt idx="6">
                  <c:v>-3.7688779</c:v>
                </c:pt>
                <c:pt idx="7">
                  <c:v>-3.813486077</c:v>
                </c:pt>
                <c:pt idx="8">
                  <c:v>-4.059383678</c:v>
                </c:pt>
                <c:pt idx="9">
                  <c:v>-4.146896531</c:v>
                </c:pt>
                <c:pt idx="10">
                  <c:v>-4.04606984</c:v>
                </c:pt>
                <c:pt idx="11">
                  <c:v>-4.017949103</c:v>
                </c:pt>
                <c:pt idx="12">
                  <c:v>-4.099413675</c:v>
                </c:pt>
                <c:pt idx="13">
                  <c:v>-3.970159451</c:v>
                </c:pt>
                <c:pt idx="14">
                  <c:v>-3.650080545</c:v>
                </c:pt>
                <c:pt idx="15">
                  <c:v>-3.619906827</c:v>
                </c:pt>
                <c:pt idx="16">
                  <c:v>-3.36723741</c:v>
                </c:pt>
                <c:pt idx="17">
                  <c:v>-3.350338052</c:v>
                </c:pt>
                <c:pt idx="18">
                  <c:v>-4.040793643</c:v>
                </c:pt>
                <c:pt idx="19">
                  <c:v>-3.938662524</c:v>
                </c:pt>
                <c:pt idx="20">
                  <c:v>-4.027888821</c:v>
                </c:pt>
                <c:pt idx="21">
                  <c:v>-3.795219997</c:v>
                </c:pt>
                <c:pt idx="22">
                  <c:v>-3.8537032</c:v>
                </c:pt>
                <c:pt idx="23">
                  <c:v>-3.844711807</c:v>
                </c:pt>
                <c:pt idx="24">
                  <c:v>-3.838281705</c:v>
                </c:pt>
                <c:pt idx="25">
                  <c:v>-3.744699218</c:v>
                </c:pt>
                <c:pt idx="26">
                  <c:v>-3.777732624</c:v>
                </c:pt>
                <c:pt idx="27">
                  <c:v>-3.646463497</c:v>
                </c:pt>
                <c:pt idx="28">
                  <c:v>-3.667057598</c:v>
                </c:pt>
                <c:pt idx="29">
                  <c:v>-3.848616157</c:v>
                </c:pt>
                <c:pt idx="30">
                  <c:v>-3.772605816</c:v>
                </c:pt>
                <c:pt idx="31">
                  <c:v>-3.669501343</c:v>
                </c:pt>
                <c:pt idx="32">
                  <c:v>-3.673938893</c:v>
                </c:pt>
                <c:pt idx="33">
                  <c:v>-3.433048174</c:v>
                </c:pt>
                <c:pt idx="34">
                  <c:v>-3.50453372</c:v>
                </c:pt>
                <c:pt idx="35">
                  <c:v>-4.055212705</c:v>
                </c:pt>
                <c:pt idx="36">
                  <c:v>-4.071513969</c:v>
                </c:pt>
                <c:pt idx="37">
                  <c:v>-3.665855785</c:v>
                </c:pt>
                <c:pt idx="38">
                  <c:v>-3.667779072</c:v>
                </c:pt>
                <c:pt idx="39">
                  <c:v>-3.420700005</c:v>
                </c:pt>
                <c:pt idx="40">
                  <c:v>-3.425292236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1190</c:v>
                </c:pt>
                <c:pt idx="1">
                  <c:v>1179</c:v>
                </c:pt>
                <c:pt idx="2">
                  <c:v>1177</c:v>
                </c:pt>
                <c:pt idx="3">
                  <c:v>1226</c:v>
                </c:pt>
                <c:pt idx="4">
                  <c:v>1227</c:v>
                </c:pt>
                <c:pt idx="5">
                  <c:v>1074</c:v>
                </c:pt>
                <c:pt idx="6">
                  <c:v>636</c:v>
                </c:pt>
                <c:pt idx="7">
                  <c:v>870</c:v>
                </c:pt>
                <c:pt idx="8">
                  <c:v>1054</c:v>
                </c:pt>
                <c:pt idx="9">
                  <c:v>788</c:v>
                </c:pt>
                <c:pt idx="10">
                  <c:v>880</c:v>
                </c:pt>
                <c:pt idx="11">
                  <c:v>719</c:v>
                </c:pt>
                <c:pt idx="12">
                  <c:v>862</c:v>
                </c:pt>
                <c:pt idx="13">
                  <c:v>857</c:v>
                </c:pt>
                <c:pt idx="14">
                  <c:v>691</c:v>
                </c:pt>
                <c:pt idx="15">
                  <c:v>788</c:v>
                </c:pt>
                <c:pt idx="16">
                  <c:v>534</c:v>
                </c:pt>
                <c:pt idx="17">
                  <c:v>559</c:v>
                </c:pt>
                <c:pt idx="18">
                  <c:v>1014</c:v>
                </c:pt>
                <c:pt idx="19">
                  <c:v>1017</c:v>
                </c:pt>
                <c:pt idx="20">
                  <c:v>854</c:v>
                </c:pt>
                <c:pt idx="21">
                  <c:v>870</c:v>
                </c:pt>
                <c:pt idx="22">
                  <c:v>842</c:v>
                </c:pt>
                <c:pt idx="23">
                  <c:v>860</c:v>
                </c:pt>
                <c:pt idx="24">
                  <c:v>917</c:v>
                </c:pt>
                <c:pt idx="25">
                  <c:v>709</c:v>
                </c:pt>
                <c:pt idx="26">
                  <c:v>876</c:v>
                </c:pt>
                <c:pt idx="27">
                  <c:v>731</c:v>
                </c:pt>
                <c:pt idx="28">
                  <c:v>757</c:v>
                </c:pt>
                <c:pt idx="29">
                  <c:v>742</c:v>
                </c:pt>
                <c:pt idx="30">
                  <c:v>703</c:v>
                </c:pt>
                <c:pt idx="31">
                  <c:v>704</c:v>
                </c:pt>
                <c:pt idx="32">
                  <c:v>648</c:v>
                </c:pt>
                <c:pt idx="33">
                  <c:v>617</c:v>
                </c:pt>
                <c:pt idx="34">
                  <c:v>625</c:v>
                </c:pt>
                <c:pt idx="35">
                  <c:v>966</c:v>
                </c:pt>
                <c:pt idx="36">
                  <c:v>1051</c:v>
                </c:pt>
                <c:pt idx="37">
                  <c:v>702</c:v>
                </c:pt>
                <c:pt idx="38">
                  <c:v>651</c:v>
                </c:pt>
                <c:pt idx="39">
                  <c:v>616</c:v>
                </c:pt>
                <c:pt idx="40">
                  <c:v>599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-3"/>
          <c:min val="-5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log10 Var(ΔQ)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ΔQ(V)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단수명 (450)</c:v>
          </c:tx>
          <c:spPr>
            <a:ln xmlns:a="http://schemas.openxmlformats.org/drawingml/2006/main" w="20003">
              <a:solidFill>
                <a:srgbClr val="F28C28"/>
              </a:solidFill>
            </a:ln>
          </c:spPr>
          <c:marker>
            <c:symbol val="none"/>
            <c:size val="2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Data'!$B$2:$B$141</c:f>
              <c:numCache>
                <c:formatCode>General</c:formatCode>
                <c:ptCount val="140"/>
                <c:pt idx="0">
                  <c:v>-0.02482210856</c:v>
                </c:pt>
                <c:pt idx="1">
                  <c:v>-0.02488911456</c:v>
                </c:pt>
                <c:pt idx="2">
                  <c:v>-0.02495174493</c:v>
                </c:pt>
                <c:pt idx="3">
                  <c:v>-0.02503177849</c:v>
                </c:pt>
                <c:pt idx="4">
                  <c:v>-0.02511132325</c:v>
                </c:pt>
                <c:pt idx="5">
                  <c:v>-0.02518954228</c:v>
                </c:pt>
                <c:pt idx="6">
                  <c:v>-0.02526360953</c:v>
                </c:pt>
                <c:pt idx="7">
                  <c:v>-0.02536464308</c:v>
                </c:pt>
                <c:pt idx="8">
                  <c:v>-0.02547373662</c:v>
                </c:pt>
                <c:pt idx="9">
                  <c:v>-0.02559999538</c:v>
                </c:pt>
                <c:pt idx="10">
                  <c:v>-0.02571400874</c:v>
                </c:pt>
                <c:pt idx="11">
                  <c:v>-0.02584267594</c:v>
                </c:pt>
                <c:pt idx="12">
                  <c:v>-0.02596871388</c:v>
                </c:pt>
                <c:pt idx="13">
                  <c:v>-0.02612006508</c:v>
                </c:pt>
                <c:pt idx="14">
                  <c:v>-0.0262963289</c:v>
                </c:pt>
                <c:pt idx="15">
                  <c:v>-0.02646629059</c:v>
                </c:pt>
                <c:pt idx="16">
                  <c:v>-0.02663801029</c:v>
                </c:pt>
                <c:pt idx="17">
                  <c:v>-0.0268361085</c:v>
                </c:pt>
                <c:pt idx="18">
                  <c:v>-0.02704451853</c:v>
                </c:pt>
                <c:pt idx="19">
                  <c:v>-0.02729754667</c:v>
                </c:pt>
                <c:pt idx="20">
                  <c:v>-0.0275318527</c:v>
                </c:pt>
                <c:pt idx="21">
                  <c:v>-0.0277839231</c:v>
                </c:pt>
                <c:pt idx="22">
                  <c:v>-0.02806745712</c:v>
                </c:pt>
                <c:pt idx="23">
                  <c:v>-0.02837906397</c:v>
                </c:pt>
                <c:pt idx="24">
                  <c:v>-0.02869831529</c:v>
                </c:pt>
                <c:pt idx="25">
                  <c:v>-0.02910811643</c:v>
                </c:pt>
                <c:pt idx="26">
                  <c:v>-0.02951468657</c:v>
                </c:pt>
                <c:pt idx="27">
                  <c:v>-0.02996753191</c:v>
                </c:pt>
                <c:pt idx="28">
                  <c:v>-0.03047027685</c:v>
                </c:pt>
                <c:pt idx="29">
                  <c:v>-0.03104123433</c:v>
                </c:pt>
                <c:pt idx="30">
                  <c:v>-0.03181601271</c:v>
                </c:pt>
                <c:pt idx="31">
                  <c:v>-0.03260714812</c:v>
                </c:pt>
                <c:pt idx="32">
                  <c:v>-0.03356766351</c:v>
                </c:pt>
                <c:pt idx="33">
                  <c:v>-0.03472236497</c:v>
                </c:pt>
                <c:pt idx="34">
                  <c:v>-0.03601224491</c:v>
                </c:pt>
                <c:pt idx="35">
                  <c:v>-0.03745850962</c:v>
                </c:pt>
                <c:pt idx="36">
                  <c:v>-0.03853546879</c:v>
                </c:pt>
                <c:pt idx="37">
                  <c:v>-0.03941544481</c:v>
                </c:pt>
                <c:pt idx="38">
                  <c:v>-0.04016351036</c:v>
                </c:pt>
                <c:pt idx="39">
                  <c:v>-0.04079247272</c:v>
                </c:pt>
                <c:pt idx="40">
                  <c:v>-0.04133350925</c:v>
                </c:pt>
                <c:pt idx="41">
                  <c:v>-0.04191077865</c:v>
                </c:pt>
                <c:pt idx="42">
                  <c:v>-0.04237699657</c:v>
                </c:pt>
                <c:pt idx="43">
                  <c:v>-0.04285807123</c:v>
                </c:pt>
                <c:pt idx="44">
                  <c:v>-0.04331949381</c:v>
                </c:pt>
                <c:pt idx="45">
                  <c:v>-0.04379056255</c:v>
                </c:pt>
                <c:pt idx="46">
                  <c:v>-0.04434905031</c:v>
                </c:pt>
                <c:pt idx="47">
                  <c:v>-0.04485046672</c:v>
                </c:pt>
                <c:pt idx="48">
                  <c:v>-0.04537377375</c:v>
                </c:pt>
                <c:pt idx="49">
                  <c:v>-0.04590470442</c:v>
                </c:pt>
                <c:pt idx="50">
                  <c:v>-0.04644704255</c:v>
                </c:pt>
                <c:pt idx="51">
                  <c:v>-0.04708519005</c:v>
                </c:pt>
                <c:pt idx="52">
                  <c:v>-0.04765663432</c:v>
                </c:pt>
                <c:pt idx="53">
                  <c:v>-0.04822838989</c:v>
                </c:pt>
                <c:pt idx="54">
                  <c:v>-0.04884686331</c:v>
                </c:pt>
                <c:pt idx="55">
                  <c:v>-0.04947735239</c:v>
                </c:pt>
                <c:pt idx="56">
                  <c:v>-0.05009195444</c:v>
                </c:pt>
                <c:pt idx="57">
                  <c:v>-0.0508427362</c:v>
                </c:pt>
                <c:pt idx="58">
                  <c:v>-0.05151713032</c:v>
                </c:pt>
                <c:pt idx="59">
                  <c:v>-0.05219550928</c:v>
                </c:pt>
                <c:pt idx="60">
                  <c:v>-0.05290273189</c:v>
                </c:pt>
                <c:pt idx="61">
                  <c:v>-0.05359097646</c:v>
                </c:pt>
                <c:pt idx="62">
                  <c:v>-0.05444872626</c:v>
                </c:pt>
                <c:pt idx="63">
                  <c:v>-0.05520260106</c:v>
                </c:pt>
                <c:pt idx="64">
                  <c:v>-0.0559526107</c:v>
                </c:pt>
                <c:pt idx="65">
                  <c:v>-0.05674587298</c:v>
                </c:pt>
                <c:pt idx="66">
                  <c:v>-0.05752406807</c:v>
                </c:pt>
                <c:pt idx="67">
                  <c:v>-0.05843930192</c:v>
                </c:pt>
                <c:pt idx="68">
                  <c:v>-0.05925663562</c:v>
                </c:pt>
                <c:pt idx="69">
                  <c:v>-0.06007050495</c:v>
                </c:pt>
                <c:pt idx="70">
                  <c:v>-0.06091201982</c:v>
                </c:pt>
                <c:pt idx="71">
                  <c:v>-0.06176187435</c:v>
                </c:pt>
                <c:pt idx="72">
                  <c:v>-0.06263844361</c:v>
                </c:pt>
                <c:pt idx="73">
                  <c:v>-0.06359012664</c:v>
                </c:pt>
                <c:pt idx="74">
                  <c:v>-0.06449879349</c:v>
                </c:pt>
                <c:pt idx="75">
                  <c:v>-0.06533676401</c:v>
                </c:pt>
                <c:pt idx="76">
                  <c:v>-0.06620568649</c:v>
                </c:pt>
                <c:pt idx="77">
                  <c:v>-0.06705396708</c:v>
                </c:pt>
                <c:pt idx="78">
                  <c:v>-0.06797050223</c:v>
                </c:pt>
                <c:pt idx="79">
                  <c:v>-0.06875774925</c:v>
                </c:pt>
                <c:pt idx="80">
                  <c:v>-0.06953988749</c:v>
                </c:pt>
                <c:pt idx="81">
                  <c:v>-0.07022061658</c:v>
                </c:pt>
                <c:pt idx="82">
                  <c:v>-0.07088091972</c:v>
                </c:pt>
                <c:pt idx="83">
                  <c:v>-0.07153222391</c:v>
                </c:pt>
                <c:pt idx="84">
                  <c:v>-0.07202455889</c:v>
                </c:pt>
                <c:pt idx="85">
                  <c:v>-0.07242635113</c:v>
                </c:pt>
                <c:pt idx="86">
                  <c:v>-0.07281739235</c:v>
                </c:pt>
                <c:pt idx="87">
                  <c:v>-0.07308031168</c:v>
                </c:pt>
                <c:pt idx="88">
                  <c:v>-0.07319570049</c:v>
                </c:pt>
                <c:pt idx="89">
                  <c:v>-0.07329632819</c:v>
                </c:pt>
                <c:pt idx="90">
                  <c:v>-0.07311590232</c:v>
                </c:pt>
                <c:pt idx="91">
                  <c:v>-0.07274093128</c:v>
                </c:pt>
                <c:pt idx="92">
                  <c:v>-0.07207507697</c:v>
                </c:pt>
                <c:pt idx="93">
                  <c:v>-0.07114116211</c:v>
                </c:pt>
                <c:pt idx="94">
                  <c:v>-0.07005674963</c:v>
                </c:pt>
                <c:pt idx="95">
                  <c:v>-0.06911344809</c:v>
                </c:pt>
                <c:pt idx="96">
                  <c:v>-0.06823704509</c:v>
                </c:pt>
                <c:pt idx="97">
                  <c:v>-0.0673235973</c:v>
                </c:pt>
                <c:pt idx="98">
                  <c:v>-0.06655414563</c:v>
                </c:pt>
                <c:pt idx="99">
                  <c:v>-0.06557383901</c:v>
                </c:pt>
                <c:pt idx="100">
                  <c:v>-0.06470762106</c:v>
                </c:pt>
                <c:pt idx="101">
                  <c:v>-0.06376048511</c:v>
                </c:pt>
                <c:pt idx="102">
                  <c:v>-0.06322057175</c:v>
                </c:pt>
                <c:pt idx="103">
                  <c:v>-0.06289563992</c:v>
                </c:pt>
                <c:pt idx="104">
                  <c:v>-0.06263763399</c:v>
                </c:pt>
                <c:pt idx="105">
                  <c:v>-0.06274063077</c:v>
                </c:pt>
                <c:pt idx="106">
                  <c:v>-0.06018990936</c:v>
                </c:pt>
                <c:pt idx="107">
                  <c:v>-0.0525666215</c:v>
                </c:pt>
                <c:pt idx="108">
                  <c:v>-0.03695482827</c:v>
                </c:pt>
                <c:pt idx="109">
                  <c:v>-0.01941764912</c:v>
                </c:pt>
                <c:pt idx="110">
                  <c:v>-0.008436459778</c:v>
                </c:pt>
                <c:pt idx="111">
                  <c:v>-0.004676236765</c:v>
                </c:pt>
                <c:pt idx="112">
                  <c:v>-0.002975531625</c:v>
                </c:pt>
                <c:pt idx="113">
                  <c:v>-0.002104215458</c:v>
                </c:pt>
                <c:pt idx="114">
                  <c:v>-0.001564853891</c:v>
                </c:pt>
                <c:pt idx="115">
                  <c:v>-0.001183482198</c:v>
                </c:pt>
                <c:pt idx="116">
                  <c:v>-0.0009646670779</c:v>
                </c:pt>
                <c:pt idx="117">
                  <c:v>-0.0007952497314</c:v>
                </c:pt>
                <c:pt idx="118">
                  <c:v>-0.0006631801406</c:v>
                </c:pt>
                <c:pt idx="119">
                  <c:v>-0.0005531893176</c:v>
                </c:pt>
                <c:pt idx="120">
                  <c:v>-0.0004768261583</c:v>
                </c:pt>
                <c:pt idx="121">
                  <c:v>-0.0003976577113</c:v>
                </c:pt>
                <c:pt idx="122">
                  <c:v>-0.0003404044555</c:v>
                </c:pt>
                <c:pt idx="123">
                  <c:v>-0.0002869365125</c:v>
                </c:pt>
                <c:pt idx="124">
                  <c:v>-0.000254866779</c:v>
                </c:pt>
                <c:pt idx="125">
                  <c:v>-0.0002201468275</c:v>
                </c:pt>
                <c:pt idx="126">
                  <c:v>-0.0001775931853</c:v>
                </c:pt>
                <c:pt idx="127">
                  <c:v>-0.0001506603596</c:v>
                </c:pt>
                <c:pt idx="128">
                  <c:v>-0.0001324082518</c:v>
                </c:pt>
                <c:pt idx="129">
                  <c:v>-0.0001172310157</c:v>
                </c:pt>
                <c:pt idx="130">
                  <c:v>-9.355702187E-05</c:v>
                </c:pt>
                <c:pt idx="131">
                  <c:v>-7.826837113E-05</c:v>
                </c:pt>
                <c:pt idx="132">
                  <c:v>-6.667741758E-05</c:v>
                </c:pt>
                <c:pt idx="133">
                  <c:v>-5.59853176E-05</c:v>
                </c:pt>
                <c:pt idx="134">
                  <c:v>-4.800535221E-05</c:v>
                </c:pt>
                <c:pt idx="135">
                  <c:v>-4.285996464E-05</c:v>
                </c:pt>
                <c:pt idx="136">
                  <c:v>-3.54613882E-05</c:v>
                </c:pt>
                <c:pt idx="137">
                  <c:v>-1.741503034E-05</c:v>
                </c:pt>
                <c:pt idx="138">
                  <c:v>-1.562289126E-05</c:v>
                </c:pt>
                <c:pt idx="139">
                  <c:v>-1.797096058E-05</c:v>
                </c:pt>
              </c:numCache>
            </c:numRef>
          </c:yVal>
        </c:ser>
        <c:ser>
          <c:idx val="1"/>
          <c:order val="1"/>
          <c:tx>
            <c:v>중간 (809)</c:v>
          </c:tx>
          <c:spPr>
            <a:ln xmlns:a="http://schemas.openxmlformats.org/drawingml/2006/main" w="20003">
              <a:solidFill>
                <a:srgbClr val="2F73B7"/>
              </a:solidFill>
            </a:ln>
          </c:spPr>
          <c:marker>
            <c:symbol val="none"/>
            <c:size val="2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Data'!$D$2:$D$141</c:f>
              <c:numCache>
                <c:formatCode>General</c:formatCode>
                <c:ptCount val="140"/>
                <c:pt idx="0">
                  <c:v>-0.008745242105</c:v>
                </c:pt>
                <c:pt idx="1">
                  <c:v>-0.008833376895</c:v>
                </c:pt>
                <c:pt idx="2">
                  <c:v>-0.008926640536</c:v>
                </c:pt>
                <c:pt idx="3">
                  <c:v>-0.009053780275</c:v>
                </c:pt>
                <c:pt idx="4">
                  <c:v>-0.00919152296</c:v>
                </c:pt>
                <c:pt idx="5">
                  <c:v>-0.009331409982</c:v>
                </c:pt>
                <c:pt idx="6">
                  <c:v>-0.009473397882</c:v>
                </c:pt>
                <c:pt idx="7">
                  <c:v>-0.009602371055</c:v>
                </c:pt>
                <c:pt idx="8">
                  <c:v>-0.009723508602</c:v>
                </c:pt>
                <c:pt idx="9">
                  <c:v>-0.009892238699</c:v>
                </c:pt>
                <c:pt idx="10">
                  <c:v>-0.01005925332</c:v>
                </c:pt>
                <c:pt idx="11">
                  <c:v>-0.01023037206</c:v>
                </c:pt>
                <c:pt idx="12">
                  <c:v>-0.01040066655</c:v>
                </c:pt>
                <c:pt idx="13">
                  <c:v>-0.01057685853</c:v>
                </c:pt>
                <c:pt idx="14">
                  <c:v>-0.01076219418</c:v>
                </c:pt>
                <c:pt idx="15">
                  <c:v>-0.01092392116</c:v>
                </c:pt>
                <c:pt idx="16">
                  <c:v>-0.01108836</c:v>
                </c:pt>
                <c:pt idx="17">
                  <c:v>-0.01126631582</c:v>
                </c:pt>
                <c:pt idx="18">
                  <c:v>-0.01142658158</c:v>
                </c:pt>
                <c:pt idx="19">
                  <c:v>-0.01160428606</c:v>
                </c:pt>
                <c:pt idx="20">
                  <c:v>-0.01177380596</c:v>
                </c:pt>
                <c:pt idx="21">
                  <c:v>-0.01193685898</c:v>
                </c:pt>
                <c:pt idx="22">
                  <c:v>-0.01209036745</c:v>
                </c:pt>
                <c:pt idx="23">
                  <c:v>-0.01225750858</c:v>
                </c:pt>
                <c:pt idx="24">
                  <c:v>-0.01241058866</c:v>
                </c:pt>
                <c:pt idx="25">
                  <c:v>-0.01257833047</c:v>
                </c:pt>
                <c:pt idx="26">
                  <c:v>-0.01272355716</c:v>
                </c:pt>
                <c:pt idx="27">
                  <c:v>-0.01287531151</c:v>
                </c:pt>
                <c:pt idx="28">
                  <c:v>-0.01302183129</c:v>
                </c:pt>
                <c:pt idx="29">
                  <c:v>-0.01316549651</c:v>
                </c:pt>
                <c:pt idx="30">
                  <c:v>-0.01333859751</c:v>
                </c:pt>
                <c:pt idx="31">
                  <c:v>-0.01349735261</c:v>
                </c:pt>
                <c:pt idx="32">
                  <c:v>-0.0136431103</c:v>
                </c:pt>
                <c:pt idx="33">
                  <c:v>-0.01375459105</c:v>
                </c:pt>
                <c:pt idx="34">
                  <c:v>-0.01391945557</c:v>
                </c:pt>
                <c:pt idx="35">
                  <c:v>-0.01411349292</c:v>
                </c:pt>
                <c:pt idx="36">
                  <c:v>-0.01427113233</c:v>
                </c:pt>
                <c:pt idx="37">
                  <c:v>-0.01440688154</c:v>
                </c:pt>
                <c:pt idx="38">
                  <c:v>-0.01455262296</c:v>
                </c:pt>
                <c:pt idx="39">
                  <c:v>-0.01471949423</c:v>
                </c:pt>
                <c:pt idx="40">
                  <c:v>-0.01487111286</c:v>
                </c:pt>
                <c:pt idx="41">
                  <c:v>-0.01506031158</c:v>
                </c:pt>
                <c:pt idx="42">
                  <c:v>-0.01528443146</c:v>
                </c:pt>
                <c:pt idx="43">
                  <c:v>-0.01545265607</c:v>
                </c:pt>
                <c:pt idx="44">
                  <c:v>-0.01564632516</c:v>
                </c:pt>
                <c:pt idx="45">
                  <c:v>-0.01583790353</c:v>
                </c:pt>
                <c:pt idx="46">
                  <c:v>-0.0160520308</c:v>
                </c:pt>
                <c:pt idx="47">
                  <c:v>-0.01628996345</c:v>
                </c:pt>
                <c:pt idx="48">
                  <c:v>-0.01651869238</c:v>
                </c:pt>
                <c:pt idx="49">
                  <c:v>-0.01673785274</c:v>
                </c:pt>
                <c:pt idx="50">
                  <c:v>-0.0169626107</c:v>
                </c:pt>
                <c:pt idx="51">
                  <c:v>-0.01724808554</c:v>
                </c:pt>
                <c:pt idx="52">
                  <c:v>-0.01748047</c:v>
                </c:pt>
                <c:pt idx="53">
                  <c:v>-0.0177347242</c:v>
                </c:pt>
                <c:pt idx="54">
                  <c:v>-0.01801826515</c:v>
                </c:pt>
                <c:pt idx="55">
                  <c:v>-0.01828765006</c:v>
                </c:pt>
                <c:pt idx="56">
                  <c:v>-0.01858164923</c:v>
                </c:pt>
                <c:pt idx="57">
                  <c:v>-0.01892971149</c:v>
                </c:pt>
                <c:pt idx="58">
                  <c:v>-0.01922242289</c:v>
                </c:pt>
                <c:pt idx="59">
                  <c:v>-0.01954177877</c:v>
                </c:pt>
                <c:pt idx="60">
                  <c:v>-0.01987420393</c:v>
                </c:pt>
                <c:pt idx="61">
                  <c:v>-0.02022196229</c:v>
                </c:pt>
                <c:pt idx="62">
                  <c:v>-0.0206239457</c:v>
                </c:pt>
                <c:pt idx="63">
                  <c:v>-0.02098286483</c:v>
                </c:pt>
                <c:pt idx="64">
                  <c:v>-0.02136593069</c:v>
                </c:pt>
                <c:pt idx="65">
                  <c:v>-0.02173833844</c:v>
                </c:pt>
                <c:pt idx="66">
                  <c:v>-0.02211501554</c:v>
                </c:pt>
                <c:pt idx="67">
                  <c:v>-0.0225943813</c:v>
                </c:pt>
                <c:pt idx="68">
                  <c:v>-0.02300577334</c:v>
                </c:pt>
                <c:pt idx="69">
                  <c:v>-0.02341173185</c:v>
                </c:pt>
                <c:pt idx="70">
                  <c:v>-0.02384375516</c:v>
                </c:pt>
                <c:pt idx="71">
                  <c:v>-0.02428320457</c:v>
                </c:pt>
                <c:pt idx="72">
                  <c:v>-0.02471558754</c:v>
                </c:pt>
                <c:pt idx="73">
                  <c:v>-0.02518226518</c:v>
                </c:pt>
                <c:pt idx="74">
                  <c:v>-0.025582199</c:v>
                </c:pt>
                <c:pt idx="75">
                  <c:v>-0.02599059175</c:v>
                </c:pt>
                <c:pt idx="76">
                  <c:v>-0.02637623637</c:v>
                </c:pt>
                <c:pt idx="77">
                  <c:v>-0.02670437423</c:v>
                </c:pt>
                <c:pt idx="78">
                  <c:v>-0.02702328473</c:v>
                </c:pt>
                <c:pt idx="79">
                  <c:v>-0.02725711619</c:v>
                </c:pt>
                <c:pt idx="80">
                  <c:v>-0.02741009972</c:v>
                </c:pt>
                <c:pt idx="81">
                  <c:v>-0.02745868767</c:v>
                </c:pt>
                <c:pt idx="82">
                  <c:v>-0.02741873806</c:v>
                </c:pt>
                <c:pt idx="83">
                  <c:v>-0.02721608391</c:v>
                </c:pt>
                <c:pt idx="84">
                  <c:v>-0.02693003695</c:v>
                </c:pt>
                <c:pt idx="85">
                  <c:v>-0.02657387533</c:v>
                </c:pt>
                <c:pt idx="86">
                  <c:v>-0.02607995177</c:v>
                </c:pt>
                <c:pt idx="87">
                  <c:v>-0.02547973971</c:v>
                </c:pt>
                <c:pt idx="88">
                  <c:v>-0.02482685098</c:v>
                </c:pt>
                <c:pt idx="89">
                  <c:v>-0.02395447181</c:v>
                </c:pt>
                <c:pt idx="90">
                  <c:v>-0.02314508506</c:v>
                </c:pt>
                <c:pt idx="91">
                  <c:v>-0.02224237882</c:v>
                </c:pt>
                <c:pt idx="92">
                  <c:v>-0.02146166597</c:v>
                </c:pt>
                <c:pt idx="93">
                  <c:v>-0.02074997728</c:v>
                </c:pt>
                <c:pt idx="94">
                  <c:v>-0.01996548739</c:v>
                </c:pt>
                <c:pt idx="95">
                  <c:v>-0.01959910083</c:v>
                </c:pt>
                <c:pt idx="96">
                  <c:v>-0.01914192512</c:v>
                </c:pt>
                <c:pt idx="97">
                  <c:v>-0.01880240911</c:v>
                </c:pt>
                <c:pt idx="98">
                  <c:v>-0.01835163206</c:v>
                </c:pt>
                <c:pt idx="99">
                  <c:v>-0.01769156113</c:v>
                </c:pt>
                <c:pt idx="100">
                  <c:v>-0.01697511472</c:v>
                </c:pt>
                <c:pt idx="101">
                  <c:v>-0.016292894</c:v>
                </c:pt>
                <c:pt idx="102">
                  <c:v>-0.01512523037</c:v>
                </c:pt>
                <c:pt idx="103">
                  <c:v>-0.01389293213</c:v>
                </c:pt>
                <c:pt idx="104">
                  <c:v>-0.01293372492</c:v>
                </c:pt>
                <c:pt idx="105">
                  <c:v>-0.01194759142</c:v>
                </c:pt>
                <c:pt idx="106">
                  <c:v>-0.01129316172</c:v>
                </c:pt>
                <c:pt idx="107">
                  <c:v>-0.009596572468</c:v>
                </c:pt>
                <c:pt idx="108">
                  <c:v>-0.006977361526</c:v>
                </c:pt>
                <c:pt idx="109">
                  <c:v>-0.003674071736</c:v>
                </c:pt>
                <c:pt idx="110">
                  <c:v>-0.001338525406</c:v>
                </c:pt>
                <c:pt idx="111">
                  <c:v>-0.0005126515641</c:v>
                </c:pt>
                <c:pt idx="112">
                  <c:v>-0.0002945243139</c:v>
                </c:pt>
                <c:pt idx="113">
                  <c:v>-0.0001705177371</c:v>
                </c:pt>
                <c:pt idx="114">
                  <c:v>-0.000119529638</c:v>
                </c:pt>
                <c:pt idx="115">
                  <c:v>-9.050318844E-05</c:v>
                </c:pt>
                <c:pt idx="116">
                  <c:v>-7.625281918E-05</c:v>
                </c:pt>
                <c:pt idx="117">
                  <c:v>-8.16366399E-05</c:v>
                </c:pt>
                <c:pt idx="118">
                  <c:v>-6.4088643E-05</c:v>
                </c:pt>
                <c:pt idx="119">
                  <c:v>-5.955495962E-05</c:v>
                </c:pt>
                <c:pt idx="120">
                  <c:v>-6.301054881E-05</c:v>
                </c:pt>
                <c:pt idx="121">
                  <c:v>-6.699971757E-05</c:v>
                </c:pt>
                <c:pt idx="122">
                  <c:v>-6.686858445E-05</c:v>
                </c:pt>
                <c:pt idx="123">
                  <c:v>-7.160644257E-05</c:v>
                </c:pt>
                <c:pt idx="124">
                  <c:v>-7.735545397E-05</c:v>
                </c:pt>
                <c:pt idx="125">
                  <c:v>-8.991568862E-05</c:v>
                </c:pt>
                <c:pt idx="126">
                  <c:v>-9.471636611E-05</c:v>
                </c:pt>
                <c:pt idx="127">
                  <c:v>-0.0001001525914</c:v>
                </c:pt>
                <c:pt idx="128">
                  <c:v>-0.0001072459212</c:v>
                </c:pt>
                <c:pt idx="129">
                  <c:v>-0.0001077512716</c:v>
                </c:pt>
                <c:pt idx="130">
                  <c:v>-0.0001182925015</c:v>
                </c:pt>
                <c:pt idx="131">
                  <c:v>-0.0001280035826</c:v>
                </c:pt>
                <c:pt idx="132">
                  <c:v>-0.0001376628925</c:v>
                </c:pt>
                <c:pt idx="133">
                  <c:v>-0.0001368329786</c:v>
                </c:pt>
                <c:pt idx="134">
                  <c:v>-0.0001433635198</c:v>
                </c:pt>
                <c:pt idx="135">
                  <c:v>-0.0001430106566</c:v>
                </c:pt>
                <c:pt idx="136">
                  <c:v>-0.0001438191754</c:v>
                </c:pt>
                <c:pt idx="137">
                  <c:v>-0.0001631138784</c:v>
                </c:pt>
                <c:pt idx="138">
                  <c:v>-0.000143787683</c:v>
                </c:pt>
                <c:pt idx="139">
                  <c:v>-0.0001017661679</c:v>
                </c:pt>
              </c:numCache>
            </c:numRef>
          </c:yVal>
        </c:ser>
        <c:ser>
          <c:idx val="2"/>
          <c:order val="2"/>
          <c:tx>
            <c:v>장수명 (1140)</c:v>
          </c:tx>
          <c:spPr>
            <a:ln xmlns:a="http://schemas.openxmlformats.org/drawingml/2006/main" w="20003">
              <a:solidFill>
                <a:srgbClr val="009B96"/>
              </a:solidFill>
            </a:ln>
          </c:spPr>
          <c:marker>
            <c:symbol val="none"/>
            <c:size val="2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Data'!$F$2:$F$141</c:f>
              <c:numCache>
                <c:formatCode>General</c:formatCode>
                <c:ptCount val="140"/>
                <c:pt idx="0">
                  <c:v>-0.009515360775</c:v>
                </c:pt>
                <c:pt idx="1">
                  <c:v>-0.009609660513</c:v>
                </c:pt>
                <c:pt idx="2">
                  <c:v>-0.009704392566</c:v>
                </c:pt>
                <c:pt idx="3">
                  <c:v>-0.009829016441</c:v>
                </c:pt>
                <c:pt idx="4">
                  <c:v>-0.009915805796</c:v>
                </c:pt>
                <c:pt idx="5">
                  <c:v>-0.009995029264</c:v>
                </c:pt>
                <c:pt idx="6">
                  <c:v>-0.01009315408</c:v>
                </c:pt>
                <c:pt idx="7">
                  <c:v>-0.01020328925</c:v>
                </c:pt>
                <c:pt idx="8">
                  <c:v>-0.01031443482</c:v>
                </c:pt>
                <c:pt idx="9">
                  <c:v>-0.01042643206</c:v>
                </c:pt>
                <c:pt idx="10">
                  <c:v>-0.01052823948</c:v>
                </c:pt>
                <c:pt idx="11">
                  <c:v>-0.01062602293</c:v>
                </c:pt>
                <c:pt idx="12">
                  <c:v>-0.01071647407</c:v>
                </c:pt>
                <c:pt idx="13">
                  <c:v>-0.0108109973</c:v>
                </c:pt>
                <c:pt idx="14">
                  <c:v>-0.01091379861</c:v>
                </c:pt>
                <c:pt idx="15">
                  <c:v>-0.011010164</c:v>
                </c:pt>
                <c:pt idx="16">
                  <c:v>-0.01110870996</c:v>
                </c:pt>
                <c:pt idx="17">
                  <c:v>-0.01122317775</c:v>
                </c:pt>
                <c:pt idx="18">
                  <c:v>-0.0113269265</c:v>
                </c:pt>
                <c:pt idx="19">
                  <c:v>-0.0114435338</c:v>
                </c:pt>
                <c:pt idx="20">
                  <c:v>-0.01155056125</c:v>
                </c:pt>
                <c:pt idx="21">
                  <c:v>-0.01164376779</c:v>
                </c:pt>
                <c:pt idx="22">
                  <c:v>-0.01173491613</c:v>
                </c:pt>
                <c:pt idx="23">
                  <c:v>-0.01183469643</c:v>
                </c:pt>
                <c:pt idx="24">
                  <c:v>-0.01193010897</c:v>
                </c:pt>
                <c:pt idx="25">
                  <c:v>-0.01199745881</c:v>
                </c:pt>
                <c:pt idx="26">
                  <c:v>-0.01205998956</c:v>
                </c:pt>
                <c:pt idx="27">
                  <c:v>-0.01217270262</c:v>
                </c:pt>
                <c:pt idx="28">
                  <c:v>-0.0120320398</c:v>
                </c:pt>
                <c:pt idx="29">
                  <c:v>-0.01193875125</c:v>
                </c:pt>
                <c:pt idx="30">
                  <c:v>-0.01250156034</c:v>
                </c:pt>
                <c:pt idx="31">
                  <c:v>-0.01266669466</c:v>
                </c:pt>
                <c:pt idx="32">
                  <c:v>-0.01275380822</c:v>
                </c:pt>
                <c:pt idx="33">
                  <c:v>-0.01286447851</c:v>
                </c:pt>
                <c:pt idx="34">
                  <c:v>-0.01295328697</c:v>
                </c:pt>
                <c:pt idx="35">
                  <c:v>-0.01309822616</c:v>
                </c:pt>
                <c:pt idx="36">
                  <c:v>-0.01322639244</c:v>
                </c:pt>
                <c:pt idx="37">
                  <c:v>-0.01332971906</c:v>
                </c:pt>
                <c:pt idx="38">
                  <c:v>-0.01342349475</c:v>
                </c:pt>
                <c:pt idx="39">
                  <c:v>-0.01356927334</c:v>
                </c:pt>
                <c:pt idx="40">
                  <c:v>-0.01368565206</c:v>
                </c:pt>
                <c:pt idx="41">
                  <c:v>-0.01383877669</c:v>
                </c:pt>
                <c:pt idx="42">
                  <c:v>-0.01395912553</c:v>
                </c:pt>
                <c:pt idx="43">
                  <c:v>-0.01407414172</c:v>
                </c:pt>
                <c:pt idx="44">
                  <c:v>-0.01422353026</c:v>
                </c:pt>
                <c:pt idx="45">
                  <c:v>-0.01437535258</c:v>
                </c:pt>
                <c:pt idx="46">
                  <c:v>-0.01452897264</c:v>
                </c:pt>
                <c:pt idx="47">
                  <c:v>-0.01467177114</c:v>
                </c:pt>
                <c:pt idx="48">
                  <c:v>-0.01483549342</c:v>
                </c:pt>
                <c:pt idx="49">
                  <c:v>-0.01501335656</c:v>
                </c:pt>
                <c:pt idx="50">
                  <c:v>-0.01520912371</c:v>
                </c:pt>
                <c:pt idx="51">
                  <c:v>-0.01542077488</c:v>
                </c:pt>
                <c:pt idx="52">
                  <c:v>-0.01559472439</c:v>
                </c:pt>
                <c:pt idx="53">
                  <c:v>-0.01579635859</c:v>
                </c:pt>
                <c:pt idx="54">
                  <c:v>-0.0159969634</c:v>
                </c:pt>
                <c:pt idx="55">
                  <c:v>-0.01621218702</c:v>
                </c:pt>
                <c:pt idx="56">
                  <c:v>-0.01642497382</c:v>
                </c:pt>
                <c:pt idx="57">
                  <c:v>-0.01667132559</c:v>
                </c:pt>
                <c:pt idx="58">
                  <c:v>-0.01689576412</c:v>
                </c:pt>
                <c:pt idx="59">
                  <c:v>-0.01713697124</c:v>
                </c:pt>
                <c:pt idx="60">
                  <c:v>-0.01737854104</c:v>
                </c:pt>
                <c:pt idx="61">
                  <c:v>-0.01765955725</c:v>
                </c:pt>
                <c:pt idx="62">
                  <c:v>-0.01793843779</c:v>
                </c:pt>
                <c:pt idx="63">
                  <c:v>-0.0181940096</c:v>
                </c:pt>
                <c:pt idx="64">
                  <c:v>-0.01848810775</c:v>
                </c:pt>
                <c:pt idx="65">
                  <c:v>-0.01875959221</c:v>
                </c:pt>
                <c:pt idx="66">
                  <c:v>-0.01908816599</c:v>
                </c:pt>
                <c:pt idx="67">
                  <c:v>-0.01945279489</c:v>
                </c:pt>
                <c:pt idx="68">
                  <c:v>-0.01973015164</c:v>
                </c:pt>
                <c:pt idx="69">
                  <c:v>-0.02004477895</c:v>
                </c:pt>
                <c:pt idx="70">
                  <c:v>-0.02037939688</c:v>
                </c:pt>
                <c:pt idx="71">
                  <c:v>-0.02070533417</c:v>
                </c:pt>
                <c:pt idx="72">
                  <c:v>-0.0210237073</c:v>
                </c:pt>
                <c:pt idx="73">
                  <c:v>-0.0214476356</c:v>
                </c:pt>
                <c:pt idx="74">
                  <c:v>-0.02179096803</c:v>
                </c:pt>
                <c:pt idx="75">
                  <c:v>-0.02214327032</c:v>
                </c:pt>
                <c:pt idx="76">
                  <c:v>-0.02248642065</c:v>
                </c:pt>
                <c:pt idx="77">
                  <c:v>-0.02281680344</c:v>
                </c:pt>
                <c:pt idx="78">
                  <c:v>-0.0232503915</c:v>
                </c:pt>
                <c:pt idx="79">
                  <c:v>-0.023498005</c:v>
                </c:pt>
                <c:pt idx="80">
                  <c:v>-0.02380985979</c:v>
                </c:pt>
                <c:pt idx="81">
                  <c:v>-0.02392253683</c:v>
                </c:pt>
                <c:pt idx="82">
                  <c:v>-0.02406155244</c:v>
                </c:pt>
                <c:pt idx="83">
                  <c:v>-0.02407237587</c:v>
                </c:pt>
                <c:pt idx="84">
                  <c:v>-0.02406590491</c:v>
                </c:pt>
                <c:pt idx="85">
                  <c:v>-0.02379122058</c:v>
                </c:pt>
                <c:pt idx="86">
                  <c:v>-0.0232922264</c:v>
                </c:pt>
                <c:pt idx="87">
                  <c:v>-0.02283728631</c:v>
                </c:pt>
                <c:pt idx="88">
                  <c:v>-0.02203045014</c:v>
                </c:pt>
                <c:pt idx="89">
                  <c:v>-0.02107873363</c:v>
                </c:pt>
                <c:pt idx="90">
                  <c:v>-0.0201809587</c:v>
                </c:pt>
                <c:pt idx="91">
                  <c:v>-0.01920971353</c:v>
                </c:pt>
                <c:pt idx="92">
                  <c:v>-0.01806936416</c:v>
                </c:pt>
                <c:pt idx="93">
                  <c:v>-0.01686192774</c:v>
                </c:pt>
                <c:pt idx="94">
                  <c:v>-0.01624985514</c:v>
                </c:pt>
                <c:pt idx="95">
                  <c:v>-0.01549278699</c:v>
                </c:pt>
                <c:pt idx="96">
                  <c:v>-0.01494919815</c:v>
                </c:pt>
                <c:pt idx="97">
                  <c:v>-0.01437756909</c:v>
                </c:pt>
                <c:pt idx="98">
                  <c:v>-0.01368480967</c:v>
                </c:pt>
                <c:pt idx="99">
                  <c:v>-0.01289971175</c:v>
                </c:pt>
                <c:pt idx="100">
                  <c:v>-0.01171834807</c:v>
                </c:pt>
                <c:pt idx="101">
                  <c:v>-0.01035306959</c:v>
                </c:pt>
                <c:pt idx="102">
                  <c:v>-0.009474512169</c:v>
                </c:pt>
                <c:pt idx="103">
                  <c:v>-0.007658037956</c:v>
                </c:pt>
                <c:pt idx="104">
                  <c:v>-0.005629719521</c:v>
                </c:pt>
                <c:pt idx="105">
                  <c:v>-0.004298129872</c:v>
                </c:pt>
                <c:pt idx="106">
                  <c:v>-0.002573616748</c:v>
                </c:pt>
                <c:pt idx="107">
                  <c:v>-0.0005358075666</c:v>
                </c:pt>
                <c:pt idx="108">
                  <c:v>0.0006238874313</c:v>
                </c:pt>
                <c:pt idx="109">
                  <c:v>0.001532818525</c:v>
                </c:pt>
                <c:pt idx="110">
                  <c:v>0.001302076343</c:v>
                </c:pt>
                <c:pt idx="111">
                  <c:v>0.0003674785076</c:v>
                </c:pt>
                <c:pt idx="112">
                  <c:v>0.0001470497666</c:v>
                </c:pt>
                <c:pt idx="113">
                  <c:v>2.105094895E-05</c:v>
                </c:pt>
                <c:pt idx="114">
                  <c:v>-5.028779621E-05</c:v>
                </c:pt>
                <c:pt idx="115">
                  <c:v>-4.37191304E-05</c:v>
                </c:pt>
                <c:pt idx="116">
                  <c:v>1.080258025E-05</c:v>
                </c:pt>
                <c:pt idx="117">
                  <c:v>-1.696826854E-05</c:v>
                </c:pt>
                <c:pt idx="118">
                  <c:v>-8.978191881E-05</c:v>
                </c:pt>
                <c:pt idx="119">
                  <c:v>-0.0001128050852</c:v>
                </c:pt>
                <c:pt idx="120">
                  <c:v>-8.263103544E-05</c:v>
                </c:pt>
                <c:pt idx="121">
                  <c:v>-9.596735486E-05</c:v>
                </c:pt>
                <c:pt idx="122">
                  <c:v>-0.0001081879647</c:v>
                </c:pt>
                <c:pt idx="123">
                  <c:v>-0.0001115939961</c:v>
                </c:pt>
                <c:pt idx="124">
                  <c:v>-0.0001189670641</c:v>
                </c:pt>
                <c:pt idx="125">
                  <c:v>-0.0001181550153</c:v>
                </c:pt>
                <c:pt idx="126">
                  <c:v>-0.0001361993153</c:v>
                </c:pt>
                <c:pt idx="127">
                  <c:v>-0.0001307974356</c:v>
                </c:pt>
                <c:pt idx="128">
                  <c:v>-0.0001409760328</c:v>
                </c:pt>
                <c:pt idx="129">
                  <c:v>-0.0001545200224</c:v>
                </c:pt>
                <c:pt idx="130">
                  <c:v>-0.0001628719475</c:v>
                </c:pt>
                <c:pt idx="131">
                  <c:v>-0.0001641581032</c:v>
                </c:pt>
                <c:pt idx="132">
                  <c:v>-0.0001697682608</c:v>
                </c:pt>
                <c:pt idx="133">
                  <c:v>-0.0001735517371</c:v>
                </c:pt>
                <c:pt idx="134">
                  <c:v>-0.0001812308654</c:v>
                </c:pt>
                <c:pt idx="135">
                  <c:v>-0.0001875065366</c:v>
                </c:pt>
                <c:pt idx="136">
                  <c:v>-0.0001941004036</c:v>
                </c:pt>
                <c:pt idx="137">
                  <c:v>-0.000171089399</c:v>
                </c:pt>
                <c:pt idx="138">
                  <c:v>-0.0001754925146</c:v>
                </c:pt>
                <c:pt idx="139">
                  <c:v>-0.000179943159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ΔQ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3.6"/>
          <c:min val="2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Voltage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385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log Var(ΔQ)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Batch2</c:v>
          </c:tx>
          <c:spPr>
            <a:solidFill xmlns:a="http://schemas.openxmlformats.org/drawingml/2006/main">
              <a:srgbClr val="F28C28"/>
            </a:solidFill>
            <a:ln xmlns:a="http://schemas.openxmlformats.org/drawingml/2006/main" w="9525">
              <a:solidFill>
                <a:srgbClr val="F28C2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8C28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Data'!$A$2:$A$35</c:f>
              <c:numCache>
                <c:formatCode>General</c:formatCode>
                <c:ptCount val="34"/>
                <c:pt idx="0">
                  <c:v>-3.487264796</c:v>
                </c:pt>
                <c:pt idx="1">
                  <c:v>-3.298051365</c:v>
                </c:pt>
                <c:pt idx="2">
                  <c:v>-3.460248365</c:v>
                </c:pt>
                <c:pt idx="3">
                  <c:v>-3.496242997</c:v>
                </c:pt>
                <c:pt idx="4">
                  <c:v>-3.232506812</c:v>
                </c:pt>
                <c:pt idx="5">
                  <c:v>-3.085881724</c:v>
                </c:pt>
                <c:pt idx="6">
                  <c:v>-3.530039687</c:v>
                </c:pt>
                <c:pt idx="7">
                  <c:v>-3.450900113</c:v>
                </c:pt>
                <c:pt idx="8">
                  <c:v>-3.485393221</c:v>
                </c:pt>
                <c:pt idx="9">
                  <c:v>-3.167968368</c:v>
                </c:pt>
                <c:pt idx="10">
                  <c:v>-3.344447722</c:v>
                </c:pt>
                <c:pt idx="11">
                  <c:v>-3.118519966</c:v>
                </c:pt>
                <c:pt idx="12">
                  <c:v>-3.500344128</c:v>
                </c:pt>
                <c:pt idx="13">
                  <c:v>-3.707302736</c:v>
                </c:pt>
                <c:pt idx="14">
                  <c:v>-3.291958005</c:v>
                </c:pt>
                <c:pt idx="15">
                  <c:v>-3.441305431</c:v>
                </c:pt>
                <c:pt idx="16">
                  <c:v>-3.326679075</c:v>
                </c:pt>
                <c:pt idx="17">
                  <c:v>-3.640885268</c:v>
                </c:pt>
                <c:pt idx="18">
                  <c:v>-3.53447793</c:v>
                </c:pt>
                <c:pt idx="19">
                  <c:v>-3.222053608</c:v>
                </c:pt>
                <c:pt idx="20">
                  <c:v>-3.486203633</c:v>
                </c:pt>
                <c:pt idx="21">
                  <c:v>-3.423411169</c:v>
                </c:pt>
                <c:pt idx="22">
                  <c:v>-3.508248179</c:v>
                </c:pt>
                <c:pt idx="23">
                  <c:v>-3.185409559</c:v>
                </c:pt>
                <c:pt idx="24">
                  <c:v>-3.352358831</c:v>
                </c:pt>
                <c:pt idx="25">
                  <c:v>-4.131466155</c:v>
                </c:pt>
                <c:pt idx="26">
                  <c:v>-4.231628319</c:v>
                </c:pt>
                <c:pt idx="27">
                  <c:v>-4.448585173</c:v>
                </c:pt>
                <c:pt idx="28">
                  <c:v>-3.17236581</c:v>
                </c:pt>
                <c:pt idx="29">
                  <c:v>-3.482587648</c:v>
                </c:pt>
                <c:pt idx="30">
                  <c:v>-4.271781929</c:v>
                </c:pt>
                <c:pt idx="31">
                  <c:v>-4.36452348</c:v>
                </c:pt>
                <c:pt idx="32">
                  <c:v>-4.175214949</c:v>
                </c:pt>
                <c:pt idx="33">
                  <c:v>-3.508875133</c:v>
                </c:pt>
              </c:numCache>
            </c:numRef>
          </c:xVal>
          <c:yVal>
            <c:numRef>
              <c:f>'Chart Data'!$B$2:$B$35</c:f>
              <c:numCache>
                <c:formatCode>General</c:formatCode>
                <c:ptCount val="34"/>
                <c:pt idx="0">
                  <c:v>477</c:v>
                </c:pt>
                <c:pt idx="1">
                  <c:v>491</c:v>
                </c:pt>
                <c:pt idx="2">
                  <c:v>424</c:v>
                </c:pt>
                <c:pt idx="3">
                  <c:v>499</c:v>
                </c:pt>
                <c:pt idx="4">
                  <c:v>444</c:v>
                </c:pt>
                <c:pt idx="5">
                  <c:v>416</c:v>
                </c:pt>
                <c:pt idx="6">
                  <c:v>393</c:v>
                </c:pt>
                <c:pt idx="7">
                  <c:v>492</c:v>
                </c:pt>
                <c:pt idx="8">
                  <c:v>449</c:v>
                </c:pt>
                <c:pt idx="9">
                  <c:v>466</c:v>
                </c:pt>
                <c:pt idx="10">
                  <c:v>460</c:v>
                </c:pt>
                <c:pt idx="11">
                  <c:v>426</c:v>
                </c:pt>
                <c:pt idx="12">
                  <c:v>471</c:v>
                </c:pt>
                <c:pt idx="13">
                  <c:v>449</c:v>
                </c:pt>
                <c:pt idx="14">
                  <c:v>392</c:v>
                </c:pt>
                <c:pt idx="15">
                  <c:v>489</c:v>
                </c:pt>
                <c:pt idx="16">
                  <c:v>408</c:v>
                </c:pt>
                <c:pt idx="17">
                  <c:v>514</c:v>
                </c:pt>
                <c:pt idx="18">
                  <c:v>493</c:v>
                </c:pt>
                <c:pt idx="19">
                  <c:v>450</c:v>
                </c:pt>
                <c:pt idx="20">
                  <c:v>474</c:v>
                </c:pt>
                <c:pt idx="21">
                  <c:v>437</c:v>
                </c:pt>
                <c:pt idx="22">
                  <c:v>452</c:v>
                </c:pt>
                <c:pt idx="23">
                  <c:v>412</c:v>
                </c:pt>
                <c:pt idx="24">
                  <c:v>425</c:v>
                </c:pt>
                <c:pt idx="25">
                  <c:v>809</c:v>
                </c:pt>
                <c:pt idx="26">
                  <c:v>1140</c:v>
                </c:pt>
                <c:pt idx="27">
                  <c:v>1186</c:v>
                </c:pt>
                <c:pt idx="28">
                  <c:v>442</c:v>
                </c:pt>
                <c:pt idx="29">
                  <c:v>474</c:v>
                </c:pt>
                <c:pt idx="30">
                  <c:v>1029</c:v>
                </c:pt>
                <c:pt idx="31">
                  <c:v>841</c:v>
                </c:pt>
                <c:pt idx="32">
                  <c:v>997</c:v>
                </c:pt>
                <c:pt idx="33">
                  <c:v>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-3"/>
          <c:min val="-5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log10 Var(ΔQ)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ΔQ(V)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line"/>
        <c:ser>
          <c:idx val="0"/>
          <c:order val="0"/>
          <c:tx>
            <c:v>중간 (828)</c:v>
          </c:tx>
          <c:spPr>
            <a:ln xmlns:a="http://schemas.openxmlformats.org/drawingml/2006/main" w="20003">
              <a:solidFill>
                <a:srgbClr val="2F73B7"/>
              </a:solidFill>
            </a:ln>
          </c:spPr>
          <c:marker>
            <c:symbol val="none"/>
            <c:size val="2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Data'!$B$2:$B$141</c:f>
              <c:numCache>
                <c:formatCode>General</c:formatCode>
                <c:ptCount val="140"/>
                <c:pt idx="0">
                  <c:v>-0.003516726849</c:v>
                </c:pt>
                <c:pt idx="1">
                  <c:v>-0.003643979838</c:v>
                </c:pt>
                <c:pt idx="2">
                  <c:v>-0.003768762463</c:v>
                </c:pt>
                <c:pt idx="3">
                  <c:v>-0.003902133107</c:v>
                </c:pt>
                <c:pt idx="4">
                  <c:v>-0.003962847321</c:v>
                </c:pt>
                <c:pt idx="5">
                  <c:v>-0.004094216008</c:v>
                </c:pt>
                <c:pt idx="6">
                  <c:v>-0.004218614579</c:v>
                </c:pt>
                <c:pt idx="7">
                  <c:v>-0.004326492732</c:v>
                </c:pt>
                <c:pt idx="8">
                  <c:v>-0.004458052479</c:v>
                </c:pt>
                <c:pt idx="9">
                  <c:v>-0.004630230493</c:v>
                </c:pt>
                <c:pt idx="10">
                  <c:v>-0.004810762505</c:v>
                </c:pt>
                <c:pt idx="11">
                  <c:v>-0.004958767037</c:v>
                </c:pt>
                <c:pt idx="12">
                  <c:v>-0.005101907771</c:v>
                </c:pt>
                <c:pt idx="13">
                  <c:v>-0.005301072802</c:v>
                </c:pt>
                <c:pt idx="14">
                  <c:v>-0.00552198821</c:v>
                </c:pt>
                <c:pt idx="15">
                  <c:v>-0.005767495826</c:v>
                </c:pt>
                <c:pt idx="16">
                  <c:v>-0.006055930621</c:v>
                </c:pt>
                <c:pt idx="17">
                  <c:v>-0.006225794825</c:v>
                </c:pt>
                <c:pt idx="18">
                  <c:v>-0.006524349079</c:v>
                </c:pt>
                <c:pt idx="19">
                  <c:v>-0.00684802552</c:v>
                </c:pt>
                <c:pt idx="20">
                  <c:v>-0.007161703794</c:v>
                </c:pt>
                <c:pt idx="21">
                  <c:v>-0.007404846884</c:v>
                </c:pt>
                <c:pt idx="22">
                  <c:v>-0.007672812591</c:v>
                </c:pt>
                <c:pt idx="23">
                  <c:v>-0.007938263273</c:v>
                </c:pt>
                <c:pt idx="24">
                  <c:v>-0.008179331296</c:v>
                </c:pt>
                <c:pt idx="25">
                  <c:v>-0.00847958751</c:v>
                </c:pt>
                <c:pt idx="26">
                  <c:v>-0.008712310064</c:v>
                </c:pt>
                <c:pt idx="27">
                  <c:v>-0.008901997519</c:v>
                </c:pt>
                <c:pt idx="28">
                  <c:v>-0.00918476362</c:v>
                </c:pt>
                <c:pt idx="29">
                  <c:v>-0.009395572599</c:v>
                </c:pt>
                <c:pt idx="30">
                  <c:v>-0.00960425082</c:v>
                </c:pt>
                <c:pt idx="31">
                  <c:v>-0.009807244177</c:v>
                </c:pt>
                <c:pt idx="32">
                  <c:v>-0.009982610799</c:v>
                </c:pt>
                <c:pt idx="33">
                  <c:v>-0.01017033951</c:v>
                </c:pt>
                <c:pt idx="34">
                  <c:v>-0.01034739895</c:v>
                </c:pt>
                <c:pt idx="35">
                  <c:v>-0.01054874236</c:v>
                </c:pt>
                <c:pt idx="36">
                  <c:v>-0.01076838409</c:v>
                </c:pt>
                <c:pt idx="37">
                  <c:v>-0.01095376857</c:v>
                </c:pt>
                <c:pt idx="38">
                  <c:v>-0.01110598337</c:v>
                </c:pt>
                <c:pt idx="39">
                  <c:v>-0.01135209567</c:v>
                </c:pt>
                <c:pt idx="40">
                  <c:v>-0.01153856375</c:v>
                </c:pt>
                <c:pt idx="41">
                  <c:v>-0.01182061392</c:v>
                </c:pt>
                <c:pt idx="42">
                  <c:v>-0.01198749537</c:v>
                </c:pt>
                <c:pt idx="43">
                  <c:v>-0.01221436928</c:v>
                </c:pt>
                <c:pt idx="44">
                  <c:v>-0.01245609595</c:v>
                </c:pt>
                <c:pt idx="45">
                  <c:v>-0.01272412396</c:v>
                </c:pt>
                <c:pt idx="46">
                  <c:v>-0.01298755439</c:v>
                </c:pt>
                <c:pt idx="47">
                  <c:v>-0.01320714276</c:v>
                </c:pt>
                <c:pt idx="48">
                  <c:v>-0.01352754242</c:v>
                </c:pt>
                <c:pt idx="49">
                  <c:v>-0.01380349662</c:v>
                </c:pt>
                <c:pt idx="50">
                  <c:v>-0.01404465944</c:v>
                </c:pt>
                <c:pt idx="51">
                  <c:v>-0.01446005731</c:v>
                </c:pt>
                <c:pt idx="52">
                  <c:v>-0.01475608699</c:v>
                </c:pt>
                <c:pt idx="53">
                  <c:v>-0.01504747626</c:v>
                </c:pt>
                <c:pt idx="54">
                  <c:v>-0.01535110884</c:v>
                </c:pt>
                <c:pt idx="55">
                  <c:v>-0.01569607174</c:v>
                </c:pt>
                <c:pt idx="56">
                  <c:v>-0.01593681698</c:v>
                </c:pt>
                <c:pt idx="57">
                  <c:v>-0.01642492815</c:v>
                </c:pt>
                <c:pt idx="58">
                  <c:v>-0.01682546037</c:v>
                </c:pt>
                <c:pt idx="59">
                  <c:v>-0.01628470511</c:v>
                </c:pt>
                <c:pt idx="60">
                  <c:v>-0.01750379099</c:v>
                </c:pt>
                <c:pt idx="61">
                  <c:v>-0.01792625771</c:v>
                </c:pt>
                <c:pt idx="62">
                  <c:v>-0.01843939715</c:v>
                </c:pt>
                <c:pt idx="63">
                  <c:v>-0.01882246228</c:v>
                </c:pt>
                <c:pt idx="64">
                  <c:v>-0.01917300188</c:v>
                </c:pt>
                <c:pt idx="65">
                  <c:v>-0.01961849718</c:v>
                </c:pt>
                <c:pt idx="66">
                  <c:v>-0.02005819023</c:v>
                </c:pt>
                <c:pt idx="67">
                  <c:v>-0.02052672355</c:v>
                </c:pt>
                <c:pt idx="68">
                  <c:v>-0.02089103953</c:v>
                </c:pt>
                <c:pt idx="69">
                  <c:v>-0.02138711336</c:v>
                </c:pt>
                <c:pt idx="70">
                  <c:v>-0.02180834193</c:v>
                </c:pt>
                <c:pt idx="71">
                  <c:v>-0.02223865922</c:v>
                </c:pt>
                <c:pt idx="72">
                  <c:v>-0.02264843801</c:v>
                </c:pt>
                <c:pt idx="73">
                  <c:v>-0.02309267314</c:v>
                </c:pt>
                <c:pt idx="74">
                  <c:v>-0.02349944012</c:v>
                </c:pt>
                <c:pt idx="75">
                  <c:v>-0.02390368278</c:v>
                </c:pt>
                <c:pt idx="76">
                  <c:v>-0.02420754112</c:v>
                </c:pt>
                <c:pt idx="77">
                  <c:v>-0.02456374994</c:v>
                </c:pt>
                <c:pt idx="78">
                  <c:v>-0.02494324799</c:v>
                </c:pt>
                <c:pt idx="79">
                  <c:v>-0.02517422955</c:v>
                </c:pt>
                <c:pt idx="80">
                  <c:v>-0.02532650804</c:v>
                </c:pt>
                <c:pt idx="81">
                  <c:v>-0.02537306161</c:v>
                </c:pt>
                <c:pt idx="82">
                  <c:v>-0.02544509825</c:v>
                </c:pt>
                <c:pt idx="83">
                  <c:v>-0.02542499767</c:v>
                </c:pt>
                <c:pt idx="84">
                  <c:v>-0.02530672956</c:v>
                </c:pt>
                <c:pt idx="85">
                  <c:v>-0.02523588743</c:v>
                </c:pt>
                <c:pt idx="86">
                  <c:v>-0.02512001264</c:v>
                </c:pt>
                <c:pt idx="87">
                  <c:v>-0.02514277463</c:v>
                </c:pt>
                <c:pt idx="88">
                  <c:v>-0.02513202546</c:v>
                </c:pt>
                <c:pt idx="89">
                  <c:v>-0.02510912398</c:v>
                </c:pt>
                <c:pt idx="90">
                  <c:v>-0.02515007664</c:v>
                </c:pt>
                <c:pt idx="91">
                  <c:v>-0.02495803947</c:v>
                </c:pt>
                <c:pt idx="92">
                  <c:v>-0.02460933984</c:v>
                </c:pt>
                <c:pt idx="93">
                  <c:v>-0.02401138279</c:v>
                </c:pt>
                <c:pt idx="94">
                  <c:v>-0.02332979493</c:v>
                </c:pt>
                <c:pt idx="95">
                  <c:v>-0.02260826571</c:v>
                </c:pt>
                <c:pt idx="96">
                  <c:v>-0.02200192325</c:v>
                </c:pt>
                <c:pt idx="97">
                  <c:v>-0.02129714138</c:v>
                </c:pt>
                <c:pt idx="98">
                  <c:v>-0.02053155551</c:v>
                </c:pt>
                <c:pt idx="99">
                  <c:v>-0.01939131057</c:v>
                </c:pt>
                <c:pt idx="100">
                  <c:v>-0.01855082054</c:v>
                </c:pt>
                <c:pt idx="101">
                  <c:v>-0.01744226233</c:v>
                </c:pt>
                <c:pt idx="102">
                  <c:v>-0.01615342151</c:v>
                </c:pt>
                <c:pt idx="103">
                  <c:v>-0.01447360879</c:v>
                </c:pt>
                <c:pt idx="104">
                  <c:v>-0.01315884373</c:v>
                </c:pt>
                <c:pt idx="105">
                  <c:v>-0.0115862983</c:v>
                </c:pt>
                <c:pt idx="106">
                  <c:v>-0.01019606458</c:v>
                </c:pt>
                <c:pt idx="107">
                  <c:v>-0.008000919488</c:v>
                </c:pt>
                <c:pt idx="108">
                  <c:v>-0.005796079211</c:v>
                </c:pt>
                <c:pt idx="109">
                  <c:v>-0.003419088495</c:v>
                </c:pt>
                <c:pt idx="110">
                  <c:v>-0.001491920809</c:v>
                </c:pt>
                <c:pt idx="111">
                  <c:v>-0.0006493020781</c:v>
                </c:pt>
                <c:pt idx="112">
                  <c:v>-0.0002402935263</c:v>
                </c:pt>
                <c:pt idx="113">
                  <c:v>-5.255020698E-05</c:v>
                </c:pt>
                <c:pt idx="114">
                  <c:v>2.875999036E-05</c:v>
                </c:pt>
                <c:pt idx="115">
                  <c:v>0.0001088224782</c:v>
                </c:pt>
                <c:pt idx="116">
                  <c:v>0.0001291449048</c:v>
                </c:pt>
                <c:pt idx="117">
                  <c:v>0.0001594494714</c:v>
                </c:pt>
                <c:pt idx="118">
                  <c:v>0.0001746166386</c:v>
                </c:pt>
                <c:pt idx="119">
                  <c:v>0.0001854485385</c:v>
                </c:pt>
                <c:pt idx="120">
                  <c:v>0.000193145432</c:v>
                </c:pt>
                <c:pt idx="121">
                  <c:v>0.0002035422549</c:v>
                </c:pt>
                <c:pt idx="122">
                  <c:v>0.0002043707982</c:v>
                </c:pt>
                <c:pt idx="123">
                  <c:v>0.0002029416372</c:v>
                </c:pt>
                <c:pt idx="124">
                  <c:v>0.0002075352968</c:v>
                </c:pt>
                <c:pt idx="125">
                  <c:v>0.0002129228538</c:v>
                </c:pt>
                <c:pt idx="126">
                  <c:v>0.0002092417113</c:v>
                </c:pt>
                <c:pt idx="127">
                  <c:v>0.0002065909617</c:v>
                </c:pt>
                <c:pt idx="128">
                  <c:v>0.0002002736506</c:v>
                </c:pt>
                <c:pt idx="129">
                  <c:v>0.0001975720528</c:v>
                </c:pt>
                <c:pt idx="130">
                  <c:v>0.0001946169751</c:v>
                </c:pt>
                <c:pt idx="131">
                  <c:v>0.0001948892807</c:v>
                </c:pt>
                <c:pt idx="132">
                  <c:v>0.0001856878452</c:v>
                </c:pt>
                <c:pt idx="133">
                  <c:v>0.0001743994466</c:v>
                </c:pt>
                <c:pt idx="134">
                  <c:v>0.0001758749754</c:v>
                </c:pt>
                <c:pt idx="135">
                  <c:v>0.0001818501686</c:v>
                </c:pt>
                <c:pt idx="136">
                  <c:v>0.0001776991517</c:v>
                </c:pt>
                <c:pt idx="137">
                  <c:v>0.00018036486</c:v>
                </c:pt>
                <c:pt idx="138">
                  <c:v>0.0001650319095</c:v>
                </c:pt>
                <c:pt idx="139">
                  <c:v>0.0001521227233</c:v>
                </c:pt>
              </c:numCache>
            </c:numRef>
          </c:yVal>
        </c:ser>
        <c:ser>
          <c:idx val="1"/>
          <c:order val="1"/>
          <c:tx>
            <c:v>장수명 (1146)</c:v>
          </c:tx>
          <c:spPr>
            <a:ln xmlns:a="http://schemas.openxmlformats.org/drawingml/2006/main" w="20003">
              <a:solidFill>
                <a:srgbClr val="009B96"/>
              </a:solidFill>
            </a:ln>
          </c:spPr>
          <c:marker>
            <c:symbol val="none"/>
            <c:size val="2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2</c:v>
                </c:pt>
                <c:pt idx="1">
                  <c:v>2.010510511</c:v>
                </c:pt>
                <c:pt idx="2">
                  <c:v>2.021021021</c:v>
                </c:pt>
                <c:pt idx="3">
                  <c:v>2.033033033</c:v>
                </c:pt>
                <c:pt idx="4">
                  <c:v>2.043543544</c:v>
                </c:pt>
                <c:pt idx="5">
                  <c:v>2.054054054</c:v>
                </c:pt>
                <c:pt idx="6">
                  <c:v>2.064564565</c:v>
                </c:pt>
                <c:pt idx="7">
                  <c:v>2.075075075</c:v>
                </c:pt>
                <c:pt idx="8">
                  <c:v>2.085585586</c:v>
                </c:pt>
                <c:pt idx="9">
                  <c:v>2.097597598</c:v>
                </c:pt>
                <c:pt idx="10">
                  <c:v>2.108108108</c:v>
                </c:pt>
                <c:pt idx="11">
                  <c:v>2.118618619</c:v>
                </c:pt>
                <c:pt idx="12">
                  <c:v>2.129129129</c:v>
                </c:pt>
                <c:pt idx="13">
                  <c:v>2.13963964</c:v>
                </c:pt>
                <c:pt idx="14">
                  <c:v>2.151651652</c:v>
                </c:pt>
                <c:pt idx="15">
                  <c:v>2.162162162</c:v>
                </c:pt>
                <c:pt idx="16">
                  <c:v>2.172672673</c:v>
                </c:pt>
                <c:pt idx="17">
                  <c:v>2.183183183</c:v>
                </c:pt>
                <c:pt idx="18">
                  <c:v>2.193693694</c:v>
                </c:pt>
                <c:pt idx="19">
                  <c:v>2.205705706</c:v>
                </c:pt>
                <c:pt idx="20">
                  <c:v>2.216216216</c:v>
                </c:pt>
                <c:pt idx="21">
                  <c:v>2.226726727</c:v>
                </c:pt>
                <c:pt idx="22">
                  <c:v>2.237237237</c:v>
                </c:pt>
                <c:pt idx="23">
                  <c:v>2.247747748</c:v>
                </c:pt>
                <c:pt idx="24">
                  <c:v>2.258258258</c:v>
                </c:pt>
                <c:pt idx="25">
                  <c:v>2.27027027</c:v>
                </c:pt>
                <c:pt idx="26">
                  <c:v>2.280780781</c:v>
                </c:pt>
                <c:pt idx="27">
                  <c:v>2.291291291</c:v>
                </c:pt>
                <c:pt idx="28">
                  <c:v>2.301801802</c:v>
                </c:pt>
                <c:pt idx="29">
                  <c:v>2.312312312</c:v>
                </c:pt>
                <c:pt idx="30">
                  <c:v>2.324324324</c:v>
                </c:pt>
                <c:pt idx="31">
                  <c:v>2.334834835</c:v>
                </c:pt>
                <c:pt idx="32">
                  <c:v>2.345345345</c:v>
                </c:pt>
                <c:pt idx="33">
                  <c:v>2.355855856</c:v>
                </c:pt>
                <c:pt idx="34">
                  <c:v>2.366366366</c:v>
                </c:pt>
                <c:pt idx="35">
                  <c:v>2.378378378</c:v>
                </c:pt>
                <c:pt idx="36">
                  <c:v>2.388888889</c:v>
                </c:pt>
                <c:pt idx="37">
                  <c:v>2.399399399</c:v>
                </c:pt>
                <c:pt idx="38">
                  <c:v>2.40990991</c:v>
                </c:pt>
                <c:pt idx="39">
                  <c:v>2.42042042</c:v>
                </c:pt>
                <c:pt idx="40">
                  <c:v>2.430930931</c:v>
                </c:pt>
                <c:pt idx="41">
                  <c:v>2.442942943</c:v>
                </c:pt>
                <c:pt idx="42">
                  <c:v>2.453453453</c:v>
                </c:pt>
                <c:pt idx="43">
                  <c:v>2.463963964</c:v>
                </c:pt>
                <c:pt idx="44">
                  <c:v>2.474474474</c:v>
                </c:pt>
                <c:pt idx="45">
                  <c:v>2.484984985</c:v>
                </c:pt>
                <c:pt idx="46">
                  <c:v>2.496996997</c:v>
                </c:pt>
                <c:pt idx="47">
                  <c:v>2.507507508</c:v>
                </c:pt>
                <c:pt idx="48">
                  <c:v>2.518018018</c:v>
                </c:pt>
                <c:pt idx="49">
                  <c:v>2.528528529</c:v>
                </c:pt>
                <c:pt idx="50">
                  <c:v>2.539039039</c:v>
                </c:pt>
                <c:pt idx="51">
                  <c:v>2.551051051</c:v>
                </c:pt>
                <c:pt idx="52">
                  <c:v>2.561561562</c:v>
                </c:pt>
                <c:pt idx="53">
                  <c:v>2.572072072</c:v>
                </c:pt>
                <c:pt idx="54">
                  <c:v>2.582582583</c:v>
                </c:pt>
                <c:pt idx="55">
                  <c:v>2.593093093</c:v>
                </c:pt>
                <c:pt idx="56">
                  <c:v>2.603603604</c:v>
                </c:pt>
                <c:pt idx="57">
                  <c:v>2.615615616</c:v>
                </c:pt>
                <c:pt idx="58">
                  <c:v>2.626126126</c:v>
                </c:pt>
                <c:pt idx="59">
                  <c:v>2.636636637</c:v>
                </c:pt>
                <c:pt idx="60">
                  <c:v>2.647147147</c:v>
                </c:pt>
                <c:pt idx="61">
                  <c:v>2.657657658</c:v>
                </c:pt>
                <c:pt idx="62">
                  <c:v>2.66966967</c:v>
                </c:pt>
                <c:pt idx="63">
                  <c:v>2.68018018</c:v>
                </c:pt>
                <c:pt idx="64">
                  <c:v>2.690690691</c:v>
                </c:pt>
                <c:pt idx="65">
                  <c:v>2.701201201</c:v>
                </c:pt>
                <c:pt idx="66">
                  <c:v>2.711711712</c:v>
                </c:pt>
                <c:pt idx="67">
                  <c:v>2.723723724</c:v>
                </c:pt>
                <c:pt idx="68">
                  <c:v>2.734234234</c:v>
                </c:pt>
                <c:pt idx="69">
                  <c:v>2.744744745</c:v>
                </c:pt>
                <c:pt idx="70">
                  <c:v>2.755255255</c:v>
                </c:pt>
                <c:pt idx="71">
                  <c:v>2.765765766</c:v>
                </c:pt>
                <c:pt idx="72">
                  <c:v>2.776276276</c:v>
                </c:pt>
                <c:pt idx="73">
                  <c:v>2.788288288</c:v>
                </c:pt>
                <c:pt idx="74">
                  <c:v>2.798798799</c:v>
                </c:pt>
                <c:pt idx="75">
                  <c:v>2.809309309</c:v>
                </c:pt>
                <c:pt idx="76">
                  <c:v>2.81981982</c:v>
                </c:pt>
                <c:pt idx="77">
                  <c:v>2.83033033</c:v>
                </c:pt>
                <c:pt idx="78">
                  <c:v>2.842342342</c:v>
                </c:pt>
                <c:pt idx="79">
                  <c:v>2.852852853</c:v>
                </c:pt>
                <c:pt idx="80">
                  <c:v>2.863363363</c:v>
                </c:pt>
                <c:pt idx="81">
                  <c:v>2.873873874</c:v>
                </c:pt>
                <c:pt idx="82">
                  <c:v>2.884384384</c:v>
                </c:pt>
                <c:pt idx="83">
                  <c:v>2.896396396</c:v>
                </c:pt>
                <c:pt idx="84">
                  <c:v>2.906906907</c:v>
                </c:pt>
                <c:pt idx="85">
                  <c:v>2.917417417</c:v>
                </c:pt>
                <c:pt idx="86">
                  <c:v>2.927927928</c:v>
                </c:pt>
                <c:pt idx="87">
                  <c:v>2.938438438</c:v>
                </c:pt>
                <c:pt idx="88">
                  <c:v>2.948948949</c:v>
                </c:pt>
                <c:pt idx="89">
                  <c:v>2.960960961</c:v>
                </c:pt>
                <c:pt idx="90">
                  <c:v>2.971471471</c:v>
                </c:pt>
                <c:pt idx="91">
                  <c:v>2.981981982</c:v>
                </c:pt>
                <c:pt idx="92">
                  <c:v>2.992492492</c:v>
                </c:pt>
                <c:pt idx="93">
                  <c:v>3.003003003</c:v>
                </c:pt>
                <c:pt idx="94">
                  <c:v>3.015015015</c:v>
                </c:pt>
                <c:pt idx="95">
                  <c:v>3.025525526</c:v>
                </c:pt>
                <c:pt idx="96">
                  <c:v>3.036036036</c:v>
                </c:pt>
                <c:pt idx="97">
                  <c:v>3.046546547</c:v>
                </c:pt>
                <c:pt idx="98">
                  <c:v>3.057057057</c:v>
                </c:pt>
                <c:pt idx="99">
                  <c:v>3.069069069</c:v>
                </c:pt>
                <c:pt idx="100">
                  <c:v>3.07957958</c:v>
                </c:pt>
                <c:pt idx="101">
                  <c:v>3.09009009</c:v>
                </c:pt>
                <c:pt idx="102">
                  <c:v>3.100600601</c:v>
                </c:pt>
                <c:pt idx="103">
                  <c:v>3.111111111</c:v>
                </c:pt>
                <c:pt idx="104">
                  <c:v>3.121621622</c:v>
                </c:pt>
                <c:pt idx="105">
                  <c:v>3.133633634</c:v>
                </c:pt>
                <c:pt idx="106">
                  <c:v>3.144144144</c:v>
                </c:pt>
                <c:pt idx="107">
                  <c:v>3.154654655</c:v>
                </c:pt>
                <c:pt idx="108">
                  <c:v>3.165165165</c:v>
                </c:pt>
                <c:pt idx="109">
                  <c:v>3.175675676</c:v>
                </c:pt>
                <c:pt idx="110">
                  <c:v>3.187687688</c:v>
                </c:pt>
                <c:pt idx="111">
                  <c:v>3.198198198</c:v>
                </c:pt>
                <c:pt idx="112">
                  <c:v>3.208708709</c:v>
                </c:pt>
                <c:pt idx="113">
                  <c:v>3.219219219</c:v>
                </c:pt>
                <c:pt idx="114">
                  <c:v>3.22972973</c:v>
                </c:pt>
                <c:pt idx="115">
                  <c:v>3.241741742</c:v>
                </c:pt>
                <c:pt idx="116">
                  <c:v>3.252252252</c:v>
                </c:pt>
                <c:pt idx="117">
                  <c:v>3.262762763</c:v>
                </c:pt>
                <c:pt idx="118">
                  <c:v>3.273273273</c:v>
                </c:pt>
                <c:pt idx="119">
                  <c:v>3.283783784</c:v>
                </c:pt>
                <c:pt idx="120">
                  <c:v>3.294294294</c:v>
                </c:pt>
                <c:pt idx="121">
                  <c:v>3.306306306</c:v>
                </c:pt>
                <c:pt idx="122">
                  <c:v>3.316816817</c:v>
                </c:pt>
                <c:pt idx="123">
                  <c:v>3.327327327</c:v>
                </c:pt>
                <c:pt idx="124">
                  <c:v>3.337837838</c:v>
                </c:pt>
                <c:pt idx="125">
                  <c:v>3.348348348</c:v>
                </c:pt>
                <c:pt idx="126">
                  <c:v>3.36036036</c:v>
                </c:pt>
                <c:pt idx="127">
                  <c:v>3.370870871</c:v>
                </c:pt>
                <c:pt idx="128">
                  <c:v>3.381381381</c:v>
                </c:pt>
                <c:pt idx="129">
                  <c:v>3.391891892</c:v>
                </c:pt>
                <c:pt idx="130">
                  <c:v>3.402402402</c:v>
                </c:pt>
                <c:pt idx="131">
                  <c:v>3.414414414</c:v>
                </c:pt>
                <c:pt idx="132">
                  <c:v>3.424924925</c:v>
                </c:pt>
                <c:pt idx="133">
                  <c:v>3.435435435</c:v>
                </c:pt>
                <c:pt idx="134">
                  <c:v>3.445945946</c:v>
                </c:pt>
                <c:pt idx="135">
                  <c:v>3.456456456</c:v>
                </c:pt>
                <c:pt idx="136">
                  <c:v>3.466966967</c:v>
                </c:pt>
                <c:pt idx="137">
                  <c:v>3.478978979</c:v>
                </c:pt>
                <c:pt idx="138">
                  <c:v>3.489489489</c:v>
                </c:pt>
                <c:pt idx="139">
                  <c:v>3.5</c:v>
                </c:pt>
              </c:numCache>
            </c:numRef>
          </c:xVal>
          <c:yVal>
            <c:numRef>
              <c:f>'Chart Data'!$D$2:$D$141</c:f>
              <c:numCache>
                <c:formatCode>General</c:formatCode>
                <c:ptCount val="140"/>
                <c:pt idx="0">
                  <c:v>-0.005007944233</c:v>
                </c:pt>
                <c:pt idx="1">
                  <c:v>-0.005026506383</c:v>
                </c:pt>
                <c:pt idx="2">
                  <c:v>-0.005039920822</c:v>
                </c:pt>
                <c:pt idx="3">
                  <c:v>-0.005153803803</c:v>
                </c:pt>
                <c:pt idx="4">
                  <c:v>-0.005345908532</c:v>
                </c:pt>
                <c:pt idx="5">
                  <c:v>-0.005429577455</c:v>
                </c:pt>
                <c:pt idx="6">
                  <c:v>-0.005503841337</c:v>
                </c:pt>
                <c:pt idx="7">
                  <c:v>-0.005606103</c:v>
                </c:pt>
                <c:pt idx="8">
                  <c:v>-0.005776851327</c:v>
                </c:pt>
                <c:pt idx="9">
                  <c:v>-0.00590629974</c:v>
                </c:pt>
                <c:pt idx="10">
                  <c:v>-0.006035956276</c:v>
                </c:pt>
                <c:pt idx="11">
                  <c:v>-0.006161264046</c:v>
                </c:pt>
                <c:pt idx="12">
                  <c:v>-0.006285920284</c:v>
                </c:pt>
                <c:pt idx="13">
                  <c:v>-0.006429911914</c:v>
                </c:pt>
                <c:pt idx="14">
                  <c:v>-0.006480416479</c:v>
                </c:pt>
                <c:pt idx="15">
                  <c:v>-0.00665903699</c:v>
                </c:pt>
                <c:pt idx="16">
                  <c:v>-0.006785987518</c:v>
                </c:pt>
                <c:pt idx="17">
                  <c:v>-0.006803756826</c:v>
                </c:pt>
                <c:pt idx="18">
                  <c:v>-0.006897097415</c:v>
                </c:pt>
                <c:pt idx="19">
                  <c:v>-0.007133446388</c:v>
                </c:pt>
                <c:pt idx="20">
                  <c:v>-0.007215332796</c:v>
                </c:pt>
                <c:pt idx="21">
                  <c:v>-0.007338214419</c:v>
                </c:pt>
                <c:pt idx="22">
                  <c:v>-0.007478274074</c:v>
                </c:pt>
                <c:pt idx="23">
                  <c:v>-0.007547496404</c:v>
                </c:pt>
                <c:pt idx="24">
                  <c:v>-0.007638557639</c:v>
                </c:pt>
                <c:pt idx="25">
                  <c:v>-0.00780611104</c:v>
                </c:pt>
                <c:pt idx="26">
                  <c:v>-0.0079384771</c:v>
                </c:pt>
                <c:pt idx="27">
                  <c:v>-0.008010654255</c:v>
                </c:pt>
                <c:pt idx="28">
                  <c:v>-0.008127672277</c:v>
                </c:pt>
                <c:pt idx="29">
                  <c:v>-0.008248589552</c:v>
                </c:pt>
                <c:pt idx="30">
                  <c:v>-0.008341024049</c:v>
                </c:pt>
                <c:pt idx="31">
                  <c:v>-0.008453298533</c:v>
                </c:pt>
                <c:pt idx="32">
                  <c:v>-0.008557834982</c:v>
                </c:pt>
                <c:pt idx="33">
                  <c:v>-0.008680724242</c:v>
                </c:pt>
                <c:pt idx="34">
                  <c:v>-0.008746357453</c:v>
                </c:pt>
                <c:pt idx="35">
                  <c:v>-0.00892934102</c:v>
                </c:pt>
                <c:pt idx="36">
                  <c:v>-0.009022569169</c:v>
                </c:pt>
                <c:pt idx="37">
                  <c:v>-0.009150844143</c:v>
                </c:pt>
                <c:pt idx="38">
                  <c:v>-0.009281838292</c:v>
                </c:pt>
                <c:pt idx="39">
                  <c:v>-0.009412147944</c:v>
                </c:pt>
                <c:pt idx="40">
                  <c:v>-0.009599781451</c:v>
                </c:pt>
                <c:pt idx="41">
                  <c:v>-0.009730643769</c:v>
                </c:pt>
                <c:pt idx="42">
                  <c:v>-0.009904690482</c:v>
                </c:pt>
                <c:pt idx="43">
                  <c:v>-0.01008252115</c:v>
                </c:pt>
                <c:pt idx="44">
                  <c:v>-0.01023470381</c:v>
                </c:pt>
                <c:pt idx="45">
                  <c:v>-0.01045271561</c:v>
                </c:pt>
                <c:pt idx="46">
                  <c:v>-0.01062575955</c:v>
                </c:pt>
                <c:pt idx="47">
                  <c:v>-0.01083732507</c:v>
                </c:pt>
                <c:pt idx="48">
                  <c:v>-0.01099773546</c:v>
                </c:pt>
                <c:pt idx="49">
                  <c:v>-0.01117785115</c:v>
                </c:pt>
                <c:pt idx="50">
                  <c:v>-0.01132747008</c:v>
                </c:pt>
                <c:pt idx="51">
                  <c:v>-0.01161795069</c:v>
                </c:pt>
                <c:pt idx="52">
                  <c:v>-0.01179024771</c:v>
                </c:pt>
                <c:pt idx="53">
                  <c:v>-0.01214073803</c:v>
                </c:pt>
                <c:pt idx="54">
                  <c:v>-0.01233669416</c:v>
                </c:pt>
                <c:pt idx="55">
                  <c:v>-0.01251639747</c:v>
                </c:pt>
                <c:pt idx="56">
                  <c:v>-0.01281965698</c:v>
                </c:pt>
                <c:pt idx="57">
                  <c:v>-0.01313496291</c:v>
                </c:pt>
                <c:pt idx="58">
                  <c:v>-0.01340412108</c:v>
                </c:pt>
                <c:pt idx="59">
                  <c:v>-0.01364411824</c:v>
                </c:pt>
                <c:pt idx="60">
                  <c:v>-0.01393980932</c:v>
                </c:pt>
                <c:pt idx="61">
                  <c:v>-0.01425002219</c:v>
                </c:pt>
                <c:pt idx="62">
                  <c:v>-0.01455832489</c:v>
                </c:pt>
                <c:pt idx="63">
                  <c:v>-0.01494134331</c:v>
                </c:pt>
                <c:pt idx="64">
                  <c:v>-0.01527354165</c:v>
                </c:pt>
                <c:pt idx="65">
                  <c:v>-0.01560478277</c:v>
                </c:pt>
                <c:pt idx="66">
                  <c:v>-0.01596242308</c:v>
                </c:pt>
                <c:pt idx="67">
                  <c:v>-0.01635354448</c:v>
                </c:pt>
                <c:pt idx="68">
                  <c:v>-0.01670618185</c:v>
                </c:pt>
                <c:pt idx="69">
                  <c:v>-0.01710835132</c:v>
                </c:pt>
                <c:pt idx="70">
                  <c:v>-0.0174983257</c:v>
                </c:pt>
                <c:pt idx="71">
                  <c:v>-0.01794747269</c:v>
                </c:pt>
                <c:pt idx="72">
                  <c:v>-0.01833026482</c:v>
                </c:pt>
                <c:pt idx="73">
                  <c:v>-0.01888311602</c:v>
                </c:pt>
                <c:pt idx="74">
                  <c:v>-0.01925292427</c:v>
                </c:pt>
                <c:pt idx="75">
                  <c:v>-0.01975778963</c:v>
                </c:pt>
                <c:pt idx="76">
                  <c:v>-0.02022161176</c:v>
                </c:pt>
                <c:pt idx="77">
                  <c:v>-0.02064826706</c:v>
                </c:pt>
                <c:pt idx="78">
                  <c:v>-0.02120776799</c:v>
                </c:pt>
                <c:pt idx="79">
                  <c:v>-0.02161948108</c:v>
                </c:pt>
                <c:pt idx="80">
                  <c:v>-0.02210144791</c:v>
                </c:pt>
                <c:pt idx="81">
                  <c:v>-0.02258327581</c:v>
                </c:pt>
                <c:pt idx="82">
                  <c:v>-0.02284904041</c:v>
                </c:pt>
                <c:pt idx="83">
                  <c:v>-0.02316666937</c:v>
                </c:pt>
                <c:pt idx="84">
                  <c:v>-0.02343573395</c:v>
                </c:pt>
                <c:pt idx="85">
                  <c:v>-0.023443086</c:v>
                </c:pt>
                <c:pt idx="86">
                  <c:v>-0.02338789907</c:v>
                </c:pt>
                <c:pt idx="87">
                  <c:v>-0.02336171361</c:v>
                </c:pt>
                <c:pt idx="88">
                  <c:v>-0.02325139277</c:v>
                </c:pt>
                <c:pt idx="89">
                  <c:v>-0.02299318714</c:v>
                </c:pt>
                <c:pt idx="90">
                  <c:v>-0.02296046342</c:v>
                </c:pt>
                <c:pt idx="91">
                  <c:v>-0.02283757537</c:v>
                </c:pt>
                <c:pt idx="92">
                  <c:v>-0.02262933337</c:v>
                </c:pt>
                <c:pt idx="93">
                  <c:v>-0.02237558247</c:v>
                </c:pt>
                <c:pt idx="94">
                  <c:v>-0.02178493675</c:v>
                </c:pt>
                <c:pt idx="95">
                  <c:v>-0.02130140885</c:v>
                </c:pt>
                <c:pt idx="96">
                  <c:v>-0.02080610284</c:v>
                </c:pt>
                <c:pt idx="97">
                  <c:v>-0.02026185685</c:v>
                </c:pt>
                <c:pt idx="98">
                  <c:v>-0.01980819563</c:v>
                </c:pt>
                <c:pt idx="99">
                  <c:v>-0.01929450256</c:v>
                </c:pt>
                <c:pt idx="100">
                  <c:v>-0.01830253409</c:v>
                </c:pt>
                <c:pt idx="101">
                  <c:v>-0.01739017667</c:v>
                </c:pt>
                <c:pt idx="102">
                  <c:v>-0.0165342932</c:v>
                </c:pt>
                <c:pt idx="103">
                  <c:v>-0.0149098916</c:v>
                </c:pt>
                <c:pt idx="104">
                  <c:v>-0.01352294371</c:v>
                </c:pt>
                <c:pt idx="105">
                  <c:v>-0.01205858869</c:v>
                </c:pt>
                <c:pt idx="106">
                  <c:v>-0.01124915006</c:v>
                </c:pt>
                <c:pt idx="107">
                  <c:v>-0.00926411484</c:v>
                </c:pt>
                <c:pt idx="108">
                  <c:v>-0.006872840712</c:v>
                </c:pt>
                <c:pt idx="109">
                  <c:v>-0.004950937261</c:v>
                </c:pt>
                <c:pt idx="110">
                  <c:v>-0.002306025144</c:v>
                </c:pt>
                <c:pt idx="111">
                  <c:v>-0.001104587658</c:v>
                </c:pt>
                <c:pt idx="112">
                  <c:v>-0.0005871690256</c:v>
                </c:pt>
                <c:pt idx="113">
                  <c:v>-0.0004303375524</c:v>
                </c:pt>
                <c:pt idx="114">
                  <c:v>-0.0002767466105</c:v>
                </c:pt>
                <c:pt idx="115">
                  <c:v>-0.0002225100302</c:v>
                </c:pt>
                <c:pt idx="116">
                  <c:v>-0.0001792003605</c:v>
                </c:pt>
                <c:pt idx="117">
                  <c:v>-0.0001641591142</c:v>
                </c:pt>
                <c:pt idx="118">
                  <c:v>-0.0001218055171</c:v>
                </c:pt>
                <c:pt idx="119">
                  <c:v>-0.0001267340965</c:v>
                </c:pt>
                <c:pt idx="120">
                  <c:v>-0.0001127710247</c:v>
                </c:pt>
                <c:pt idx="121">
                  <c:v>-0.0001029191086</c:v>
                </c:pt>
                <c:pt idx="122">
                  <c:v>-9.844042829E-05</c:v>
                </c:pt>
                <c:pt idx="123">
                  <c:v>-0.0001035289506</c:v>
                </c:pt>
                <c:pt idx="124">
                  <c:v>-9.25394893E-05</c:v>
                </c:pt>
                <c:pt idx="125">
                  <c:v>-9.47018159E-05</c:v>
                </c:pt>
                <c:pt idx="126">
                  <c:v>-9.889653845E-05</c:v>
                </c:pt>
                <c:pt idx="127">
                  <c:v>-0.0001029229668</c:v>
                </c:pt>
                <c:pt idx="128">
                  <c:v>-0.0001100429712</c:v>
                </c:pt>
                <c:pt idx="129">
                  <c:v>-0.000103479755</c:v>
                </c:pt>
                <c:pt idx="130">
                  <c:v>-0.0001122906661</c:v>
                </c:pt>
                <c:pt idx="131">
                  <c:v>-0.0001132520771</c:v>
                </c:pt>
                <c:pt idx="132">
                  <c:v>-0.0001288047072</c:v>
                </c:pt>
                <c:pt idx="133">
                  <c:v>-0.0001263408496</c:v>
                </c:pt>
                <c:pt idx="134">
                  <c:v>-0.0001306758174</c:v>
                </c:pt>
                <c:pt idx="135">
                  <c:v>-0.0001396763384</c:v>
                </c:pt>
                <c:pt idx="136">
                  <c:v>-0.0001406492777</c:v>
                </c:pt>
                <c:pt idx="137">
                  <c:v>-0.0001524865346</c:v>
                </c:pt>
                <c:pt idx="138">
                  <c:v>-0.0001626830008</c:v>
                </c:pt>
                <c:pt idx="139">
                  <c:v>-0.0001848747051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ΔQ (Ah)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3.6"/>
          <c:min val="2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Voltage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385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log Var(ΔQ)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Batch3</c:v>
          </c:tx>
          <c:spPr>
            <a:solidFill xmlns:a="http://schemas.openxmlformats.org/drawingml/2006/main">
              <a:srgbClr val="009B96"/>
            </a:solidFill>
            <a:ln xmlns:a="http://schemas.openxmlformats.org/drawingml/2006/main" w="9525">
              <a:solidFill>
                <a:srgbClr val="009B9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09B96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Data'!$A$2:$A$41</c:f>
              <c:numCache>
                <c:formatCode>General</c:formatCode>
                <c:ptCount val="40"/>
                <c:pt idx="0">
                  <c:v>-4.24511487</c:v>
                </c:pt>
                <c:pt idx="1">
                  <c:v>-4.28554271</c:v>
                </c:pt>
                <c:pt idx="2">
                  <c:v>-4.11660777</c:v>
                </c:pt>
                <c:pt idx="3">
                  <c:v>-4.178465673</c:v>
                </c:pt>
                <c:pt idx="4">
                  <c:v>-4.114423975</c:v>
                </c:pt>
                <c:pt idx="5">
                  <c:v>-3.525708193</c:v>
                </c:pt>
                <c:pt idx="6">
                  <c:v>-4.488742188</c:v>
                </c:pt>
                <c:pt idx="7">
                  <c:v>-4.091803757</c:v>
                </c:pt>
                <c:pt idx="8">
                  <c:v>-3.982296953</c:v>
                </c:pt>
                <c:pt idx="9">
                  <c:v>-4.411355924</c:v>
                </c:pt>
                <c:pt idx="10">
                  <c:v>-3.884921164</c:v>
                </c:pt>
                <c:pt idx="11">
                  <c:v>-3.946789977</c:v>
                </c:pt>
                <c:pt idx="12">
                  <c:v>-4.094466485</c:v>
                </c:pt>
                <c:pt idx="13">
                  <c:v>-3.999667695</c:v>
                </c:pt>
                <c:pt idx="14">
                  <c:v>-4.000684422</c:v>
                </c:pt>
                <c:pt idx="15">
                  <c:v>-4.694513499</c:v>
                </c:pt>
                <c:pt idx="16">
                  <c:v>-4.43971308</c:v>
                </c:pt>
                <c:pt idx="17">
                  <c:v>-4.254052001</c:v>
                </c:pt>
                <c:pt idx="18">
                  <c:v>-4.171941875</c:v>
                </c:pt>
                <c:pt idx="19">
                  <c:v>-4.066344693</c:v>
                </c:pt>
                <c:pt idx="20">
                  <c:v>-3.704326686</c:v>
                </c:pt>
                <c:pt idx="21">
                  <c:v>-4.046822397</c:v>
                </c:pt>
                <c:pt idx="22">
                  <c:v>-4.155254995</c:v>
                </c:pt>
                <c:pt idx="23">
                  <c:v>-4.146560745</c:v>
                </c:pt>
                <c:pt idx="24">
                  <c:v>-4.219507414</c:v>
                </c:pt>
                <c:pt idx="25">
                  <c:v>-4.130132311</c:v>
                </c:pt>
                <c:pt idx="26">
                  <c:v>-3.451657893</c:v>
                </c:pt>
                <c:pt idx="27">
                  <c:v>-4.0635761</c:v>
                </c:pt>
                <c:pt idx="28">
                  <c:v>-4.100225547</c:v>
                </c:pt>
                <c:pt idx="29">
                  <c:v>-3.839603025</c:v>
                </c:pt>
                <c:pt idx="30">
                  <c:v>-4.395898333</c:v>
                </c:pt>
                <c:pt idx="31">
                  <c:v>-4.305659505</c:v>
                </c:pt>
                <c:pt idx="32">
                  <c:v>-4.23485829</c:v>
                </c:pt>
                <c:pt idx="33">
                  <c:v>-4.253457921</c:v>
                </c:pt>
                <c:pt idx="34">
                  <c:v>-4.342053044</c:v>
                </c:pt>
                <c:pt idx="35">
                  <c:v>-4.454635077</c:v>
                </c:pt>
                <c:pt idx="36">
                  <c:v>-4.295108275</c:v>
                </c:pt>
                <c:pt idx="37">
                  <c:v>-4.219509371</c:v>
                </c:pt>
                <c:pt idx="38">
                  <c:v>-4.131495522</c:v>
                </c:pt>
                <c:pt idx="39">
                  <c:v>-4.520850801</c:v>
                </c:pt>
              </c:numCache>
            </c:numRef>
          </c:xVal>
          <c:yVal>
            <c:numRef>
              <c:f>'Chart Data'!$B$2:$B$41</c:f>
              <c:numCache>
                <c:formatCode>General</c:formatCode>
                <c:ptCount val="40"/>
                <c:pt idx="0">
                  <c:v>1009</c:v>
                </c:pt>
                <c:pt idx="1">
                  <c:v>1063</c:v>
                </c:pt>
                <c:pt idx="2">
                  <c:v>1115</c:v>
                </c:pt>
                <c:pt idx="3">
                  <c:v>1048</c:v>
                </c:pt>
                <c:pt idx="4">
                  <c:v>828</c:v>
                </c:pt>
                <c:pt idx="5">
                  <c:v>667</c:v>
                </c:pt>
                <c:pt idx="6">
                  <c:v>1836</c:v>
                </c:pt>
                <c:pt idx="7">
                  <c:v>828</c:v>
                </c:pt>
                <c:pt idx="8">
                  <c:v>1039</c:v>
                </c:pt>
                <c:pt idx="9">
                  <c:v>1078</c:v>
                </c:pt>
                <c:pt idx="10">
                  <c:v>817</c:v>
                </c:pt>
                <c:pt idx="11">
                  <c:v>932</c:v>
                </c:pt>
                <c:pt idx="12">
                  <c:v>816</c:v>
                </c:pt>
                <c:pt idx="13">
                  <c:v>858</c:v>
                </c:pt>
                <c:pt idx="14">
                  <c:v>876</c:v>
                </c:pt>
                <c:pt idx="15">
                  <c:v>1638</c:v>
                </c:pt>
                <c:pt idx="16">
                  <c:v>1315</c:v>
                </c:pt>
                <c:pt idx="17">
                  <c:v>1146</c:v>
                </c:pt>
                <c:pt idx="18">
                  <c:v>1155</c:v>
                </c:pt>
                <c:pt idx="19">
                  <c:v>813</c:v>
                </c:pt>
                <c:pt idx="20">
                  <c:v>772</c:v>
                </c:pt>
                <c:pt idx="21">
                  <c:v>1002</c:v>
                </c:pt>
                <c:pt idx="22">
                  <c:v>825</c:v>
                </c:pt>
                <c:pt idx="23">
                  <c:v>989</c:v>
                </c:pt>
                <c:pt idx="24">
                  <c:v>1028</c:v>
                </c:pt>
                <c:pt idx="25">
                  <c:v>850</c:v>
                </c:pt>
                <c:pt idx="26">
                  <c:v>541</c:v>
                </c:pt>
                <c:pt idx="27">
                  <c:v>858</c:v>
                </c:pt>
                <c:pt idx="28">
                  <c:v>935</c:v>
                </c:pt>
                <c:pt idx="29">
                  <c:v>731</c:v>
                </c:pt>
                <c:pt idx="30">
                  <c:v>1284</c:v>
                </c:pt>
                <c:pt idx="31">
                  <c:v>1158</c:v>
                </c:pt>
                <c:pt idx="32">
                  <c:v>1093</c:v>
                </c:pt>
                <c:pt idx="33">
                  <c:v>923</c:v>
                </c:pt>
                <c:pt idx="34">
                  <c:v>1935</c:v>
                </c:pt>
                <c:pt idx="35">
                  <c:v>1156</c:v>
                </c:pt>
                <c:pt idx="36">
                  <c:v>796</c:v>
                </c:pt>
                <c:pt idx="37">
                  <c:v>786</c:v>
                </c:pt>
                <c:pt idx="38">
                  <c:v>940</c:v>
                </c:pt>
                <c:pt idx="39">
                  <c:v>1801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-3"/>
          <c:min val="-5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log10 Var(ΔQ)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Protocol 평균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평균 수명</c:v>
          </c:tx>
          <c:spPr>
            <a:solidFill xmlns:a="http://schemas.openxmlformats.org/drawingml/2006/main">
              <a:srgbClr val="2F73B7"/>
            </a:solidFill>
          </c:spPr>
          <c:cat>
            <c:strRef>
              <c:f>'Chart Data'!$A$2:$A$7</c:f>
              <c:strCache>
                <c:ptCount val="6"/>
                <c:pt idx="0">
                  <c:v>5.4C(60%) / 3.6C (n=2)</c:v>
                </c:pt>
                <c:pt idx="1">
                  <c:v>6C(50%) / 3C (n=2)</c:v>
                </c:pt>
                <c:pt idx="2">
                  <c:v>6C(40%) / 3C (n=2)</c:v>
                </c:pt>
                <c:pt idx="3">
                  <c:v>8C(15%) / 3.6C (n=2)</c:v>
                </c:pt>
                <c:pt idx="4">
                  <c:v>4C(80%) / 4C (n=2)</c:v>
                </c:pt>
                <c:pt idx="5">
                  <c:v>3.6C(80%) / 3.6C (n=3)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859.5</c:v>
                </c:pt>
                <c:pt idx="1">
                  <c:v>888.5</c:v>
                </c:pt>
                <c:pt idx="2">
                  <c:v>935.5</c:v>
                </c:pt>
                <c:pt idx="3">
                  <c:v>1008.5</c:v>
                </c:pt>
                <c:pt idx="4">
                  <c:v>1226.5</c:v>
                </c:pt>
                <c:pt idx="5">
                  <c:v>1182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203246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평균 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1차 C-rate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Batch1</c:v>
          </c:tx>
          <c:spPr>
            <a:solidFill xmlns:a="http://schemas.openxmlformats.org/drawingml/2006/main">
              <a:srgbClr val="2F73B7"/>
            </a:solidFill>
            <a:ln xmlns:a="http://schemas.openxmlformats.org/drawingml/2006/main" w="9525">
              <a:solidFill>
                <a:srgbClr val="2F73B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F73B7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3.6</c:v>
                </c:pt>
                <c:pt idx="1">
                  <c:v>3.6</c:v>
                </c:pt>
                <c:pt idx="2">
                  <c:v>3.6</c:v>
                </c:pt>
                <c:pt idx="3">
                  <c:v>4</c:v>
                </c:pt>
                <c:pt idx="4">
                  <c:v>4</c:v>
                </c:pt>
                <c:pt idx="5">
                  <c:v>4.4</c:v>
                </c:pt>
                <c:pt idx="6">
                  <c:v>4.8</c:v>
                </c:pt>
                <c:pt idx="7">
                  <c:v>4.8</c:v>
                </c:pt>
                <c:pt idx="8">
                  <c:v>5.4</c:v>
                </c:pt>
                <c:pt idx="9">
                  <c:v>5.4</c:v>
                </c:pt>
                <c:pt idx="10">
                  <c:v>5.4</c:v>
                </c:pt>
                <c:pt idx="11">
                  <c:v>5.4</c:v>
                </c:pt>
                <c:pt idx="12">
                  <c:v>5.4</c:v>
                </c:pt>
                <c:pt idx="13">
                  <c:v>5.4</c:v>
                </c:pt>
                <c:pt idx="14">
                  <c:v>5.4</c:v>
                </c:pt>
                <c:pt idx="15">
                  <c:v>5.4</c:v>
                </c:pt>
                <c:pt idx="16">
                  <c:v>5.4</c:v>
                </c:pt>
                <c:pt idx="17">
                  <c:v>5.4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7</c:v>
                </c:pt>
                <c:pt idx="30">
                  <c:v>7</c:v>
                </c:pt>
                <c:pt idx="31">
                  <c:v>7</c:v>
                </c:pt>
                <c:pt idx="32">
                  <c:v>7</c:v>
                </c:pt>
                <c:pt idx="33">
                  <c:v>7</c:v>
                </c:pt>
                <c:pt idx="34">
                  <c:v>7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1190</c:v>
                </c:pt>
                <c:pt idx="1">
                  <c:v>1179</c:v>
                </c:pt>
                <c:pt idx="2">
                  <c:v>1177</c:v>
                </c:pt>
                <c:pt idx="3">
                  <c:v>1226</c:v>
                </c:pt>
                <c:pt idx="4">
                  <c:v>1227</c:v>
                </c:pt>
                <c:pt idx="5">
                  <c:v>1074</c:v>
                </c:pt>
                <c:pt idx="6">
                  <c:v>636</c:v>
                </c:pt>
                <c:pt idx="7">
                  <c:v>870</c:v>
                </c:pt>
                <c:pt idx="8">
                  <c:v>1054</c:v>
                </c:pt>
                <c:pt idx="9">
                  <c:v>788</c:v>
                </c:pt>
                <c:pt idx="10">
                  <c:v>880</c:v>
                </c:pt>
                <c:pt idx="11">
                  <c:v>719</c:v>
                </c:pt>
                <c:pt idx="12">
                  <c:v>862</c:v>
                </c:pt>
                <c:pt idx="13">
                  <c:v>857</c:v>
                </c:pt>
                <c:pt idx="14">
                  <c:v>691</c:v>
                </c:pt>
                <c:pt idx="15">
                  <c:v>788</c:v>
                </c:pt>
                <c:pt idx="16">
                  <c:v>534</c:v>
                </c:pt>
                <c:pt idx="17">
                  <c:v>559</c:v>
                </c:pt>
                <c:pt idx="18">
                  <c:v>1014</c:v>
                </c:pt>
                <c:pt idx="19">
                  <c:v>1017</c:v>
                </c:pt>
                <c:pt idx="20">
                  <c:v>854</c:v>
                </c:pt>
                <c:pt idx="21">
                  <c:v>870</c:v>
                </c:pt>
                <c:pt idx="22">
                  <c:v>842</c:v>
                </c:pt>
                <c:pt idx="23">
                  <c:v>860</c:v>
                </c:pt>
                <c:pt idx="24">
                  <c:v>917</c:v>
                </c:pt>
                <c:pt idx="25">
                  <c:v>709</c:v>
                </c:pt>
                <c:pt idx="26">
                  <c:v>876</c:v>
                </c:pt>
                <c:pt idx="27">
                  <c:v>731</c:v>
                </c:pt>
                <c:pt idx="28">
                  <c:v>757</c:v>
                </c:pt>
                <c:pt idx="29">
                  <c:v>742</c:v>
                </c:pt>
                <c:pt idx="30">
                  <c:v>703</c:v>
                </c:pt>
                <c:pt idx="31">
                  <c:v>704</c:v>
                </c:pt>
                <c:pt idx="32">
                  <c:v>648</c:v>
                </c:pt>
                <c:pt idx="33">
                  <c:v>617</c:v>
                </c:pt>
                <c:pt idx="34">
                  <c:v>625</c:v>
                </c:pt>
                <c:pt idx="35">
                  <c:v>966</c:v>
                </c:pt>
                <c:pt idx="36">
                  <c:v>1051</c:v>
                </c:pt>
                <c:pt idx="37">
                  <c:v>702</c:v>
                </c:pt>
                <c:pt idx="38">
                  <c:v>651</c:v>
                </c:pt>
                <c:pt idx="39">
                  <c:v>616</c:v>
                </c:pt>
                <c:pt idx="40">
                  <c:v>599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8.5"/>
          <c:min val="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1차 C-rate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Protocol 평균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평균 수명</c:v>
          </c:tx>
          <c:spPr>
            <a:solidFill xmlns:a="http://schemas.openxmlformats.org/drawingml/2006/main">
              <a:srgbClr val="F28C28"/>
            </a:solidFill>
          </c:spPr>
          <c:cat>
            <c:strRef>
              <c:f>'Chart Data'!$A$2:$A$7</c:f>
              <c:strCache>
                <c:ptCount val="6"/>
                <c:pt idx="0">
                  <c:v>5.2C(58%) / 4C (n=2)</c:v>
                </c:pt>
                <c:pt idx="1">
                  <c:v>5.6C(26%) / 4.5C (n=2)</c:v>
                </c:pt>
                <c:pt idx="2">
                  <c:v>5.2C(58%) / 4C (n=4)</c:v>
                </c:pt>
                <c:pt idx="3">
                  <c:v>4.8C(80%) / 4.8C (n=4)</c:v>
                </c:pt>
                <c:pt idx="4">
                  <c:v>5.2C(50%) / 4.25C (n=5)</c:v>
                </c:pt>
                <c:pt idx="5">
                  <c:v>5.6C(26%) / 4.5C (n=6)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990.5</c:v>
                </c:pt>
                <c:pt idx="1">
                  <c:v>1091.5</c:v>
                </c:pt>
                <c:pt idx="2">
                  <c:v>477.8</c:v>
                </c:pt>
                <c:pt idx="3">
                  <c:v>486.5</c:v>
                </c:pt>
                <c:pt idx="4">
                  <c:v>454</c:v>
                </c:pt>
                <c:pt idx="5">
                  <c:v>448.5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203246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평균 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1차 C-rate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Batch2</c:v>
          </c:tx>
          <c:spPr>
            <a:solidFill xmlns:a="http://schemas.openxmlformats.org/drawingml/2006/main">
              <a:srgbClr val="F28C28"/>
            </a:solidFill>
            <a:ln xmlns:a="http://schemas.openxmlformats.org/drawingml/2006/main" w="9525">
              <a:solidFill>
                <a:srgbClr val="F28C2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8C28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Data'!$A$2:$A$35</c:f>
              <c:numCache>
                <c:formatCode>General</c:formatCode>
                <c:ptCount val="34"/>
                <c:pt idx="0">
                  <c:v>5.2</c:v>
                </c:pt>
                <c:pt idx="1">
                  <c:v>5.6</c:v>
                </c:pt>
                <c:pt idx="2">
                  <c:v>5.2</c:v>
                </c:pt>
                <c:pt idx="3">
                  <c:v>4.65</c:v>
                </c:pt>
                <c:pt idx="4">
                  <c:v>4.65</c:v>
                </c:pt>
                <c:pt idx="5">
                  <c:v>3.6</c:v>
                </c:pt>
                <c:pt idx="6">
                  <c:v>3.6</c:v>
                </c:pt>
                <c:pt idx="7">
                  <c:v>4.8</c:v>
                </c:pt>
                <c:pt idx="8">
                  <c:v>5.2</c:v>
                </c:pt>
                <c:pt idx="9">
                  <c:v>4.65</c:v>
                </c:pt>
                <c:pt idx="10">
                  <c:v>4.65</c:v>
                </c:pt>
                <c:pt idx="11">
                  <c:v>3.6</c:v>
                </c:pt>
                <c:pt idx="12">
                  <c:v>5.6</c:v>
                </c:pt>
                <c:pt idx="13">
                  <c:v>5.2</c:v>
                </c:pt>
                <c:pt idx="14">
                  <c:v>6</c:v>
                </c:pt>
                <c:pt idx="15">
                  <c:v>5.2</c:v>
                </c:pt>
                <c:pt idx="16">
                  <c:v>6</c:v>
                </c:pt>
                <c:pt idx="17">
                  <c:v>4.8</c:v>
                </c:pt>
                <c:pt idx="18">
                  <c:v>5.2</c:v>
                </c:pt>
                <c:pt idx="19">
                  <c:v>5.6</c:v>
                </c:pt>
                <c:pt idx="20">
                  <c:v>5.2</c:v>
                </c:pt>
                <c:pt idx="21">
                  <c:v>4.8</c:v>
                </c:pt>
                <c:pt idx="22">
                  <c:v>5.2</c:v>
                </c:pt>
                <c:pt idx="23">
                  <c:v>5.6</c:v>
                </c:pt>
                <c:pt idx="24">
                  <c:v>5.6</c:v>
                </c:pt>
                <c:pt idx="25">
                  <c:v>4.8</c:v>
                </c:pt>
                <c:pt idx="26">
                  <c:v>5.2</c:v>
                </c:pt>
                <c:pt idx="27">
                  <c:v>5.6</c:v>
                </c:pt>
                <c:pt idx="28">
                  <c:v>5.6</c:v>
                </c:pt>
                <c:pt idx="29">
                  <c:v>5.2</c:v>
                </c:pt>
                <c:pt idx="30">
                  <c:v>4.8</c:v>
                </c:pt>
                <c:pt idx="31">
                  <c:v>5.2</c:v>
                </c:pt>
                <c:pt idx="32">
                  <c:v>5.6</c:v>
                </c:pt>
                <c:pt idx="33">
                  <c:v>4.8</c:v>
                </c:pt>
              </c:numCache>
            </c:numRef>
          </c:xVal>
          <c:yVal>
            <c:numRef>
              <c:f>'Chart Data'!$B$2:$B$35</c:f>
              <c:numCache>
                <c:formatCode>General</c:formatCode>
                <c:ptCount val="34"/>
                <c:pt idx="0">
                  <c:v>477</c:v>
                </c:pt>
                <c:pt idx="1">
                  <c:v>491</c:v>
                </c:pt>
                <c:pt idx="2">
                  <c:v>424</c:v>
                </c:pt>
                <c:pt idx="3">
                  <c:v>499</c:v>
                </c:pt>
                <c:pt idx="4">
                  <c:v>444</c:v>
                </c:pt>
                <c:pt idx="5">
                  <c:v>416</c:v>
                </c:pt>
                <c:pt idx="6">
                  <c:v>393</c:v>
                </c:pt>
                <c:pt idx="7">
                  <c:v>492</c:v>
                </c:pt>
                <c:pt idx="8">
                  <c:v>449</c:v>
                </c:pt>
                <c:pt idx="9">
                  <c:v>466</c:v>
                </c:pt>
                <c:pt idx="10">
                  <c:v>460</c:v>
                </c:pt>
                <c:pt idx="11">
                  <c:v>426</c:v>
                </c:pt>
                <c:pt idx="12">
                  <c:v>471</c:v>
                </c:pt>
                <c:pt idx="13">
                  <c:v>449</c:v>
                </c:pt>
                <c:pt idx="14">
                  <c:v>392</c:v>
                </c:pt>
                <c:pt idx="15">
                  <c:v>489</c:v>
                </c:pt>
                <c:pt idx="16">
                  <c:v>408</c:v>
                </c:pt>
                <c:pt idx="17">
                  <c:v>514</c:v>
                </c:pt>
                <c:pt idx="18">
                  <c:v>493</c:v>
                </c:pt>
                <c:pt idx="19">
                  <c:v>450</c:v>
                </c:pt>
                <c:pt idx="20">
                  <c:v>474</c:v>
                </c:pt>
                <c:pt idx="21">
                  <c:v>437</c:v>
                </c:pt>
                <c:pt idx="22">
                  <c:v>452</c:v>
                </c:pt>
                <c:pt idx="23">
                  <c:v>412</c:v>
                </c:pt>
                <c:pt idx="24">
                  <c:v>425</c:v>
                </c:pt>
                <c:pt idx="25">
                  <c:v>809</c:v>
                </c:pt>
                <c:pt idx="26">
                  <c:v>1140</c:v>
                </c:pt>
                <c:pt idx="27">
                  <c:v>1186</c:v>
                </c:pt>
                <c:pt idx="28">
                  <c:v>442</c:v>
                </c:pt>
                <c:pt idx="29">
                  <c:v>474</c:v>
                </c:pt>
                <c:pt idx="30">
                  <c:v>1029</c:v>
                </c:pt>
                <c:pt idx="31">
                  <c:v>841</c:v>
                </c:pt>
                <c:pt idx="32">
                  <c:v>997</c:v>
                </c:pt>
                <c:pt idx="33">
                  <c:v>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8.5"/>
          <c:min val="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1차 C-rate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Protocol 평균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평균 수명</c:v>
          </c:tx>
          <c:spPr>
            <a:solidFill xmlns:a="http://schemas.openxmlformats.org/drawingml/2006/main">
              <a:srgbClr val="009B96"/>
            </a:solidFill>
          </c:spPr>
          <c:cat>
            <c:strRef>
              <c:f>'Chart Data'!$A$2:$A$7</c:f>
              <c:strCache>
                <c:ptCount val="6"/>
                <c:pt idx="0">
                  <c:v>3.7C(31%) / 5.9C (n=3)</c:v>
                </c:pt>
                <c:pt idx="1">
                  <c:v>4.8C(80%) / 4.8C (n=4)</c:v>
                </c:pt>
                <c:pt idx="2">
                  <c:v>5C(67%) / 4C (n=6)</c:v>
                </c:pt>
                <c:pt idx="3">
                  <c:v>5.6C(19%) / 4.6C (n=7)</c:v>
                </c:pt>
                <c:pt idx="4">
                  <c:v>5.6C(36%) / 4.3C (n=8)</c:v>
                </c:pt>
                <c:pt idx="5">
                  <c:v>5.3C(54%) / 4C (n=8)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660</c:v>
                </c:pt>
                <c:pt idx="1">
                  <c:v>1588.3</c:v>
                </c:pt>
                <c:pt idx="2">
                  <c:v>1115.7</c:v>
                </c:pt>
                <c:pt idx="3">
                  <c:v>963.4</c:v>
                </c:pt>
                <c:pt idx="4">
                  <c:v>930.9</c:v>
                </c:pt>
                <c:pt idx="5">
                  <c:v>1074.4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203246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평균 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1차 C-rate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 b="1">
              <a:solidFill>
                <a:srgbClr val="17324A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scatterChart>
        <c:scatterStyle val="marker"/>
        <c:ser>
          <c:idx val="0"/>
          <c:order val="0"/>
          <c:tx>
            <c:v>Batch3</c:v>
          </c:tx>
          <c:spPr>
            <a:solidFill xmlns:a="http://schemas.openxmlformats.org/drawingml/2006/main">
              <a:srgbClr val="009B96"/>
            </a:solidFill>
            <a:ln xmlns:a="http://schemas.openxmlformats.org/drawingml/2006/main" w="9525">
              <a:solidFill>
                <a:srgbClr val="009B9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09B96"/>
              </a:solidFill>
            </c:spPr>
          </c:marker>
          <c:trendline>
            <c:name>선형 추세</c:name>
            <c:trendlineType val="linear"/>
          </c:trendline>
          <c:xVal>
            <c:numRef>
              <c:f>'Chart Data'!$A$2:$A$41</c:f>
              <c:numCache>
                <c:formatCode>General</c:formatCode>
                <c:ptCount val="40"/>
                <c:pt idx="0">
                  <c:v>5</c:v>
                </c:pt>
                <c:pt idx="1">
                  <c:v>5.3</c:v>
                </c:pt>
                <c:pt idx="2">
                  <c:v>5.6</c:v>
                </c:pt>
                <c:pt idx="3">
                  <c:v>5.6</c:v>
                </c:pt>
                <c:pt idx="4">
                  <c:v>5.6</c:v>
                </c:pt>
                <c:pt idx="5">
                  <c:v>3.7</c:v>
                </c:pt>
                <c:pt idx="6">
                  <c:v>4.8</c:v>
                </c:pt>
                <c:pt idx="7">
                  <c:v>5</c:v>
                </c:pt>
                <c:pt idx="8">
                  <c:v>5.3</c:v>
                </c:pt>
                <c:pt idx="9">
                  <c:v>4.8</c:v>
                </c:pt>
                <c:pt idx="10">
                  <c:v>5.6</c:v>
                </c:pt>
                <c:pt idx="11">
                  <c:v>5.6</c:v>
                </c:pt>
                <c:pt idx="12">
                  <c:v>5.6</c:v>
                </c:pt>
                <c:pt idx="13">
                  <c:v>5.6</c:v>
                </c:pt>
                <c:pt idx="14">
                  <c:v>5.9</c:v>
                </c:pt>
                <c:pt idx="15">
                  <c:v>4.8</c:v>
                </c:pt>
                <c:pt idx="16">
                  <c:v>5.3</c:v>
                </c:pt>
                <c:pt idx="17">
                  <c:v>5.6</c:v>
                </c:pt>
                <c:pt idx="18">
                  <c:v>5.6</c:v>
                </c:pt>
                <c:pt idx="19">
                  <c:v>5</c:v>
                </c:pt>
                <c:pt idx="20">
                  <c:v>3.7</c:v>
                </c:pt>
                <c:pt idx="21">
                  <c:v>5.9</c:v>
                </c:pt>
                <c:pt idx="22">
                  <c:v>5</c:v>
                </c:pt>
                <c:pt idx="23">
                  <c:v>5.3</c:v>
                </c:pt>
                <c:pt idx="24">
                  <c:v>5.6</c:v>
                </c:pt>
                <c:pt idx="25">
                  <c:v>5.6</c:v>
                </c:pt>
                <c:pt idx="26">
                  <c:v>3.7</c:v>
                </c:pt>
                <c:pt idx="27">
                  <c:v>5.9</c:v>
                </c:pt>
                <c:pt idx="28">
                  <c:v>5.3</c:v>
                </c:pt>
                <c:pt idx="29">
                  <c:v>5.9</c:v>
                </c:pt>
                <c:pt idx="30">
                  <c:v>5</c:v>
                </c:pt>
                <c:pt idx="31">
                  <c:v>5.3</c:v>
                </c:pt>
                <c:pt idx="32">
                  <c:v>5.6</c:v>
                </c:pt>
                <c:pt idx="33">
                  <c:v>5.6</c:v>
                </c:pt>
                <c:pt idx="34">
                  <c:v>5</c:v>
                </c:pt>
                <c:pt idx="35">
                  <c:v>5.3</c:v>
                </c:pt>
                <c:pt idx="36">
                  <c:v>5.6</c:v>
                </c:pt>
                <c:pt idx="37">
                  <c:v>5.6</c:v>
                </c:pt>
                <c:pt idx="38">
                  <c:v>5.3</c:v>
                </c:pt>
                <c:pt idx="39">
                  <c:v>4.8</c:v>
                </c:pt>
              </c:numCache>
            </c:numRef>
          </c:xVal>
          <c:yVal>
            <c:numRef>
              <c:f>'Chart Data'!$B$2:$B$41</c:f>
              <c:numCache>
                <c:formatCode>General</c:formatCode>
                <c:ptCount val="40"/>
                <c:pt idx="0">
                  <c:v>1009</c:v>
                </c:pt>
                <c:pt idx="1">
                  <c:v>1063</c:v>
                </c:pt>
                <c:pt idx="2">
                  <c:v>1115</c:v>
                </c:pt>
                <c:pt idx="3">
                  <c:v>1048</c:v>
                </c:pt>
                <c:pt idx="4">
                  <c:v>828</c:v>
                </c:pt>
                <c:pt idx="5">
                  <c:v>667</c:v>
                </c:pt>
                <c:pt idx="6">
                  <c:v>1836</c:v>
                </c:pt>
                <c:pt idx="7">
                  <c:v>828</c:v>
                </c:pt>
                <c:pt idx="8">
                  <c:v>1039</c:v>
                </c:pt>
                <c:pt idx="9">
                  <c:v>1078</c:v>
                </c:pt>
                <c:pt idx="10">
                  <c:v>817</c:v>
                </c:pt>
                <c:pt idx="11">
                  <c:v>932</c:v>
                </c:pt>
                <c:pt idx="12">
                  <c:v>816</c:v>
                </c:pt>
                <c:pt idx="13">
                  <c:v>858</c:v>
                </c:pt>
                <c:pt idx="14">
                  <c:v>876</c:v>
                </c:pt>
                <c:pt idx="15">
                  <c:v>1638</c:v>
                </c:pt>
                <c:pt idx="16">
                  <c:v>1315</c:v>
                </c:pt>
                <c:pt idx="17">
                  <c:v>1146</c:v>
                </c:pt>
                <c:pt idx="18">
                  <c:v>1155</c:v>
                </c:pt>
                <c:pt idx="19">
                  <c:v>813</c:v>
                </c:pt>
                <c:pt idx="20">
                  <c:v>772</c:v>
                </c:pt>
                <c:pt idx="21">
                  <c:v>1002</c:v>
                </c:pt>
                <c:pt idx="22">
                  <c:v>825</c:v>
                </c:pt>
                <c:pt idx="23">
                  <c:v>989</c:v>
                </c:pt>
                <c:pt idx="24">
                  <c:v>1028</c:v>
                </c:pt>
                <c:pt idx="25">
                  <c:v>850</c:v>
                </c:pt>
                <c:pt idx="26">
                  <c:v>541</c:v>
                </c:pt>
                <c:pt idx="27">
                  <c:v>858</c:v>
                </c:pt>
                <c:pt idx="28">
                  <c:v>935</c:v>
                </c:pt>
                <c:pt idx="29">
                  <c:v>731</c:v>
                </c:pt>
                <c:pt idx="30">
                  <c:v>1284</c:v>
                </c:pt>
                <c:pt idx="31">
                  <c:v>1158</c:v>
                </c:pt>
                <c:pt idx="32">
                  <c:v>1093</c:v>
                </c:pt>
                <c:pt idx="33">
                  <c:v>923</c:v>
                </c:pt>
                <c:pt idx="34">
                  <c:v>1935</c:v>
                </c:pt>
                <c:pt idx="35">
                  <c:v>1156</c:v>
                </c:pt>
                <c:pt idx="36">
                  <c:v>796</c:v>
                </c:pt>
                <c:pt idx="37">
                  <c:v>786</c:v>
                </c:pt>
                <c:pt idx="38">
                  <c:v>940</c:v>
                </c:pt>
                <c:pt idx="39">
                  <c:v>1801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"/>
          <c:min val="1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Cycle Life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8.5"/>
          <c:min val="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1차 C-rate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3E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9B74E-C206-4F2E-A15D-1AC123D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DAY 1 · 모델 전략 수립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D6810-A5D9-43E5-8E3B-3932C7DD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초기 100 Cycle 데이터로</a:t>
            </a:r>
          </a:p>
          <a:p xmlns:a="http://schemas.openxmlformats.org/drawingml/2006/main">
            <a:pPr>
              <a:defRPr sz="31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ESS 배터리 수명을 추정한다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5CE8E-8650-40AC-B27B-31C27C47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5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MIT–Stanford Battery Dataset의 Batch 1·2·3을 비교해</a:t>
            </a:r>
          </a:p>
          <a:p xmlns:a="http://schemas.openxmlformats.org/drawingml/2006/main">
            <a:pPr>
              <a:defRPr sz="15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5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초기 열화 신호와 운전조건을 모델 입력으로 설계한다.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9B31C-2B20-469F-8285-803C21D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52500"/>
            <a:ext cx="3238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CBE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B9A61-938B-44C0-9BE5-9B1FD770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분석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7A908-4ADC-4207-8881-DA9B749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</a:t>
            </a:r>
          </a:p>
          <a:p xmlns:a="http://schemas.openxmlformats.org/drawingml/2006/main">
            <a:pPr>
              <a:defRPr sz="187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모델 선택과 튜닝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19B2-7982-4974-B9A1-A1A915A4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DA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39945-A5DA-4323-99A5-0E1216A9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Batch 2·3</a:t>
            </a:r>
          </a:p>
          <a:p xmlns:a="http://schemas.openxmlformats.org/drawingml/2006/main">
            <a:pPr>
              <a:defRPr sz="1575" b="1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분포 비교와 외부 일반화 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5D0C3-C1A3-432C-BDA0-EB67C8E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Regression · Target: log(Cycle Life)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9E416-1282-455D-9274-98DE319B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울산 1반 · 김낙근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CFB94-0D32-41AF-B172-3A9871A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5B85F-D30B-46CC-9388-4319DA0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938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ACFC2-C709-456D-BD66-51BFE88D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EDA 01 · Cycle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E72F1-04D1-4C13-9EC1-28B5E5B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Batch마다 수명 구간의 비중이 크게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6F27B-71B4-4C5F-8DD0-08D99DC6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질문: 단수명(&lt;500), 중간(500–1,000), 장수명(&gt;1,000) 셀은 Batch별로 어떻게 구성되는가?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21355-E492-4287-82A6-524E0E5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E2860-6456-4555-9C1E-1809904A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1CBB0-E020-4876-A8A1-E30B79D8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A3522-472D-4138-B581-8E413C1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E1814-6A04-409D-828D-89515CF9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단수명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A867D-52FA-4D63-8ECB-05B120B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90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7"/>
          </a:solidFill>
          <a:ln xmlns:a="http://schemas.openxmlformats.org/drawingml/2006/main" w="0">
            <a:solidFill>
              <a:srgbClr val="2F7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7F546-74F0-453B-85A9-5F05C4B1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335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E64D-08F9-4565-8E22-097EB49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90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6"/>
          </a:solidFill>
          <a:ln xmlns:a="http://schemas.openxmlformats.org/drawingml/2006/main" w="0">
            <a:solidFill>
              <a:srgbClr val="009B9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B2A68-1FB0-4B9C-91DA-96D5414A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335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장수명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95300" y="1571625"/>
          <a:ext xmlns:a="http://schemas.openxmlformats.org/drawingml/2006/main" cx="2647950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d3f26ee8ba411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276600" y="1571625"/>
          <a:ext xmlns:a="http://schemas.openxmlformats.org/drawingml/2006/main" cx="2647950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a56132128b4155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057900" y="1571625"/>
          <a:ext xmlns:a="http://schemas.openxmlformats.org/drawingml/2006/main" cx="2647950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fa37e659d04b57"/>
          </a:graphicData>
        </a:graphic>
      </p:graphicFrame>
      <p:graphicFrame>
        <p:nvGraphicFramePr>
          <p:cNvPr id="41" name=""/>
          <p:cNvGraphicFramePr/>
          <p:nvPr/>
        </p:nvGraphicFramePr>
        <p:xfrm>
          <a:off xmlns:a="http://schemas.openxmlformats.org/drawingml/2006/main" x="495300" y="3857625"/>
          <a:ext xmlns:a="http://schemas.openxmlformats.org/drawingml/2006/main" cx="821055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6319"/>
                <a:gridCol w="1026319"/>
                <a:gridCol w="1026319"/>
                <a:gridCol w="1026319"/>
                <a:gridCol w="1026319"/>
                <a:gridCol w="1026319"/>
                <a:gridCol w="1026319"/>
                <a:gridCol w="1026319"/>
              </a:tblGrid>
              <a:tr h="3667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n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평균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중앙값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표준편차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&lt;500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500–1,000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&gt;1,000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</a:tr>
              <a:tr h="3667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838.6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842.0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194.9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(0.0%)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 (75.6%)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 (24.4%)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667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B2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550.7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468.5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221.6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 (76.5%)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 (14.7%)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 (8.8%)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</a:tr>
              <a:tr h="3667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1,032.0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964.5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308.6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(0.0%)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 (52.5%)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 (47.5%)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91507-DB48-4C2B-83EF-8079BBE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762250" cy="38481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5CA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3CD58-1C32-4345-B915-42A2A30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확인된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ECCD7-AEED-4842-961C-0FAB9955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266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2는 76.5%가 500 Cycle 미만이다.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1과 3에는 500 Cycle 미만 셀이 없고, Batch 3의 장수명 비율은 47.5%다.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EDAEC-F43F-4B82-8666-182FEBA7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가장 짧은 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70ADA-A8A1-44C7-A3FB-36F8D10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B1: 020 · 534 · 분석 포함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B2: 019 · 392 · 분석 포함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B3: 028 · 541 · 분석 포함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4AC15-9CD6-4351-8671-0C25B9A7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Batch 2의 396 Cycle 셀 1개는 Batch 1 연속 측정 셀로 제외했다.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CA0DB-30F1-49B5-8863-B6C2155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7A997-3138-484F-ABAA-5C6094D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09096-6520-4E64-9ADB-CFBBE6A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Feature와 모델은 Batch 1에서만 정하고, Batch 2·3은 서로 다른 수명 분포에서 일반화 성능을 확인하는 데 사용한다.</a:t>
            </a:r>
          </a:p>
        </p:txBody>
      </p:sp>
    </p:spTree>
    <p:extLst>
      <p:ext uri="{BB962C8B-B14F-4D97-AF65-F5344CB8AC3E}">
        <p14:creationId xmlns:p14="http://schemas.microsoft.com/office/powerpoint/2010/main" val="896230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5A4D4-7B52-451F-860D-ED06977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EDA 02 · QD 열화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D777F-C998-45D5-BA57-61C675E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초기 기울기와 전체 수명 후반의 가속 구간은 같은 정보가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67FB4-812D-488D-84D7-F7EA7A4D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질문: QD는 일정하게 감소하는가, 그리고 급격한 열화가 시작되는 구간은 언제 나타나는가?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7CB8F-0B4E-4523-B16B-DFF805D6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88EF1-5CAE-499A-8547-0FDF5BF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A841B-D126-4D4B-91CC-5024D60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5cfdc76c0348ee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9530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ab340ca3b84f26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3267075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ea3f900c71431f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267075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ad1d7e8d3040c9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3885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47ca63cbe84fbf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03885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46700f9d474a7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1E8C4-2DCD-4520-AD2F-B115F04D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04950"/>
            <a:ext cx="2762250" cy="37909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A05CD-2E50-4EA1-9CD1-D251DF5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초기 10–100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4D825-4E38-4AF6-8B3C-6A3F7A3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B1: 중앙 기울기 -1.52e-5 Ah/cycle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B2: 중앙 기울기 2.37e-5 Ah/cycle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B3: 중앙 기울기 -1.66e-5 Ah/cycle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73E06-C059-4C2F-8F94-E11B6AB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초기 기울기와 수명의 Pearson 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FD737-CF95-4FAD-ADFF-F04AB0F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B1: +0.10   B2: -0.49   B3: +0.35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8A3FA-11D7-4ACD-A99F-E4A167E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전체 수명 기준 탐색적 Knee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9D930-F287-421C-8992-DE35CD4A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B1: 중앙 549 Cycle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B2: 중앙 323 Cycle</a:t>
            </a:r>
          </a:p>
          <a:p xmlns:a="http://schemas.openxmlformats.org/drawingml/2006/main">
            <a:pPr>
              <a:defRPr sz="105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B3: 중앙 754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CBC39-533B-4039-9E1C-6EEA57A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Knee는 11-cycle 중앙값 평활 후 시작점–EOL 직선에서 최대 이탈한 지점이다. 전체 수명을 사용한 사후 지표다.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F5F60-029C-4343-81A9-7C33A51C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7EDCA-6A14-4D99-8A98-A4198AA3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DEB3A-DDC4-4489-B098-01AFD5DB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모델 입력에는 초기 qd_change와 qd_slope만 사용한다. Knee는 열화 메커니즘 설명용으로만 남기고 Feature에서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035301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07FC5-E52F-4A9F-8B16-894D413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EDA 03 · ΔQ(V)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C4E5A-97CC-4096-B2C9-0C98192E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ΔQ 분산은 세 Batch에서 수명과 같은 방향의 강한 관계를 보인다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B372D-9375-4889-8B94-18B2BAD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질문: Cycle 100−10의 전압별 용량 변화만으로 장단수명 셀을 구분할 수 있는가?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B51D5-E550-4E93-96EF-9D238ED1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2BABC-2E6A-4E78-8ADD-F459C20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A4017-EC6E-4E29-B4EF-A9387BA9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fb9bc3e3a4198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9530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fab24b96e1425a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267075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057588fa924402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3267075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22225ffac547f6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3885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37def4f03f4178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3885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b09bf684f64bb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8876C-B517-45C1-AC7B-DE685942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04950"/>
            <a:ext cx="2762250" cy="37909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5CA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7F73D-B969-4157-B774-7D4150A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Batch별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E5D7D-C84B-485C-9308-A374871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Pearson / Spearman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EBE4C-F5B0-40FE-9A23-005AA4F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B1: -0.89 / -0.88</a:t>
            </a:r>
          </a:p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B2: -0.91 / -0.71</a:t>
            </a:r>
          </a:p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B3: -0.74 / -0.76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42EB6-B3CF-4905-999A-0A218C8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분산이 클수록 수명이 짧아지는 방향이 세 Batch에서 유지된다. Batch 2에서도 Pearson r이 가장 강하다.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B03C7-7B69-42D2-BD67-CFAFE25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Feature 선택은 Batch 1에서만 수행했고, Batch 2·3의 값은 관계가 다른 조건에서도 유지되는지 설명하기 위해 제시했다.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A226C-EFEF-4598-B032-04CB1965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E48C1-6DDD-434C-B4DA-873B4C0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B99F2-601B-4932-8CE3-351278F1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log_dq_var를 핵심 Early-life Feature로 두고, dq_min과 dq_range는 중복성을 확인한 뒤 함께 쓸지 결정한다.</a:t>
            </a:r>
          </a:p>
        </p:txBody>
      </p:sp>
    </p:spTree>
    <p:extLst>
      <p:ext uri="{BB962C8B-B14F-4D97-AF65-F5344CB8AC3E}">
        <p14:creationId xmlns:p14="http://schemas.microsoft.com/office/powerpoint/2010/main" val="676099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EBCF0-9A0B-4125-B23B-BCB10B1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EDA 04 · 충전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8429-7F73-49FC-8EF2-DDBBFD1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C-rate와 수명의 관계는 Batch마다 방향과 크기가 달라진다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A915C-2191-435C-B252-0B91DFC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질문: 충전 Protocol과 초기 C-rate는 수명과 초기 열화 신호를 얼마나 설명하는가?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D81CE-C31E-4FC6-BBA2-E847527F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96029-A6A1-4FD9-B772-EDB42B6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27854-5D6E-47CD-BE2B-C5B4137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9f2d41e89142c8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9530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1d5cc41c3c493b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267075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bdf304adf34363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3267075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2649763b4d4658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38850" y="15049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8bcc3c05a48e7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38850" y="3486150"/>
          <a:ext xmlns:a="http://schemas.openxmlformats.org/drawingml/2006/main" cx="2628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0647aaa9dd4fc4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3FA20-D2CD-4FFB-A566-D56136A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04950"/>
            <a:ext cx="2762250" cy="37909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0BB84-C17B-4908-AA17-3838D33B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1차 C-rate ↔ Cycle Life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4F60A-0C05-4AED-B611-A2F8BC7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2266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B1: r -0.58</a:t>
            </a:r>
          </a:p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B2: r +0.14</a:t>
            </a:r>
          </a:p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B3: r -0.04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D9E72-4242-460F-8E75-E6C609C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1차 C-rate ↔ 초기 QD 기울기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C4861-80F3-47BE-8A88-56A6E8B9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266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B1: r +0.16</a:t>
            </a:r>
          </a:p>
          <a:p xmlns:a="http://schemas.openxmlformats.org/drawingml/2006/main">
            <a:pPr>
              <a:defRPr sz="120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B2: r +0.23</a:t>
            </a:r>
          </a:p>
          <a:p xmlns:a="http://schemas.openxmlformats.org/drawingml/2006/main">
            <a:pPr>
              <a:defRPr sz="1200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B3: r +0.76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38193-BD76-4522-86D3-758BD35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266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같은 C-rate라도 Protocol 구성과 Batch가 달라 관계가 바뀐다. 이 결과만으로 고속 충전이 수명 저하의 원인이라고 단정할 수 없다.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D1985-FDCD-4D22-B015-A9ACB43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226A4-E558-4D0D-B30F-E8CBDEE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6F051-2B46-497C-9D1C-9FAED932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4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first_c_rate, switch_soc, second_c_rate를 입력에 포함하고, charging_policy 단위로 분리해 같은 Protocol이 Train과 Validation에 섞이지 않게 한다.</a:t>
            </a:r>
          </a:p>
        </p:txBody>
      </p:sp>
    </p:spTree>
    <p:extLst>
      <p:ext uri="{BB962C8B-B14F-4D97-AF65-F5344CB8AC3E}">
        <p14:creationId xmlns:p14="http://schemas.microsoft.com/office/powerpoint/2010/main" val="1972959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18CB9-5A8C-4376-87E9-C821042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EDA 05 · Feature 상관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8E471-52E4-41D0-B112-94A77245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강한 ΔQ 신호가 여러 Feature에 반복되어 다중공선성이 생긴다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F95DD-7F16-4637-9197-3151174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질문: 수명과 연관된 신호는 Batch가 바뀌어도 유지되는가, 그리고 Feature끼리는 얼마나 겹치는가?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974F0-C5D6-406E-862C-D40457B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5C1C5-5794-4F76-94EF-F6CB3FEA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8A721-B9D5-474D-8D64-C72EB79D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" y="1581150"/>
          <a:ext xmlns:a="http://schemas.openxmlformats.org/drawingml/2006/main" cx="39052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6313"/>
                <a:gridCol w="976313"/>
                <a:gridCol w="976313"/>
                <a:gridCol w="976313"/>
              </a:tblGrid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Feature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B1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B2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B3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log ΔQ 분산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-0.89</a:t>
                      </a:r>
                    </a:p>
                  </a:txBody>
                  <a:tcPr marL="57150" marR="57150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-0.91</a:t>
                      </a:r>
                    </a:p>
                  </a:txBody>
                  <a:tcPr marL="57150" marR="57150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-0.74</a:t>
                      </a:r>
                    </a:p>
                  </a:txBody>
                  <a:tcPr marL="57150" marR="57150" marT="38100" marB="38100" anchor="ctr">
                    <a:solidFill>
                      <a:srgbClr val="DCEAF6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평균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+0.86</a:t>
                      </a:r>
                    </a:p>
                  </a:txBody>
                  <a:tcPr marL="57150" marR="57150" marT="38100" marB="38100" anchor="ctr">
                    <a:solidFill>
                      <a:srgbClr val="D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+0.75</a:t>
                      </a:r>
                    </a:p>
                  </a:txBody>
                  <a:tcPr marL="57150" marR="57150" marT="38100" marB="38100" anchor="ctr">
                    <a:solidFill>
                      <a:srgbClr val="D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+0.60</a:t>
                      </a:r>
                    </a:p>
                  </a:txBody>
                  <a:tcPr marL="57150" marR="57150" marT="38100" marB="38100" anchor="ctr">
                    <a:solidFill>
                      <a:srgbClr val="F2F6F8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최솟값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+0.88</a:t>
                      </a:r>
                    </a:p>
                  </a:txBody>
                  <a:tcPr marL="57150" marR="57150" marT="38100" marB="38100" anchor="ctr">
                    <a:solidFill>
                      <a:srgbClr val="D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+0.81</a:t>
                      </a:r>
                    </a:p>
                  </a:txBody>
                  <a:tcPr marL="57150" marR="57150" marT="38100" marB="38100" anchor="ctr">
                    <a:solidFill>
                      <a:srgbClr val="D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+0.67</a:t>
                      </a:r>
                    </a:p>
                  </a:txBody>
                  <a:tcPr marL="57150" marR="57150" marT="38100" marB="38100" anchor="ctr">
                    <a:solidFill>
                      <a:srgbClr val="F2F6F8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범위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-0.88</a:t>
                      </a:r>
                    </a:p>
                  </a:txBody>
                  <a:tcPr marL="57150" marR="57150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-0.79</a:t>
                      </a:r>
                    </a:p>
                  </a:txBody>
                  <a:tcPr marL="57150" marR="57150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-0.62</a:t>
                      </a:r>
                    </a:p>
                  </a:txBody>
                  <a:tcPr marL="57150" marR="57150" marT="38100" marB="38100" anchor="ctr">
                    <a:solidFill>
                      <a:srgbClr val="F2F6F8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기울기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-0.49</a:t>
                      </a:r>
                    </a:p>
                  </a:txBody>
                  <a:tcPr marL="57150" marR="57150" marT="38100" marB="38100" anchor="ctr">
                    <a:solidFill>
                      <a:srgbClr val="F2F6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+0.35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10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-0.39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+0.23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C-rate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-0.58</a:t>
                      </a:r>
                    </a:p>
                  </a:txBody>
                  <a:tcPr marL="57150" marR="57150" marT="38100" marB="38100" anchor="ctr">
                    <a:solidFill>
                      <a:srgbClr val="F2F6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+0.14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 변화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+0.11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+0.07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-0.28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0F43-2989-4668-861D-A2B6FFB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Feature ↔ Cycle Life Pearson r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667250" y="1581150"/>
          <a:ext xmlns:a="http://schemas.openxmlformats.org/drawingml/2006/main" cx="49720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B1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log ΔQ 분산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평균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최솟값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범위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기울기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10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C-rate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 변화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log ΔQ 분산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-0.93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-0.95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0.95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평균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-0.93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0.99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-0.99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-0.22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-0.58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최솟값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-0.95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0.99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-1.00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-0.59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범위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0.95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-0.99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-1.00</a:t>
                      </a:r>
                    </a:p>
                  </a:txBody>
                  <a:tcPr marL="57150" marR="57150" marT="38100" marB="38100" anchor="ctr">
                    <a:solidFill>
                      <a:srgbClr val="BFD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기울기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0.82</a:t>
                      </a:r>
                    </a:p>
                  </a:txBody>
                  <a:tcPr marL="57150" marR="57150" marT="38100" marB="38100" anchor="ctr">
                    <a:solidFill>
                      <a:srgbClr val="E7F0F4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 10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-0.22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C-rate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-0.58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-0.59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3757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 변화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-0.08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0.82</a:t>
                      </a:r>
                    </a:p>
                  </a:txBody>
                  <a:tcPr marL="57150" marR="57150" marT="38100" marB="38100" anchor="ctr">
                    <a:solidFill>
                      <a:srgbClr val="E7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57150" marR="57150" marT="38100" marB="38100" anchor="ctr">
                    <a:solidFill>
                      <a:srgbClr val="BCE4DE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64682-1BAC-41A4-88C3-38F29A2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52550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Batch 1 Feature 간 Pearson 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73B4D-9ADB-41BB-81F3-2240511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81150"/>
            <a:ext cx="1809750" cy="33813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5CA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A0ED2-6978-4E8D-ADBF-1ED8C002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526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중복이 큰 조합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FDE8-9809-45DA-B66F-6F74165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38350"/>
            <a:ext cx="15049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최솟값</a:t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범위  r=-1.00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평균</a:t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범위  r=-0.99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평균</a:t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최솟값  r=0.99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log ΔQ 분산</a:t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최솟값  r=-0.95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log ΔQ 분산</a:t>
            </a:r>
          </a:p>
          <a:p xmlns:a="http://schemas.openxmlformats.org/drawingml/2006/main">
            <a:pPr>
              <a:defRPr sz="97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ΔQ 범위  r=0.95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0D083-C755-49F1-92B6-0CEC981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529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532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강한 값이 많다는 사실보다 같은 신호가 여러 열에 반복된다는 점이 중요하다.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681D4-A707-45DE-B18B-C37D409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5C219-8463-486B-8A0B-A85222FA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164E9-BE5D-4FD1-B149-B0B72CB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1에서 대표 ΔQ Feature를 선별하고, 전체 후보를 쓸 때는 ElasticNet 정규화로 중복 신호의 계수를 안정화한다.</a:t>
            </a:r>
          </a:p>
        </p:txBody>
      </p:sp>
    </p:spTree>
    <p:extLst>
      <p:ext uri="{BB962C8B-B14F-4D97-AF65-F5344CB8AC3E}">
        <p14:creationId xmlns:p14="http://schemas.microsoft.com/office/powerpoint/2010/main" val="1063735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CA275-4403-4BAC-B739-DECC3456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60FBA-8D33-4997-A687-B25E128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EDA에서 확인한 사실을 입력 변수와 검증 규칙으로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698A9-6A60-49A8-9F14-4865F1A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Cycle Life는 정답 Y이며 입력 X에 포함하지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7E94A-A5AE-4CCC-B491-679EBE7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9E1D0-FE0D-438E-8510-75B72B8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1B8A4-6AB1-4A3B-BF6D-11965C7E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95300" y="1524000"/>
          <a:ext xmlns:a="http://schemas.openxmlformats.org/drawingml/2006/main" cx="111823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429000"/>
                <a:gridCol w="4133850"/>
              </a:tblGrid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EDA에서 확인한 사실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모델에 반영한 판단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 입력 후보 또는 검증 규칙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</a:tr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 2는 단수명, Batch 3은 장수명 비중이 큼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Batch별 분포 이동을 외부 평가로 확인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 1로 선택·튜닝, Batch 2·3은 고정 모델 평가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QD 기울기의 관계가 Batch마다 달라짐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단일 기울기보다 변화량을 함께 사용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qd_change_10_100, qd_slope_10_100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</a:tr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log Var(ΔQ)는 세 Batch에서 수명과 강한 음의 관계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열화 패턴의 핵심 신호로 채택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log_dq_var, dq_min, dq_range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C-rate 관계가 Batch마다 달라짐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셀 상태와 운전조건을 분리하지 않음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first_c_rate, switch_soc, second_c_rate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</a:tr>
              <a:tr h="539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파생 변수끼리 |r|가 0.95 이상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변수를 선별하고 정규화 적용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대표 Feature 선택 + ElasticNet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2AD8B-CB53-4674-9B88-62AE767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7191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ECFAE-0A59-480C-BFEB-06FBA939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81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73B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73B7"/>
                </a:solidFill>
                <a:latin typeface="Pretendard"/>
                <a:ea typeface="Pretendard"/>
                <a:cs typeface="Pretendard"/>
              </a:rPr>
              <a:t>X · 초기 1–100 Cycle의 ΔQ, QD, IR, 온도, 충전시간, C-rate 파생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3D058-F24B-4F7E-BB09-AC41B30A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00625"/>
            <a:ext cx="37814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5CA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810BF-607A-47F1-9D54-42506FB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086350"/>
            <a:ext cx="3400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Y · cycle_life</a:t>
            </a:r>
          </a:p>
          <a:p xmlns:a="http://schemas.openxmlformats.org/drawingml/2006/main">
            <a:pPr>
              <a:def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모델 Target · log(cycle_life)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9E631-13AC-4254-AD4D-37C469E3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F2076-4540-4409-8622-F9A0DAF2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2D8F6-1522-4F9E-95BB-CF6F7D03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Knee와 수명 종료 이후 정보는 X에서 제외한다. 모든 입력 Feature는 Cycle 100 이내에서 계산한다.</a:t>
            </a:r>
          </a:p>
        </p:txBody>
      </p:sp>
    </p:spTree>
    <p:extLst>
      <p:ext uri="{BB962C8B-B14F-4D97-AF65-F5344CB8AC3E}">
        <p14:creationId xmlns:p14="http://schemas.microsoft.com/office/powerpoint/2010/main" val="410762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A6CB2-C609-4369-9EDD-9BAE447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B9A59-ECCC-4B69-85FC-EFCDCAAC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작은 Tabular Dataset에 맞춰 단순 모델부터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8E159-8A33-4A19-8597-4D0863E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후보 모델은 Batch 1 Validation으로만 고르고, Batch 2·3 결과를 보고 Feature나 Hyperparameter를 바꾸지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8439F-2830-4062-B6F8-40C205C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228BD-FC1A-4886-A6CE-621EFDC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231F5-0DF8-42EA-AF7C-ED3B73A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5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657385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95300" y="1524000"/>
          <a:ext xmlns:a="http://schemas.openxmlformats.org/drawingml/2006/main" cx="111823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572250"/>
                <a:gridCol w="2228850"/>
              </a:tblGrid>
              <a:tr h="5191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후보 모델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EDA와 연결되는 이유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</a:p>
                  </a:txBody>
                  <a:tcPr marL="57150" marR="57150" marT="38100" marB="38100" anchor="ctr">
                    <a:solidFill>
                      <a:srgbClr val="17324A"/>
                    </a:solidFill>
                  </a:tcPr>
                </a:tc>
              </a:tr>
              <a:tr h="5191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Linear Regression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작은 표형 데이터에서 기준 성능과 계수 방향 확인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Baseline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ElasticNet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 파생 Feature의 높은 다중공선성을 L1/L2 정규화로 제어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Main Candidate</a:t>
                      </a:r>
                    </a:p>
                  </a:txBody>
                  <a:tcPr marL="57150" marR="57150" marT="38100" marB="38100" anchor="ctr">
                    <a:solidFill>
                      <a:srgbClr val="F7FAFB"/>
                    </a:solidFill>
                  </a:tcPr>
                </a:tc>
              </a:tr>
              <a:tr h="5191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Gradient Boosting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ΔQ·운전조건 사이의 비선형 관계가 선형 모델보다 유효한지 비교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2032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Non-linear Check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82661-6180-4D05-9F76-FD796B8B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검증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F5FFC-D27C-49B8-8CE1-9A50C61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4191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4FA32-6F0F-479A-A7C6-4D06DD2F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1 · 모델 선택과 튜닝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B84FC-6697-4CCD-8FCB-E1EAF075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charging_policy Group Split + Group CV</a:t>
            </a:r>
          </a:p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Feature 선택 · Scaling · Hyperparameter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3429C-F52C-4768-8A3A-E42C360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3219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5CA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6339C-50FB-4EEA-9DB5-445B431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2 · External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0779-3652-4297-939B-1878193E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67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단수명 영역이 큰 조건</a:t>
            </a:r>
          </a:p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고정된 Pipeline의 일반화 평가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CA80C-9F11-49E5-8DEB-C92CF411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33528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F20BC-E6D1-4929-AEB2-AADCDA8B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Batch 3 · Additional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3E38C-F97D-4CA6-82F4-5C6153B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67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장수명 영역이 큰 조건</a:t>
            </a:r>
          </a:p>
          <a:p xmlns:a="http://schemas.openxmlformats.org/drawingml/2006/main">
            <a:pPr>
              <a:defRPr sz="1125">
                <a:solidFill>
                  <a:srgbClr val="203246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203246"/>
                </a:solidFill>
                <a:latin typeface="Pretendard"/>
                <a:ea typeface="Pretendard"/>
                <a:cs typeface="Pretendard"/>
              </a:rPr>
              <a:t>같은 고정 Pipeline 추가 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AA03-88A2-4365-9857-49A43F6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24525"/>
            <a:ext cx="11182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BFE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A0028-947B-4255-922F-AE5A2B1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9B96"/>
                </a:solidFill>
                <a:latin typeface="Pretendard"/>
                <a:ea typeface="Pretendard"/>
                <a:cs typeface="Pretendard"/>
              </a:rPr>
              <a:t>MODELING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0B538-1F03-435B-9C35-806B9A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A"/>
                </a:solidFill>
                <a:latin typeface="Pretendard"/>
                <a:ea typeface="Pretendard"/>
                <a:cs typeface="Pretendard"/>
              </a:rPr>
              <a:t>최종 모델은 Batch 1 Validation 결과로 결정한다. Batch 2·3은 고정된 모델이 다른 수명 분포에서도 유지되는지 확인하는 최종 평가다.</a:t>
            </a:r>
          </a:p>
        </p:txBody>
      </p:sp>
    </p:spTree>
    <p:extLst>
      <p:ext uri="{BB962C8B-B14F-4D97-AF65-F5344CB8AC3E}">
        <p14:creationId xmlns:p14="http://schemas.microsoft.com/office/powerpoint/2010/main" val="689631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2026-10-01T23:56:46.6210000Z</dcterms:created>
  <dcterms:modified xsi:type="dcterms:W3CDTF">2026-10-01T23:56:46.6210000Z</dcterms:modified>
</coreProperties>
</file>